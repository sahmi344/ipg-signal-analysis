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326" y="-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qip-38\Desktop\cropped\C2_Raj_Carotid_Converted_selected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qip-38\Desktop\cropped\C2_Phantom_Converted_selected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TR400\Grid%20Electrode\Converter\Monish\cropped\D1_phantom_Converted_selected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eqip-38\Desktop\cropped\D1_dataraj_sitting_Converted_selected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TR400\Grid%20Electrode\Converter\Monish\cropped\C3_Raj_500_Converted_selected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TR400\Grid%20Electrode\Converter\Monish\cropped\C3_Raj_Carotid_Converted_selected_new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'C2_Raj_Carotid_Converted_select'!$B$1</c:f>
              <c:strCache>
                <c:ptCount val="1"/>
                <c:pt idx="0">
                  <c:v>Amplitude (Volts) [Filtered 0.3-10.0Hz]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'C2_Raj_Carotid_Converted_select'!$A$2:$A$3352</c:f>
              <c:numCache>
                <c:formatCode>General</c:formatCode>
                <c:ptCount val="3351"/>
                <c:pt idx="0">
                  <c:v>0</c:v>
                </c:pt>
                <c:pt idx="1">
                  <c:v>2E-3</c:v>
                </c:pt>
                <c:pt idx="2">
                  <c:v>4.0000000000000001E-3</c:v>
                </c:pt>
                <c:pt idx="3">
                  <c:v>6.0000000000000001E-3</c:v>
                </c:pt>
                <c:pt idx="4">
                  <c:v>8.0000000000000002E-3</c:v>
                </c:pt>
                <c:pt idx="5">
                  <c:v>0.01</c:v>
                </c:pt>
                <c:pt idx="6">
                  <c:v>1.2E-2</c:v>
                </c:pt>
                <c:pt idx="7">
                  <c:v>1.4E-2</c:v>
                </c:pt>
                <c:pt idx="8">
                  <c:v>1.6E-2</c:v>
                </c:pt>
                <c:pt idx="9">
                  <c:v>1.7999999999999999E-2</c:v>
                </c:pt>
                <c:pt idx="10">
                  <c:v>0.02</c:v>
                </c:pt>
                <c:pt idx="11">
                  <c:v>2.1999999999999999E-2</c:v>
                </c:pt>
                <c:pt idx="12">
                  <c:v>2.4E-2</c:v>
                </c:pt>
                <c:pt idx="13">
                  <c:v>2.5999999999999999E-2</c:v>
                </c:pt>
                <c:pt idx="14">
                  <c:v>2.8000000000000001E-2</c:v>
                </c:pt>
                <c:pt idx="15">
                  <c:v>0.03</c:v>
                </c:pt>
                <c:pt idx="16">
                  <c:v>3.2000000000000001E-2</c:v>
                </c:pt>
                <c:pt idx="17">
                  <c:v>3.4000000000000002E-2</c:v>
                </c:pt>
                <c:pt idx="18">
                  <c:v>3.5999999999999997E-2</c:v>
                </c:pt>
                <c:pt idx="19">
                  <c:v>3.7999999999999999E-2</c:v>
                </c:pt>
                <c:pt idx="20">
                  <c:v>0.04</c:v>
                </c:pt>
                <c:pt idx="21">
                  <c:v>4.2000000000000003E-2</c:v>
                </c:pt>
                <c:pt idx="22">
                  <c:v>4.3999999999999997E-2</c:v>
                </c:pt>
                <c:pt idx="23">
                  <c:v>4.5999999999999999E-2</c:v>
                </c:pt>
                <c:pt idx="24">
                  <c:v>4.8000000000000001E-2</c:v>
                </c:pt>
                <c:pt idx="25">
                  <c:v>0.05</c:v>
                </c:pt>
                <c:pt idx="26">
                  <c:v>5.1999999999999998E-2</c:v>
                </c:pt>
                <c:pt idx="27">
                  <c:v>5.3999999999999999E-2</c:v>
                </c:pt>
                <c:pt idx="28">
                  <c:v>5.6000000000000001E-2</c:v>
                </c:pt>
                <c:pt idx="29">
                  <c:v>5.8000000000000003E-2</c:v>
                </c:pt>
                <c:pt idx="30">
                  <c:v>0.06</c:v>
                </c:pt>
                <c:pt idx="31">
                  <c:v>6.2E-2</c:v>
                </c:pt>
                <c:pt idx="32">
                  <c:v>6.4000000000000001E-2</c:v>
                </c:pt>
                <c:pt idx="33">
                  <c:v>6.6000000000000003E-2</c:v>
                </c:pt>
                <c:pt idx="34">
                  <c:v>6.8000000000000005E-2</c:v>
                </c:pt>
                <c:pt idx="35">
                  <c:v>7.0000000000000007E-2</c:v>
                </c:pt>
                <c:pt idx="36">
                  <c:v>7.1999999999999995E-2</c:v>
                </c:pt>
                <c:pt idx="37">
                  <c:v>7.3999999999999996E-2</c:v>
                </c:pt>
                <c:pt idx="38">
                  <c:v>7.5999999999999998E-2</c:v>
                </c:pt>
                <c:pt idx="39">
                  <c:v>7.8E-2</c:v>
                </c:pt>
                <c:pt idx="40">
                  <c:v>0.08</c:v>
                </c:pt>
                <c:pt idx="41">
                  <c:v>8.2000000000000003E-2</c:v>
                </c:pt>
                <c:pt idx="42">
                  <c:v>8.4000000000000005E-2</c:v>
                </c:pt>
                <c:pt idx="43">
                  <c:v>8.5999999999999993E-2</c:v>
                </c:pt>
                <c:pt idx="44">
                  <c:v>8.7999999999999995E-2</c:v>
                </c:pt>
                <c:pt idx="45">
                  <c:v>0.09</c:v>
                </c:pt>
                <c:pt idx="46">
                  <c:v>9.1999999999999998E-2</c:v>
                </c:pt>
                <c:pt idx="47">
                  <c:v>9.4E-2</c:v>
                </c:pt>
                <c:pt idx="48">
                  <c:v>9.6000000000000002E-2</c:v>
                </c:pt>
                <c:pt idx="49">
                  <c:v>9.8000000000000004E-2</c:v>
                </c:pt>
                <c:pt idx="50">
                  <c:v>0.1</c:v>
                </c:pt>
                <c:pt idx="51">
                  <c:v>0.10199999999999999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0.11600000000000001</c:v>
                </c:pt>
                <c:pt idx="59">
                  <c:v>0.11799999999999999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0.13200000000000001</c:v>
                </c:pt>
                <c:pt idx="67">
                  <c:v>0.13400000000000001</c:v>
                </c:pt>
                <c:pt idx="68">
                  <c:v>0.13600000000000001</c:v>
                </c:pt>
                <c:pt idx="69">
                  <c:v>0.13800000000000001</c:v>
                </c:pt>
                <c:pt idx="70">
                  <c:v>0.14000000000000001</c:v>
                </c:pt>
                <c:pt idx="71">
                  <c:v>0.14199999999999999</c:v>
                </c:pt>
                <c:pt idx="72">
                  <c:v>0.14399999999999999</c:v>
                </c:pt>
                <c:pt idx="73">
                  <c:v>0.14599999999999999</c:v>
                </c:pt>
                <c:pt idx="74">
                  <c:v>0.14799999999999999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0.16200000000000001</c:v>
                </c:pt>
                <c:pt idx="82">
                  <c:v>0.16400000000000001</c:v>
                </c:pt>
                <c:pt idx="83">
                  <c:v>0.16600000000000001</c:v>
                </c:pt>
                <c:pt idx="84">
                  <c:v>0.16800000000000001</c:v>
                </c:pt>
                <c:pt idx="85">
                  <c:v>0.17</c:v>
                </c:pt>
                <c:pt idx="86">
                  <c:v>0.17199999999999999</c:v>
                </c:pt>
                <c:pt idx="87">
                  <c:v>0.17399999999999999</c:v>
                </c:pt>
                <c:pt idx="88">
                  <c:v>0.17599999999999999</c:v>
                </c:pt>
                <c:pt idx="89">
                  <c:v>0.17799999999999999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0.19400000000000001</c:v>
                </c:pt>
                <c:pt idx="98">
                  <c:v>0.19600000000000001</c:v>
                </c:pt>
                <c:pt idx="99">
                  <c:v>0.19800000000000001</c:v>
                </c:pt>
                <c:pt idx="100">
                  <c:v>0.2</c:v>
                </c:pt>
                <c:pt idx="101">
                  <c:v>0.20200000000000001</c:v>
                </c:pt>
                <c:pt idx="102">
                  <c:v>0.20399999999999999</c:v>
                </c:pt>
                <c:pt idx="103">
                  <c:v>0.20599999999999999</c:v>
                </c:pt>
                <c:pt idx="104">
                  <c:v>0.20799999999999999</c:v>
                </c:pt>
                <c:pt idx="105">
                  <c:v>0.21</c:v>
                </c:pt>
                <c:pt idx="106">
                  <c:v>0.21199999999999999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0.22600000000000001</c:v>
                </c:pt>
                <c:pt idx="114">
                  <c:v>0.22800000000000001</c:v>
                </c:pt>
                <c:pt idx="115">
                  <c:v>0.23</c:v>
                </c:pt>
                <c:pt idx="116">
                  <c:v>0.23200000000000001</c:v>
                </c:pt>
                <c:pt idx="117">
                  <c:v>0.23400000000000001</c:v>
                </c:pt>
                <c:pt idx="118">
                  <c:v>0.23599999999999999</c:v>
                </c:pt>
                <c:pt idx="119">
                  <c:v>0.23799999999999999</c:v>
                </c:pt>
                <c:pt idx="120">
                  <c:v>0.24</c:v>
                </c:pt>
                <c:pt idx="121">
                  <c:v>0.24199999999999999</c:v>
                </c:pt>
                <c:pt idx="122">
                  <c:v>0.24399999999999999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0.25600000000000001</c:v>
                </c:pt>
                <c:pt idx="129">
                  <c:v>0.25800000000000001</c:v>
                </c:pt>
                <c:pt idx="130">
                  <c:v>0.26</c:v>
                </c:pt>
                <c:pt idx="131">
                  <c:v>0.26200000000000001</c:v>
                </c:pt>
                <c:pt idx="132">
                  <c:v>0.26400000000000001</c:v>
                </c:pt>
                <c:pt idx="133">
                  <c:v>0.26600000000000001</c:v>
                </c:pt>
                <c:pt idx="134">
                  <c:v>0.26800000000000002</c:v>
                </c:pt>
                <c:pt idx="135">
                  <c:v>0.27</c:v>
                </c:pt>
                <c:pt idx="136">
                  <c:v>0.27200000000000002</c:v>
                </c:pt>
                <c:pt idx="137">
                  <c:v>0.27400000000000002</c:v>
                </c:pt>
                <c:pt idx="138">
                  <c:v>0.27600000000000002</c:v>
                </c:pt>
                <c:pt idx="139">
                  <c:v>0.27800000000000002</c:v>
                </c:pt>
                <c:pt idx="140">
                  <c:v>0.28000000000000003</c:v>
                </c:pt>
                <c:pt idx="141">
                  <c:v>0.28199999999999997</c:v>
                </c:pt>
                <c:pt idx="142">
                  <c:v>0.28399999999999997</c:v>
                </c:pt>
                <c:pt idx="143">
                  <c:v>0.28599999999999998</c:v>
                </c:pt>
                <c:pt idx="144">
                  <c:v>0.28799999999999998</c:v>
                </c:pt>
                <c:pt idx="145">
                  <c:v>0.28999999999999998</c:v>
                </c:pt>
                <c:pt idx="146">
                  <c:v>0.29199999999999998</c:v>
                </c:pt>
                <c:pt idx="147">
                  <c:v>0.29399999999999998</c:v>
                </c:pt>
                <c:pt idx="148">
                  <c:v>0.29599999999999999</c:v>
                </c:pt>
                <c:pt idx="149">
                  <c:v>0.29799999999999999</c:v>
                </c:pt>
                <c:pt idx="150">
                  <c:v>0.3</c:v>
                </c:pt>
                <c:pt idx="151">
                  <c:v>0.30199999999999999</c:v>
                </c:pt>
                <c:pt idx="152">
                  <c:v>0.30399999999999999</c:v>
                </c:pt>
                <c:pt idx="153">
                  <c:v>0.30599999999999999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0.32200000000000001</c:v>
                </c:pt>
                <c:pt idx="162">
                  <c:v>0.32400000000000001</c:v>
                </c:pt>
                <c:pt idx="163">
                  <c:v>0.32600000000000001</c:v>
                </c:pt>
                <c:pt idx="164">
                  <c:v>0.32800000000000001</c:v>
                </c:pt>
                <c:pt idx="165">
                  <c:v>0.33</c:v>
                </c:pt>
                <c:pt idx="166">
                  <c:v>0.33200000000000002</c:v>
                </c:pt>
                <c:pt idx="167">
                  <c:v>0.33400000000000002</c:v>
                </c:pt>
                <c:pt idx="168">
                  <c:v>0.33600000000000002</c:v>
                </c:pt>
                <c:pt idx="169">
                  <c:v>0.33800000000000002</c:v>
                </c:pt>
                <c:pt idx="170">
                  <c:v>0.34</c:v>
                </c:pt>
                <c:pt idx="171">
                  <c:v>0.34200000000000003</c:v>
                </c:pt>
                <c:pt idx="172">
                  <c:v>0.34399999999999997</c:v>
                </c:pt>
                <c:pt idx="173">
                  <c:v>0.34599999999999997</c:v>
                </c:pt>
                <c:pt idx="174">
                  <c:v>0.34799999999999998</c:v>
                </c:pt>
                <c:pt idx="175">
                  <c:v>0.35</c:v>
                </c:pt>
                <c:pt idx="176">
                  <c:v>0.35199999999999998</c:v>
                </c:pt>
                <c:pt idx="177">
                  <c:v>0.35399999999999998</c:v>
                </c:pt>
                <c:pt idx="178">
                  <c:v>0.35599999999999998</c:v>
                </c:pt>
                <c:pt idx="179">
                  <c:v>0.35799999999999998</c:v>
                </c:pt>
                <c:pt idx="180">
                  <c:v>0.36</c:v>
                </c:pt>
                <c:pt idx="181">
                  <c:v>0.36199999999999999</c:v>
                </c:pt>
                <c:pt idx="182">
                  <c:v>0.36399999999999999</c:v>
                </c:pt>
                <c:pt idx="183">
                  <c:v>0.36599999999999999</c:v>
                </c:pt>
                <c:pt idx="184">
                  <c:v>0.36799999999999999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0.38200000000000001</c:v>
                </c:pt>
                <c:pt idx="192">
                  <c:v>0.38400000000000001</c:v>
                </c:pt>
                <c:pt idx="193">
                  <c:v>0.38600000000000001</c:v>
                </c:pt>
                <c:pt idx="194">
                  <c:v>0.38800000000000001</c:v>
                </c:pt>
                <c:pt idx="195">
                  <c:v>0.39</c:v>
                </c:pt>
                <c:pt idx="196">
                  <c:v>0.39200000000000002</c:v>
                </c:pt>
                <c:pt idx="197">
                  <c:v>0.39400000000000002</c:v>
                </c:pt>
                <c:pt idx="198">
                  <c:v>0.39600000000000002</c:v>
                </c:pt>
                <c:pt idx="199">
                  <c:v>0.39800000000000002</c:v>
                </c:pt>
                <c:pt idx="200">
                  <c:v>0.4</c:v>
                </c:pt>
                <c:pt idx="201">
                  <c:v>0.40200000000000002</c:v>
                </c:pt>
                <c:pt idx="202">
                  <c:v>0.40400000000000003</c:v>
                </c:pt>
                <c:pt idx="203">
                  <c:v>0.40600000000000003</c:v>
                </c:pt>
                <c:pt idx="204">
                  <c:v>0.40799999999999997</c:v>
                </c:pt>
                <c:pt idx="205">
                  <c:v>0.41</c:v>
                </c:pt>
                <c:pt idx="206">
                  <c:v>0.41199999999999998</c:v>
                </c:pt>
                <c:pt idx="207">
                  <c:v>0.41399999999999998</c:v>
                </c:pt>
                <c:pt idx="208">
                  <c:v>0.41599999999999998</c:v>
                </c:pt>
                <c:pt idx="209">
                  <c:v>0.41799999999999998</c:v>
                </c:pt>
                <c:pt idx="210">
                  <c:v>0.42</c:v>
                </c:pt>
                <c:pt idx="211">
                  <c:v>0.42199999999999999</c:v>
                </c:pt>
                <c:pt idx="212">
                  <c:v>0.42399999999999999</c:v>
                </c:pt>
                <c:pt idx="213">
                  <c:v>0.42599999999999999</c:v>
                </c:pt>
                <c:pt idx="214">
                  <c:v>0.42799999999999999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0.44400000000000001</c:v>
                </c:pt>
                <c:pt idx="223">
                  <c:v>0.44600000000000001</c:v>
                </c:pt>
                <c:pt idx="224">
                  <c:v>0.44800000000000001</c:v>
                </c:pt>
                <c:pt idx="225">
                  <c:v>0.45</c:v>
                </c:pt>
                <c:pt idx="226">
                  <c:v>0.45200000000000001</c:v>
                </c:pt>
                <c:pt idx="227">
                  <c:v>0.45400000000000001</c:v>
                </c:pt>
                <c:pt idx="228">
                  <c:v>0.45600000000000002</c:v>
                </c:pt>
                <c:pt idx="229">
                  <c:v>0.45800000000000002</c:v>
                </c:pt>
                <c:pt idx="230">
                  <c:v>0.46</c:v>
                </c:pt>
                <c:pt idx="231">
                  <c:v>0.46200000000000002</c:v>
                </c:pt>
                <c:pt idx="232">
                  <c:v>0.46400000000000002</c:v>
                </c:pt>
                <c:pt idx="233">
                  <c:v>0.46600000000000003</c:v>
                </c:pt>
                <c:pt idx="234">
                  <c:v>0.46800000000000003</c:v>
                </c:pt>
                <c:pt idx="235">
                  <c:v>0.47</c:v>
                </c:pt>
                <c:pt idx="236">
                  <c:v>0.47199999999999998</c:v>
                </c:pt>
                <c:pt idx="237">
                  <c:v>0.47399999999999998</c:v>
                </c:pt>
                <c:pt idx="238">
                  <c:v>0.47599999999999998</c:v>
                </c:pt>
                <c:pt idx="239">
                  <c:v>0.47799999999999998</c:v>
                </c:pt>
                <c:pt idx="240">
                  <c:v>0.48</c:v>
                </c:pt>
                <c:pt idx="241">
                  <c:v>0.48199999999999998</c:v>
                </c:pt>
                <c:pt idx="242">
                  <c:v>0.48399999999999999</c:v>
                </c:pt>
                <c:pt idx="243">
                  <c:v>0.48599999999999999</c:v>
                </c:pt>
                <c:pt idx="244">
                  <c:v>0.48799999999999999</c:v>
                </c:pt>
                <c:pt idx="245">
                  <c:v>0.49</c:v>
                </c:pt>
                <c:pt idx="246">
                  <c:v>0.49199999999999999</c:v>
                </c:pt>
                <c:pt idx="247">
                  <c:v>0.49399999999999999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0.50600000000000001</c:v>
                </c:pt>
                <c:pt idx="254">
                  <c:v>0.50800000000000001</c:v>
                </c:pt>
                <c:pt idx="255">
                  <c:v>0.51</c:v>
                </c:pt>
                <c:pt idx="256">
                  <c:v>0.51200000000000001</c:v>
                </c:pt>
                <c:pt idx="257">
                  <c:v>0.51400000000000001</c:v>
                </c:pt>
                <c:pt idx="258">
                  <c:v>0.51600000000000001</c:v>
                </c:pt>
                <c:pt idx="259">
                  <c:v>0.51800000000000002</c:v>
                </c:pt>
                <c:pt idx="260">
                  <c:v>0.52</c:v>
                </c:pt>
                <c:pt idx="261">
                  <c:v>0.52200000000000002</c:v>
                </c:pt>
                <c:pt idx="262">
                  <c:v>0.52400000000000002</c:v>
                </c:pt>
                <c:pt idx="263">
                  <c:v>0.52600000000000002</c:v>
                </c:pt>
                <c:pt idx="264">
                  <c:v>0.52800000000000002</c:v>
                </c:pt>
                <c:pt idx="265">
                  <c:v>0.53</c:v>
                </c:pt>
                <c:pt idx="266">
                  <c:v>0.53200000000000003</c:v>
                </c:pt>
                <c:pt idx="267">
                  <c:v>0.53400000000000003</c:v>
                </c:pt>
                <c:pt idx="268">
                  <c:v>0.53600000000000003</c:v>
                </c:pt>
                <c:pt idx="269">
                  <c:v>0.53800000000000003</c:v>
                </c:pt>
                <c:pt idx="270">
                  <c:v>0.54</c:v>
                </c:pt>
                <c:pt idx="271">
                  <c:v>0.54200000000000004</c:v>
                </c:pt>
                <c:pt idx="272">
                  <c:v>0.54400000000000004</c:v>
                </c:pt>
                <c:pt idx="273">
                  <c:v>0.54600000000000004</c:v>
                </c:pt>
                <c:pt idx="274">
                  <c:v>0.54800000000000004</c:v>
                </c:pt>
                <c:pt idx="275">
                  <c:v>0.55000000000000004</c:v>
                </c:pt>
                <c:pt idx="276">
                  <c:v>0.55200000000000005</c:v>
                </c:pt>
                <c:pt idx="277">
                  <c:v>0.55400000000000005</c:v>
                </c:pt>
                <c:pt idx="278">
                  <c:v>0.55600000000000005</c:v>
                </c:pt>
                <c:pt idx="279">
                  <c:v>0.55800000000000005</c:v>
                </c:pt>
                <c:pt idx="280">
                  <c:v>0.56000000000000005</c:v>
                </c:pt>
                <c:pt idx="281">
                  <c:v>0.56200000000000006</c:v>
                </c:pt>
                <c:pt idx="282">
                  <c:v>0.56399999999999995</c:v>
                </c:pt>
                <c:pt idx="283">
                  <c:v>0.56599999999999995</c:v>
                </c:pt>
                <c:pt idx="284">
                  <c:v>0.56799999999999995</c:v>
                </c:pt>
                <c:pt idx="285">
                  <c:v>0.56999999999999995</c:v>
                </c:pt>
                <c:pt idx="286">
                  <c:v>0.57199999999999995</c:v>
                </c:pt>
                <c:pt idx="287">
                  <c:v>0.57399999999999995</c:v>
                </c:pt>
                <c:pt idx="288">
                  <c:v>0.57599999999999996</c:v>
                </c:pt>
                <c:pt idx="289">
                  <c:v>0.57799999999999996</c:v>
                </c:pt>
                <c:pt idx="290">
                  <c:v>0.57999999999999996</c:v>
                </c:pt>
                <c:pt idx="291">
                  <c:v>0.58199999999999996</c:v>
                </c:pt>
                <c:pt idx="292">
                  <c:v>0.58399999999999996</c:v>
                </c:pt>
                <c:pt idx="293">
                  <c:v>0.58599999999999997</c:v>
                </c:pt>
                <c:pt idx="294">
                  <c:v>0.58799999999999997</c:v>
                </c:pt>
                <c:pt idx="295">
                  <c:v>0.59</c:v>
                </c:pt>
                <c:pt idx="296">
                  <c:v>0.59199999999999997</c:v>
                </c:pt>
                <c:pt idx="297">
                  <c:v>0.59399999999999997</c:v>
                </c:pt>
                <c:pt idx="298">
                  <c:v>0.59599999999999997</c:v>
                </c:pt>
                <c:pt idx="299">
                  <c:v>0.59799999999999998</c:v>
                </c:pt>
                <c:pt idx="300">
                  <c:v>0.6</c:v>
                </c:pt>
                <c:pt idx="301">
                  <c:v>0.60199999999999998</c:v>
                </c:pt>
                <c:pt idx="302">
                  <c:v>0.60399999999999998</c:v>
                </c:pt>
                <c:pt idx="303">
                  <c:v>0.60599999999999998</c:v>
                </c:pt>
                <c:pt idx="304">
                  <c:v>0.60799999999999998</c:v>
                </c:pt>
                <c:pt idx="305">
                  <c:v>0.61</c:v>
                </c:pt>
                <c:pt idx="306">
                  <c:v>0.61199999999999999</c:v>
                </c:pt>
                <c:pt idx="307">
                  <c:v>0.61399999999999999</c:v>
                </c:pt>
                <c:pt idx="308">
                  <c:v>0.61599999999999999</c:v>
                </c:pt>
                <c:pt idx="309">
                  <c:v>0.61799999999999999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0.63200000000000001</c:v>
                </c:pt>
                <c:pt idx="317">
                  <c:v>0.63400000000000001</c:v>
                </c:pt>
                <c:pt idx="318">
                  <c:v>0.63600000000000001</c:v>
                </c:pt>
                <c:pt idx="319">
                  <c:v>0.63800000000000001</c:v>
                </c:pt>
                <c:pt idx="320">
                  <c:v>0.64</c:v>
                </c:pt>
                <c:pt idx="321">
                  <c:v>0.64200000000000002</c:v>
                </c:pt>
                <c:pt idx="322">
                  <c:v>0.64400000000000002</c:v>
                </c:pt>
                <c:pt idx="323">
                  <c:v>0.64600000000000002</c:v>
                </c:pt>
                <c:pt idx="324">
                  <c:v>0.64800000000000002</c:v>
                </c:pt>
                <c:pt idx="325">
                  <c:v>0.65</c:v>
                </c:pt>
                <c:pt idx="326">
                  <c:v>0.65200000000000002</c:v>
                </c:pt>
                <c:pt idx="327">
                  <c:v>0.65400000000000003</c:v>
                </c:pt>
                <c:pt idx="328">
                  <c:v>0.65600000000000003</c:v>
                </c:pt>
                <c:pt idx="329">
                  <c:v>0.65800000000000003</c:v>
                </c:pt>
                <c:pt idx="330">
                  <c:v>0.66</c:v>
                </c:pt>
                <c:pt idx="331">
                  <c:v>0.66200000000000003</c:v>
                </c:pt>
                <c:pt idx="332">
                  <c:v>0.66400000000000003</c:v>
                </c:pt>
                <c:pt idx="333">
                  <c:v>0.66600000000000004</c:v>
                </c:pt>
                <c:pt idx="334">
                  <c:v>0.66800000000000004</c:v>
                </c:pt>
                <c:pt idx="335">
                  <c:v>0.67</c:v>
                </c:pt>
                <c:pt idx="336">
                  <c:v>0.67200000000000004</c:v>
                </c:pt>
                <c:pt idx="337">
                  <c:v>0.67400000000000004</c:v>
                </c:pt>
                <c:pt idx="338">
                  <c:v>0.67600000000000005</c:v>
                </c:pt>
                <c:pt idx="339">
                  <c:v>0.67800000000000005</c:v>
                </c:pt>
                <c:pt idx="340">
                  <c:v>0.68</c:v>
                </c:pt>
                <c:pt idx="341">
                  <c:v>0.68200000000000005</c:v>
                </c:pt>
                <c:pt idx="342">
                  <c:v>0.68400000000000005</c:v>
                </c:pt>
                <c:pt idx="343">
                  <c:v>0.68600000000000005</c:v>
                </c:pt>
                <c:pt idx="344">
                  <c:v>0.68799999999999994</c:v>
                </c:pt>
                <c:pt idx="345">
                  <c:v>0.69</c:v>
                </c:pt>
                <c:pt idx="346">
                  <c:v>0.69199999999999995</c:v>
                </c:pt>
                <c:pt idx="347">
                  <c:v>0.69399999999999995</c:v>
                </c:pt>
                <c:pt idx="348">
                  <c:v>0.69599999999999995</c:v>
                </c:pt>
                <c:pt idx="349">
                  <c:v>0.69799999999999995</c:v>
                </c:pt>
                <c:pt idx="350">
                  <c:v>0.7</c:v>
                </c:pt>
                <c:pt idx="351">
                  <c:v>0.70199999999999996</c:v>
                </c:pt>
                <c:pt idx="352">
                  <c:v>0.70399999999999996</c:v>
                </c:pt>
                <c:pt idx="353">
                  <c:v>0.70599999999999996</c:v>
                </c:pt>
                <c:pt idx="354">
                  <c:v>0.70799999999999996</c:v>
                </c:pt>
                <c:pt idx="355">
                  <c:v>0.71</c:v>
                </c:pt>
                <c:pt idx="356">
                  <c:v>0.71199999999999997</c:v>
                </c:pt>
                <c:pt idx="357">
                  <c:v>0.71399999999999997</c:v>
                </c:pt>
                <c:pt idx="358">
                  <c:v>0.71599999999999997</c:v>
                </c:pt>
                <c:pt idx="359">
                  <c:v>0.71799999999999997</c:v>
                </c:pt>
                <c:pt idx="360">
                  <c:v>0.72</c:v>
                </c:pt>
                <c:pt idx="361">
                  <c:v>0.72199999999999998</c:v>
                </c:pt>
                <c:pt idx="362">
                  <c:v>0.72399999999999998</c:v>
                </c:pt>
                <c:pt idx="363">
                  <c:v>0.72599999999999998</c:v>
                </c:pt>
                <c:pt idx="364">
                  <c:v>0.72799999999999998</c:v>
                </c:pt>
                <c:pt idx="365">
                  <c:v>0.73</c:v>
                </c:pt>
                <c:pt idx="366">
                  <c:v>0.73199999999999998</c:v>
                </c:pt>
                <c:pt idx="367">
                  <c:v>0.73399999999999999</c:v>
                </c:pt>
                <c:pt idx="368">
                  <c:v>0.73599999999999999</c:v>
                </c:pt>
                <c:pt idx="369">
                  <c:v>0.73799999999999999</c:v>
                </c:pt>
                <c:pt idx="370">
                  <c:v>0.74</c:v>
                </c:pt>
                <c:pt idx="371">
                  <c:v>0.74199999999999999</c:v>
                </c:pt>
                <c:pt idx="372">
                  <c:v>0.74399999999999999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0.75600000000000001</c:v>
                </c:pt>
                <c:pt idx="379">
                  <c:v>0.75800000000000001</c:v>
                </c:pt>
                <c:pt idx="380">
                  <c:v>0.76</c:v>
                </c:pt>
                <c:pt idx="381">
                  <c:v>0.76200000000000001</c:v>
                </c:pt>
                <c:pt idx="382">
                  <c:v>0.76400000000000001</c:v>
                </c:pt>
                <c:pt idx="383">
                  <c:v>0.76600000000000001</c:v>
                </c:pt>
                <c:pt idx="384">
                  <c:v>0.76800000000000002</c:v>
                </c:pt>
                <c:pt idx="385">
                  <c:v>0.77</c:v>
                </c:pt>
                <c:pt idx="386">
                  <c:v>0.77200000000000002</c:v>
                </c:pt>
                <c:pt idx="387">
                  <c:v>0.77400000000000002</c:v>
                </c:pt>
                <c:pt idx="388">
                  <c:v>0.77600000000000002</c:v>
                </c:pt>
                <c:pt idx="389">
                  <c:v>0.77800000000000002</c:v>
                </c:pt>
                <c:pt idx="390">
                  <c:v>0.78</c:v>
                </c:pt>
                <c:pt idx="391">
                  <c:v>0.78200000000000003</c:v>
                </c:pt>
                <c:pt idx="392">
                  <c:v>0.78400000000000003</c:v>
                </c:pt>
                <c:pt idx="393">
                  <c:v>0.78600000000000003</c:v>
                </c:pt>
                <c:pt idx="394">
                  <c:v>0.78800000000000003</c:v>
                </c:pt>
                <c:pt idx="395">
                  <c:v>0.79</c:v>
                </c:pt>
                <c:pt idx="396">
                  <c:v>0.79200000000000004</c:v>
                </c:pt>
                <c:pt idx="397">
                  <c:v>0.79400000000000004</c:v>
                </c:pt>
                <c:pt idx="398">
                  <c:v>0.79600000000000004</c:v>
                </c:pt>
                <c:pt idx="399">
                  <c:v>0.79800000000000004</c:v>
                </c:pt>
                <c:pt idx="400">
                  <c:v>0.8</c:v>
                </c:pt>
                <c:pt idx="401">
                  <c:v>0.80200000000000005</c:v>
                </c:pt>
                <c:pt idx="402">
                  <c:v>0.80400000000000005</c:v>
                </c:pt>
                <c:pt idx="403">
                  <c:v>0.80600000000000005</c:v>
                </c:pt>
                <c:pt idx="404">
                  <c:v>0.80800000000000005</c:v>
                </c:pt>
                <c:pt idx="405">
                  <c:v>0.81</c:v>
                </c:pt>
                <c:pt idx="406">
                  <c:v>0.81200000000000006</c:v>
                </c:pt>
                <c:pt idx="407">
                  <c:v>0.81399999999999995</c:v>
                </c:pt>
                <c:pt idx="408">
                  <c:v>0.81599999999999995</c:v>
                </c:pt>
                <c:pt idx="409">
                  <c:v>0.81799999999999995</c:v>
                </c:pt>
                <c:pt idx="410">
                  <c:v>0.82</c:v>
                </c:pt>
                <c:pt idx="411">
                  <c:v>0.82199999999999995</c:v>
                </c:pt>
                <c:pt idx="412">
                  <c:v>0.82399999999999995</c:v>
                </c:pt>
                <c:pt idx="413">
                  <c:v>0.82599999999999996</c:v>
                </c:pt>
                <c:pt idx="414">
                  <c:v>0.82799999999999996</c:v>
                </c:pt>
                <c:pt idx="415">
                  <c:v>0.83</c:v>
                </c:pt>
                <c:pt idx="416">
                  <c:v>0.83199999999999996</c:v>
                </c:pt>
                <c:pt idx="417">
                  <c:v>0.83399999999999996</c:v>
                </c:pt>
                <c:pt idx="418">
                  <c:v>0.83599999999999997</c:v>
                </c:pt>
                <c:pt idx="419">
                  <c:v>0.83799999999999997</c:v>
                </c:pt>
                <c:pt idx="420">
                  <c:v>0.84</c:v>
                </c:pt>
                <c:pt idx="421">
                  <c:v>0.84199999999999997</c:v>
                </c:pt>
                <c:pt idx="422">
                  <c:v>0.84399999999999997</c:v>
                </c:pt>
                <c:pt idx="423">
                  <c:v>0.84599999999999997</c:v>
                </c:pt>
                <c:pt idx="424">
                  <c:v>0.84799999999999998</c:v>
                </c:pt>
                <c:pt idx="425">
                  <c:v>0.85</c:v>
                </c:pt>
                <c:pt idx="426">
                  <c:v>0.85199999999999998</c:v>
                </c:pt>
                <c:pt idx="427">
                  <c:v>0.85399999999999998</c:v>
                </c:pt>
                <c:pt idx="428">
                  <c:v>0.85599999999999998</c:v>
                </c:pt>
                <c:pt idx="429">
                  <c:v>0.85799999999999998</c:v>
                </c:pt>
                <c:pt idx="430">
                  <c:v>0.86</c:v>
                </c:pt>
                <c:pt idx="431">
                  <c:v>0.86199999999999999</c:v>
                </c:pt>
                <c:pt idx="432">
                  <c:v>0.86399999999999999</c:v>
                </c:pt>
                <c:pt idx="433">
                  <c:v>0.86599999999999999</c:v>
                </c:pt>
                <c:pt idx="434">
                  <c:v>0.86799999999999999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0.88200000000000001</c:v>
                </c:pt>
                <c:pt idx="442">
                  <c:v>0.88400000000000001</c:v>
                </c:pt>
                <c:pt idx="443">
                  <c:v>0.88600000000000001</c:v>
                </c:pt>
                <c:pt idx="444">
                  <c:v>0.88800000000000001</c:v>
                </c:pt>
                <c:pt idx="445">
                  <c:v>0.89</c:v>
                </c:pt>
                <c:pt idx="446">
                  <c:v>0.89200000000000002</c:v>
                </c:pt>
                <c:pt idx="447">
                  <c:v>0.89400000000000002</c:v>
                </c:pt>
                <c:pt idx="448">
                  <c:v>0.89600000000000002</c:v>
                </c:pt>
                <c:pt idx="449">
                  <c:v>0.89800000000000002</c:v>
                </c:pt>
                <c:pt idx="450">
                  <c:v>0.9</c:v>
                </c:pt>
                <c:pt idx="451">
                  <c:v>0.90200000000000002</c:v>
                </c:pt>
                <c:pt idx="452">
                  <c:v>0.90400000000000003</c:v>
                </c:pt>
                <c:pt idx="453">
                  <c:v>0.90600000000000003</c:v>
                </c:pt>
                <c:pt idx="454">
                  <c:v>0.90800000000000003</c:v>
                </c:pt>
                <c:pt idx="455">
                  <c:v>0.91</c:v>
                </c:pt>
                <c:pt idx="456">
                  <c:v>0.91200000000000003</c:v>
                </c:pt>
                <c:pt idx="457">
                  <c:v>0.91400000000000003</c:v>
                </c:pt>
                <c:pt idx="458">
                  <c:v>0.91600000000000004</c:v>
                </c:pt>
                <c:pt idx="459">
                  <c:v>0.91800000000000004</c:v>
                </c:pt>
                <c:pt idx="460">
                  <c:v>0.92</c:v>
                </c:pt>
                <c:pt idx="461">
                  <c:v>0.92200000000000004</c:v>
                </c:pt>
                <c:pt idx="462">
                  <c:v>0.92400000000000004</c:v>
                </c:pt>
                <c:pt idx="463">
                  <c:v>0.92600000000000005</c:v>
                </c:pt>
                <c:pt idx="464">
                  <c:v>0.92800000000000005</c:v>
                </c:pt>
                <c:pt idx="465">
                  <c:v>0.93</c:v>
                </c:pt>
                <c:pt idx="466">
                  <c:v>0.93200000000000005</c:v>
                </c:pt>
                <c:pt idx="467">
                  <c:v>0.93400000000000005</c:v>
                </c:pt>
                <c:pt idx="468">
                  <c:v>0.93600000000000005</c:v>
                </c:pt>
                <c:pt idx="469">
                  <c:v>0.93799999999999994</c:v>
                </c:pt>
                <c:pt idx="470">
                  <c:v>0.94</c:v>
                </c:pt>
                <c:pt idx="471">
                  <c:v>0.94199999999999995</c:v>
                </c:pt>
                <c:pt idx="472">
                  <c:v>0.94399999999999995</c:v>
                </c:pt>
                <c:pt idx="473">
                  <c:v>0.94599999999999995</c:v>
                </c:pt>
                <c:pt idx="474">
                  <c:v>0.94799999999999995</c:v>
                </c:pt>
                <c:pt idx="475">
                  <c:v>0.95</c:v>
                </c:pt>
                <c:pt idx="476">
                  <c:v>0.95199999999999996</c:v>
                </c:pt>
                <c:pt idx="477">
                  <c:v>0.95399999999999996</c:v>
                </c:pt>
                <c:pt idx="478">
                  <c:v>0.95599999999999996</c:v>
                </c:pt>
                <c:pt idx="479">
                  <c:v>0.95799999999999996</c:v>
                </c:pt>
                <c:pt idx="480">
                  <c:v>0.96</c:v>
                </c:pt>
                <c:pt idx="481">
                  <c:v>0.96199999999999997</c:v>
                </c:pt>
                <c:pt idx="482">
                  <c:v>0.96399999999999997</c:v>
                </c:pt>
                <c:pt idx="483">
                  <c:v>0.96599999999999997</c:v>
                </c:pt>
                <c:pt idx="484">
                  <c:v>0.96799999999999997</c:v>
                </c:pt>
                <c:pt idx="485">
                  <c:v>0.97</c:v>
                </c:pt>
                <c:pt idx="486">
                  <c:v>0.97199999999999998</c:v>
                </c:pt>
                <c:pt idx="487">
                  <c:v>0.97399999999999998</c:v>
                </c:pt>
                <c:pt idx="488">
                  <c:v>0.97599999999999998</c:v>
                </c:pt>
                <c:pt idx="489">
                  <c:v>0.97799999999999998</c:v>
                </c:pt>
                <c:pt idx="490">
                  <c:v>0.98</c:v>
                </c:pt>
                <c:pt idx="491">
                  <c:v>0.98199999999999998</c:v>
                </c:pt>
                <c:pt idx="492">
                  <c:v>0.98399999999999999</c:v>
                </c:pt>
                <c:pt idx="493">
                  <c:v>0.98599999999999999</c:v>
                </c:pt>
                <c:pt idx="494">
                  <c:v>0.98799999999999999</c:v>
                </c:pt>
                <c:pt idx="495">
                  <c:v>0.99</c:v>
                </c:pt>
                <c:pt idx="496">
                  <c:v>0.99199999999999999</c:v>
                </c:pt>
                <c:pt idx="497">
                  <c:v>0.99399999999999999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1.0580000000000001</c:v>
                </c:pt>
                <c:pt idx="530">
                  <c:v>1.06</c:v>
                </c:pt>
                <c:pt idx="531">
                  <c:v>1.0620000000000001</c:v>
                </c:pt>
                <c:pt idx="532">
                  <c:v>1.0640000000000001</c:v>
                </c:pt>
                <c:pt idx="533">
                  <c:v>1.0660000000000001</c:v>
                </c:pt>
                <c:pt idx="534">
                  <c:v>1.0680000000000001</c:v>
                </c:pt>
                <c:pt idx="535">
                  <c:v>1.07</c:v>
                </c:pt>
                <c:pt idx="536">
                  <c:v>1.0720000000000001</c:v>
                </c:pt>
                <c:pt idx="537">
                  <c:v>1.0740000000000001</c:v>
                </c:pt>
                <c:pt idx="538">
                  <c:v>1.0760000000000001</c:v>
                </c:pt>
                <c:pt idx="539">
                  <c:v>1.0780000000000001</c:v>
                </c:pt>
                <c:pt idx="540">
                  <c:v>1.08</c:v>
                </c:pt>
                <c:pt idx="541">
                  <c:v>1.0820000000000001</c:v>
                </c:pt>
                <c:pt idx="542">
                  <c:v>1.0840000000000001</c:v>
                </c:pt>
                <c:pt idx="543">
                  <c:v>1.0860000000000001</c:v>
                </c:pt>
                <c:pt idx="544">
                  <c:v>1.0880000000000001</c:v>
                </c:pt>
                <c:pt idx="545">
                  <c:v>1.0900000000000001</c:v>
                </c:pt>
                <c:pt idx="546">
                  <c:v>1.0920000000000001</c:v>
                </c:pt>
                <c:pt idx="547">
                  <c:v>1.0940000000000001</c:v>
                </c:pt>
                <c:pt idx="548">
                  <c:v>1.0960000000000001</c:v>
                </c:pt>
                <c:pt idx="549">
                  <c:v>1.0980000000000001</c:v>
                </c:pt>
                <c:pt idx="550">
                  <c:v>1.1000000000000001</c:v>
                </c:pt>
                <c:pt idx="551">
                  <c:v>1.1020000000000001</c:v>
                </c:pt>
                <c:pt idx="552">
                  <c:v>1.1040000000000001</c:v>
                </c:pt>
                <c:pt idx="553">
                  <c:v>1.1060000000000001</c:v>
                </c:pt>
                <c:pt idx="554">
                  <c:v>1.1080000000000001</c:v>
                </c:pt>
                <c:pt idx="555">
                  <c:v>1.1100000000000001</c:v>
                </c:pt>
                <c:pt idx="556">
                  <c:v>1.1120000000000001</c:v>
                </c:pt>
                <c:pt idx="557">
                  <c:v>1.1140000000000001</c:v>
                </c:pt>
                <c:pt idx="558">
                  <c:v>1.1160000000000001</c:v>
                </c:pt>
                <c:pt idx="559">
                  <c:v>1.1180000000000001</c:v>
                </c:pt>
                <c:pt idx="560">
                  <c:v>1.1200000000000001</c:v>
                </c:pt>
                <c:pt idx="561">
                  <c:v>1.1220000000000001</c:v>
                </c:pt>
                <c:pt idx="562">
                  <c:v>1.1240000000000001</c:v>
                </c:pt>
                <c:pt idx="563">
                  <c:v>1.1259999999999999</c:v>
                </c:pt>
                <c:pt idx="564">
                  <c:v>1.1279999999999999</c:v>
                </c:pt>
                <c:pt idx="565">
                  <c:v>1.1299999999999999</c:v>
                </c:pt>
                <c:pt idx="566">
                  <c:v>1.1319999999999999</c:v>
                </c:pt>
                <c:pt idx="567">
                  <c:v>1.1339999999999999</c:v>
                </c:pt>
                <c:pt idx="568">
                  <c:v>1.1359999999999999</c:v>
                </c:pt>
                <c:pt idx="569">
                  <c:v>1.1379999999999999</c:v>
                </c:pt>
                <c:pt idx="570">
                  <c:v>1.1399999999999999</c:v>
                </c:pt>
                <c:pt idx="571">
                  <c:v>1.1419999999999999</c:v>
                </c:pt>
                <c:pt idx="572">
                  <c:v>1.1439999999999999</c:v>
                </c:pt>
                <c:pt idx="573">
                  <c:v>1.1459999999999999</c:v>
                </c:pt>
                <c:pt idx="574">
                  <c:v>1.1479999999999999</c:v>
                </c:pt>
                <c:pt idx="575">
                  <c:v>1.1499999999999999</c:v>
                </c:pt>
                <c:pt idx="576">
                  <c:v>1.1519999999999999</c:v>
                </c:pt>
                <c:pt idx="577">
                  <c:v>1.1539999999999999</c:v>
                </c:pt>
                <c:pt idx="578">
                  <c:v>1.1559999999999999</c:v>
                </c:pt>
                <c:pt idx="579">
                  <c:v>1.1579999999999999</c:v>
                </c:pt>
                <c:pt idx="580">
                  <c:v>1.1599999999999999</c:v>
                </c:pt>
                <c:pt idx="581">
                  <c:v>1.1619999999999999</c:v>
                </c:pt>
                <c:pt idx="582">
                  <c:v>1.1639999999999999</c:v>
                </c:pt>
                <c:pt idx="583">
                  <c:v>1.1659999999999999</c:v>
                </c:pt>
                <c:pt idx="584">
                  <c:v>1.1679999999999999</c:v>
                </c:pt>
                <c:pt idx="585">
                  <c:v>1.17</c:v>
                </c:pt>
                <c:pt idx="586">
                  <c:v>1.1719999999999999</c:v>
                </c:pt>
                <c:pt idx="587">
                  <c:v>1.1739999999999999</c:v>
                </c:pt>
                <c:pt idx="588">
                  <c:v>1.1759999999999999</c:v>
                </c:pt>
                <c:pt idx="589">
                  <c:v>1.1779999999999999</c:v>
                </c:pt>
                <c:pt idx="590">
                  <c:v>1.18</c:v>
                </c:pt>
                <c:pt idx="591">
                  <c:v>1.1819999999999999</c:v>
                </c:pt>
                <c:pt idx="592">
                  <c:v>1.1839999999999999</c:v>
                </c:pt>
                <c:pt idx="593">
                  <c:v>1.1859999999999999</c:v>
                </c:pt>
                <c:pt idx="594">
                  <c:v>1.1879999999999999</c:v>
                </c:pt>
                <c:pt idx="595">
                  <c:v>1.19</c:v>
                </c:pt>
                <c:pt idx="596">
                  <c:v>1.1919999999999999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  <c:pt idx="616">
                  <c:v>1.232</c:v>
                </c:pt>
                <c:pt idx="617">
                  <c:v>1.234</c:v>
                </c:pt>
                <c:pt idx="618">
                  <c:v>1.236</c:v>
                </c:pt>
                <c:pt idx="619">
                  <c:v>1.238</c:v>
                </c:pt>
                <c:pt idx="620">
                  <c:v>1.24</c:v>
                </c:pt>
                <c:pt idx="621">
                  <c:v>1.242</c:v>
                </c:pt>
                <c:pt idx="622">
                  <c:v>1.244</c:v>
                </c:pt>
                <c:pt idx="623">
                  <c:v>1.246</c:v>
                </c:pt>
                <c:pt idx="624">
                  <c:v>1.248</c:v>
                </c:pt>
                <c:pt idx="625">
                  <c:v>1.25</c:v>
                </c:pt>
                <c:pt idx="626">
                  <c:v>1.252</c:v>
                </c:pt>
                <c:pt idx="627">
                  <c:v>1.254</c:v>
                </c:pt>
                <c:pt idx="628">
                  <c:v>1.256</c:v>
                </c:pt>
                <c:pt idx="629">
                  <c:v>1.258</c:v>
                </c:pt>
                <c:pt idx="630">
                  <c:v>1.26</c:v>
                </c:pt>
                <c:pt idx="631">
                  <c:v>1.262</c:v>
                </c:pt>
                <c:pt idx="632">
                  <c:v>1.264</c:v>
                </c:pt>
                <c:pt idx="633">
                  <c:v>1.266</c:v>
                </c:pt>
                <c:pt idx="634">
                  <c:v>1.268</c:v>
                </c:pt>
                <c:pt idx="635">
                  <c:v>1.27</c:v>
                </c:pt>
                <c:pt idx="636">
                  <c:v>1.272</c:v>
                </c:pt>
                <c:pt idx="637">
                  <c:v>1.274</c:v>
                </c:pt>
                <c:pt idx="638">
                  <c:v>1.276</c:v>
                </c:pt>
                <c:pt idx="639">
                  <c:v>1.278</c:v>
                </c:pt>
                <c:pt idx="640">
                  <c:v>1.28</c:v>
                </c:pt>
                <c:pt idx="641">
                  <c:v>1.282</c:v>
                </c:pt>
                <c:pt idx="642">
                  <c:v>1.284</c:v>
                </c:pt>
                <c:pt idx="643">
                  <c:v>1.286</c:v>
                </c:pt>
                <c:pt idx="644">
                  <c:v>1.288</c:v>
                </c:pt>
                <c:pt idx="645">
                  <c:v>1.29</c:v>
                </c:pt>
                <c:pt idx="646">
                  <c:v>1.292</c:v>
                </c:pt>
                <c:pt idx="647">
                  <c:v>1.294</c:v>
                </c:pt>
                <c:pt idx="648">
                  <c:v>1.296</c:v>
                </c:pt>
                <c:pt idx="649">
                  <c:v>1.298</c:v>
                </c:pt>
                <c:pt idx="650">
                  <c:v>1.3</c:v>
                </c:pt>
                <c:pt idx="651">
                  <c:v>1.302</c:v>
                </c:pt>
                <c:pt idx="652">
                  <c:v>1.304</c:v>
                </c:pt>
                <c:pt idx="653">
                  <c:v>1.306</c:v>
                </c:pt>
                <c:pt idx="654">
                  <c:v>1.3080000000000001</c:v>
                </c:pt>
                <c:pt idx="655">
                  <c:v>1.31</c:v>
                </c:pt>
                <c:pt idx="656">
                  <c:v>1.3120000000000001</c:v>
                </c:pt>
                <c:pt idx="657">
                  <c:v>1.3140000000000001</c:v>
                </c:pt>
                <c:pt idx="658">
                  <c:v>1.3160000000000001</c:v>
                </c:pt>
                <c:pt idx="659">
                  <c:v>1.3180000000000001</c:v>
                </c:pt>
                <c:pt idx="660">
                  <c:v>1.32</c:v>
                </c:pt>
                <c:pt idx="661">
                  <c:v>1.3220000000000001</c:v>
                </c:pt>
                <c:pt idx="662">
                  <c:v>1.3240000000000001</c:v>
                </c:pt>
                <c:pt idx="663">
                  <c:v>1.3260000000000001</c:v>
                </c:pt>
                <c:pt idx="664">
                  <c:v>1.3280000000000001</c:v>
                </c:pt>
                <c:pt idx="665">
                  <c:v>1.33</c:v>
                </c:pt>
                <c:pt idx="666">
                  <c:v>1.3320000000000001</c:v>
                </c:pt>
                <c:pt idx="667">
                  <c:v>1.3340000000000001</c:v>
                </c:pt>
                <c:pt idx="668">
                  <c:v>1.3360000000000001</c:v>
                </c:pt>
                <c:pt idx="669">
                  <c:v>1.3380000000000001</c:v>
                </c:pt>
                <c:pt idx="670">
                  <c:v>1.34</c:v>
                </c:pt>
                <c:pt idx="671">
                  <c:v>1.3420000000000001</c:v>
                </c:pt>
                <c:pt idx="672">
                  <c:v>1.3440000000000001</c:v>
                </c:pt>
                <c:pt idx="673">
                  <c:v>1.3460000000000001</c:v>
                </c:pt>
                <c:pt idx="674">
                  <c:v>1.3480000000000001</c:v>
                </c:pt>
                <c:pt idx="675">
                  <c:v>1.35</c:v>
                </c:pt>
                <c:pt idx="676">
                  <c:v>1.3520000000000001</c:v>
                </c:pt>
                <c:pt idx="677">
                  <c:v>1.3540000000000001</c:v>
                </c:pt>
                <c:pt idx="678">
                  <c:v>1.3560000000000001</c:v>
                </c:pt>
                <c:pt idx="679">
                  <c:v>1.3580000000000001</c:v>
                </c:pt>
                <c:pt idx="680">
                  <c:v>1.36</c:v>
                </c:pt>
                <c:pt idx="681">
                  <c:v>1.3620000000000001</c:v>
                </c:pt>
                <c:pt idx="682">
                  <c:v>1.3640000000000001</c:v>
                </c:pt>
                <c:pt idx="683">
                  <c:v>1.3660000000000001</c:v>
                </c:pt>
                <c:pt idx="684">
                  <c:v>1.3680000000000001</c:v>
                </c:pt>
                <c:pt idx="685">
                  <c:v>1.37</c:v>
                </c:pt>
                <c:pt idx="686">
                  <c:v>1.3720000000000001</c:v>
                </c:pt>
                <c:pt idx="687">
                  <c:v>1.3740000000000001</c:v>
                </c:pt>
                <c:pt idx="688">
                  <c:v>1.3759999999999999</c:v>
                </c:pt>
                <c:pt idx="689">
                  <c:v>1.3779999999999999</c:v>
                </c:pt>
                <c:pt idx="690">
                  <c:v>1.38</c:v>
                </c:pt>
                <c:pt idx="691">
                  <c:v>1.3819999999999999</c:v>
                </c:pt>
                <c:pt idx="692">
                  <c:v>1.3839999999999999</c:v>
                </c:pt>
                <c:pt idx="693">
                  <c:v>1.3859999999999999</c:v>
                </c:pt>
                <c:pt idx="694">
                  <c:v>1.3879999999999999</c:v>
                </c:pt>
                <c:pt idx="695">
                  <c:v>1.39</c:v>
                </c:pt>
                <c:pt idx="696">
                  <c:v>1.3919999999999999</c:v>
                </c:pt>
                <c:pt idx="697">
                  <c:v>1.3939999999999999</c:v>
                </c:pt>
                <c:pt idx="698">
                  <c:v>1.3959999999999999</c:v>
                </c:pt>
                <c:pt idx="699">
                  <c:v>1.3979999999999999</c:v>
                </c:pt>
                <c:pt idx="700">
                  <c:v>1.4</c:v>
                </c:pt>
                <c:pt idx="701">
                  <c:v>1.4019999999999999</c:v>
                </c:pt>
                <c:pt idx="702">
                  <c:v>1.4039999999999999</c:v>
                </c:pt>
                <c:pt idx="703">
                  <c:v>1.4059999999999999</c:v>
                </c:pt>
                <c:pt idx="704">
                  <c:v>1.4079999999999999</c:v>
                </c:pt>
                <c:pt idx="705">
                  <c:v>1.41</c:v>
                </c:pt>
                <c:pt idx="706">
                  <c:v>1.4119999999999999</c:v>
                </c:pt>
                <c:pt idx="707">
                  <c:v>1.4139999999999999</c:v>
                </c:pt>
                <c:pt idx="708">
                  <c:v>1.4159999999999999</c:v>
                </c:pt>
                <c:pt idx="709">
                  <c:v>1.4179999999999999</c:v>
                </c:pt>
                <c:pt idx="710">
                  <c:v>1.42</c:v>
                </c:pt>
                <c:pt idx="711">
                  <c:v>1.4219999999999999</c:v>
                </c:pt>
                <c:pt idx="712">
                  <c:v>1.4239999999999999</c:v>
                </c:pt>
                <c:pt idx="713">
                  <c:v>1.4259999999999999</c:v>
                </c:pt>
                <c:pt idx="714">
                  <c:v>1.4279999999999999</c:v>
                </c:pt>
                <c:pt idx="715">
                  <c:v>1.43</c:v>
                </c:pt>
                <c:pt idx="716">
                  <c:v>1.4319999999999999</c:v>
                </c:pt>
                <c:pt idx="717">
                  <c:v>1.4339999999999999</c:v>
                </c:pt>
                <c:pt idx="718">
                  <c:v>1.4359999999999999</c:v>
                </c:pt>
                <c:pt idx="719">
                  <c:v>1.4379999999999999</c:v>
                </c:pt>
                <c:pt idx="720">
                  <c:v>1.44</c:v>
                </c:pt>
                <c:pt idx="721">
                  <c:v>1.4419999999999999</c:v>
                </c:pt>
                <c:pt idx="722">
                  <c:v>1.444</c:v>
                </c:pt>
                <c:pt idx="723">
                  <c:v>1.446</c:v>
                </c:pt>
                <c:pt idx="724">
                  <c:v>1.448</c:v>
                </c:pt>
                <c:pt idx="725">
                  <c:v>1.45</c:v>
                </c:pt>
                <c:pt idx="726">
                  <c:v>1.452</c:v>
                </c:pt>
                <c:pt idx="727">
                  <c:v>1.454</c:v>
                </c:pt>
                <c:pt idx="728">
                  <c:v>1.456</c:v>
                </c:pt>
                <c:pt idx="729">
                  <c:v>1.458</c:v>
                </c:pt>
                <c:pt idx="730">
                  <c:v>1.46</c:v>
                </c:pt>
                <c:pt idx="731">
                  <c:v>1.462</c:v>
                </c:pt>
                <c:pt idx="732">
                  <c:v>1.464</c:v>
                </c:pt>
                <c:pt idx="733">
                  <c:v>1.466</c:v>
                </c:pt>
                <c:pt idx="734">
                  <c:v>1.468</c:v>
                </c:pt>
                <c:pt idx="735">
                  <c:v>1.47</c:v>
                </c:pt>
                <c:pt idx="736">
                  <c:v>1.472</c:v>
                </c:pt>
                <c:pt idx="737">
                  <c:v>1.474</c:v>
                </c:pt>
                <c:pt idx="738">
                  <c:v>1.476</c:v>
                </c:pt>
                <c:pt idx="739">
                  <c:v>1.478</c:v>
                </c:pt>
                <c:pt idx="740">
                  <c:v>1.48</c:v>
                </c:pt>
                <c:pt idx="741">
                  <c:v>1.482</c:v>
                </c:pt>
                <c:pt idx="742">
                  <c:v>1.484</c:v>
                </c:pt>
                <c:pt idx="743">
                  <c:v>1.486</c:v>
                </c:pt>
                <c:pt idx="744">
                  <c:v>1.488</c:v>
                </c:pt>
                <c:pt idx="745">
                  <c:v>1.49</c:v>
                </c:pt>
                <c:pt idx="746">
                  <c:v>1.492</c:v>
                </c:pt>
                <c:pt idx="747">
                  <c:v>1.494</c:v>
                </c:pt>
                <c:pt idx="748">
                  <c:v>1.496</c:v>
                </c:pt>
                <c:pt idx="749">
                  <c:v>1.498</c:v>
                </c:pt>
                <c:pt idx="750">
                  <c:v>1.5</c:v>
                </c:pt>
                <c:pt idx="751">
                  <c:v>1.502</c:v>
                </c:pt>
                <c:pt idx="752">
                  <c:v>1.504</c:v>
                </c:pt>
                <c:pt idx="753">
                  <c:v>1.506</c:v>
                </c:pt>
                <c:pt idx="754">
                  <c:v>1.508</c:v>
                </c:pt>
                <c:pt idx="755">
                  <c:v>1.51</c:v>
                </c:pt>
                <c:pt idx="756">
                  <c:v>1.512</c:v>
                </c:pt>
                <c:pt idx="757">
                  <c:v>1.514</c:v>
                </c:pt>
                <c:pt idx="758">
                  <c:v>1.516</c:v>
                </c:pt>
                <c:pt idx="759">
                  <c:v>1.518</c:v>
                </c:pt>
                <c:pt idx="760">
                  <c:v>1.52</c:v>
                </c:pt>
                <c:pt idx="761">
                  <c:v>1.522</c:v>
                </c:pt>
                <c:pt idx="762">
                  <c:v>1.524</c:v>
                </c:pt>
                <c:pt idx="763">
                  <c:v>1.526</c:v>
                </c:pt>
                <c:pt idx="764">
                  <c:v>1.528</c:v>
                </c:pt>
                <c:pt idx="765">
                  <c:v>1.53</c:v>
                </c:pt>
                <c:pt idx="766">
                  <c:v>1.532</c:v>
                </c:pt>
                <c:pt idx="767">
                  <c:v>1.534</c:v>
                </c:pt>
                <c:pt idx="768">
                  <c:v>1.536</c:v>
                </c:pt>
                <c:pt idx="769">
                  <c:v>1.538</c:v>
                </c:pt>
                <c:pt idx="770">
                  <c:v>1.54</c:v>
                </c:pt>
                <c:pt idx="771">
                  <c:v>1.542</c:v>
                </c:pt>
                <c:pt idx="772">
                  <c:v>1.544</c:v>
                </c:pt>
                <c:pt idx="773">
                  <c:v>1.546</c:v>
                </c:pt>
                <c:pt idx="774">
                  <c:v>1.548</c:v>
                </c:pt>
                <c:pt idx="775">
                  <c:v>1.55</c:v>
                </c:pt>
                <c:pt idx="776">
                  <c:v>1.552</c:v>
                </c:pt>
                <c:pt idx="777">
                  <c:v>1.554</c:v>
                </c:pt>
                <c:pt idx="778">
                  <c:v>1.556</c:v>
                </c:pt>
                <c:pt idx="779">
                  <c:v>1.5580000000000001</c:v>
                </c:pt>
                <c:pt idx="780">
                  <c:v>1.56</c:v>
                </c:pt>
                <c:pt idx="781">
                  <c:v>1.5620000000000001</c:v>
                </c:pt>
                <c:pt idx="782">
                  <c:v>1.5640000000000001</c:v>
                </c:pt>
                <c:pt idx="783">
                  <c:v>1.5660000000000001</c:v>
                </c:pt>
                <c:pt idx="784">
                  <c:v>1.5680000000000001</c:v>
                </c:pt>
                <c:pt idx="785">
                  <c:v>1.57</c:v>
                </c:pt>
                <c:pt idx="786">
                  <c:v>1.5720000000000001</c:v>
                </c:pt>
                <c:pt idx="787">
                  <c:v>1.5740000000000001</c:v>
                </c:pt>
                <c:pt idx="788">
                  <c:v>1.5760000000000001</c:v>
                </c:pt>
                <c:pt idx="789">
                  <c:v>1.5780000000000001</c:v>
                </c:pt>
                <c:pt idx="790">
                  <c:v>1.58</c:v>
                </c:pt>
                <c:pt idx="791">
                  <c:v>1.5820000000000001</c:v>
                </c:pt>
                <c:pt idx="792">
                  <c:v>1.5840000000000001</c:v>
                </c:pt>
                <c:pt idx="793">
                  <c:v>1.5860000000000001</c:v>
                </c:pt>
                <c:pt idx="794">
                  <c:v>1.5880000000000001</c:v>
                </c:pt>
                <c:pt idx="795">
                  <c:v>1.59</c:v>
                </c:pt>
                <c:pt idx="796">
                  <c:v>1.5920000000000001</c:v>
                </c:pt>
                <c:pt idx="797">
                  <c:v>1.5940000000000001</c:v>
                </c:pt>
                <c:pt idx="798">
                  <c:v>1.5960000000000001</c:v>
                </c:pt>
                <c:pt idx="799">
                  <c:v>1.5980000000000001</c:v>
                </c:pt>
                <c:pt idx="800">
                  <c:v>1.6</c:v>
                </c:pt>
                <c:pt idx="801">
                  <c:v>1.6020000000000001</c:v>
                </c:pt>
                <c:pt idx="802">
                  <c:v>1.6040000000000001</c:v>
                </c:pt>
                <c:pt idx="803">
                  <c:v>1.6060000000000001</c:v>
                </c:pt>
                <c:pt idx="804">
                  <c:v>1.6080000000000001</c:v>
                </c:pt>
                <c:pt idx="805">
                  <c:v>1.61</c:v>
                </c:pt>
                <c:pt idx="806">
                  <c:v>1.6120000000000001</c:v>
                </c:pt>
                <c:pt idx="807">
                  <c:v>1.6140000000000001</c:v>
                </c:pt>
                <c:pt idx="808">
                  <c:v>1.6160000000000001</c:v>
                </c:pt>
                <c:pt idx="809">
                  <c:v>1.6180000000000001</c:v>
                </c:pt>
                <c:pt idx="810">
                  <c:v>1.62</c:v>
                </c:pt>
                <c:pt idx="811">
                  <c:v>1.6220000000000001</c:v>
                </c:pt>
                <c:pt idx="812">
                  <c:v>1.6240000000000001</c:v>
                </c:pt>
                <c:pt idx="813">
                  <c:v>1.6259999999999999</c:v>
                </c:pt>
                <c:pt idx="814">
                  <c:v>1.6279999999999999</c:v>
                </c:pt>
                <c:pt idx="815">
                  <c:v>1.63</c:v>
                </c:pt>
                <c:pt idx="816">
                  <c:v>1.6319999999999999</c:v>
                </c:pt>
                <c:pt idx="817">
                  <c:v>1.6339999999999999</c:v>
                </c:pt>
                <c:pt idx="818">
                  <c:v>1.6359999999999999</c:v>
                </c:pt>
                <c:pt idx="819">
                  <c:v>1.6379999999999999</c:v>
                </c:pt>
                <c:pt idx="820">
                  <c:v>1.64</c:v>
                </c:pt>
                <c:pt idx="821">
                  <c:v>1.6419999999999999</c:v>
                </c:pt>
                <c:pt idx="822">
                  <c:v>1.6439999999999999</c:v>
                </c:pt>
                <c:pt idx="823">
                  <c:v>1.6459999999999999</c:v>
                </c:pt>
                <c:pt idx="824">
                  <c:v>1.6479999999999999</c:v>
                </c:pt>
                <c:pt idx="825">
                  <c:v>1.65</c:v>
                </c:pt>
                <c:pt idx="826">
                  <c:v>1.6519999999999999</c:v>
                </c:pt>
                <c:pt idx="827">
                  <c:v>1.6539999999999999</c:v>
                </c:pt>
                <c:pt idx="828">
                  <c:v>1.6559999999999999</c:v>
                </c:pt>
                <c:pt idx="829">
                  <c:v>1.6579999999999999</c:v>
                </c:pt>
                <c:pt idx="830">
                  <c:v>1.66</c:v>
                </c:pt>
                <c:pt idx="831">
                  <c:v>1.6619999999999999</c:v>
                </c:pt>
                <c:pt idx="832">
                  <c:v>1.6639999999999999</c:v>
                </c:pt>
                <c:pt idx="833">
                  <c:v>1.6659999999999999</c:v>
                </c:pt>
                <c:pt idx="834">
                  <c:v>1.6679999999999999</c:v>
                </c:pt>
                <c:pt idx="835">
                  <c:v>1.67</c:v>
                </c:pt>
                <c:pt idx="836">
                  <c:v>1.6719999999999999</c:v>
                </c:pt>
                <c:pt idx="837">
                  <c:v>1.6739999999999999</c:v>
                </c:pt>
                <c:pt idx="838">
                  <c:v>1.6759999999999999</c:v>
                </c:pt>
                <c:pt idx="839">
                  <c:v>1.6779999999999999</c:v>
                </c:pt>
                <c:pt idx="840">
                  <c:v>1.68</c:v>
                </c:pt>
                <c:pt idx="841">
                  <c:v>1.6819999999999999</c:v>
                </c:pt>
                <c:pt idx="842">
                  <c:v>1.6839999999999999</c:v>
                </c:pt>
                <c:pt idx="843">
                  <c:v>1.6859999999999999</c:v>
                </c:pt>
                <c:pt idx="844">
                  <c:v>1.6879999999999999</c:v>
                </c:pt>
                <c:pt idx="845">
                  <c:v>1.69</c:v>
                </c:pt>
                <c:pt idx="846">
                  <c:v>1.6919999999999999</c:v>
                </c:pt>
                <c:pt idx="847">
                  <c:v>1.694</c:v>
                </c:pt>
                <c:pt idx="848">
                  <c:v>1.696</c:v>
                </c:pt>
                <c:pt idx="849">
                  <c:v>1.698</c:v>
                </c:pt>
                <c:pt idx="850">
                  <c:v>1.7</c:v>
                </c:pt>
                <c:pt idx="851">
                  <c:v>1.702</c:v>
                </c:pt>
                <c:pt idx="852">
                  <c:v>1.704</c:v>
                </c:pt>
                <c:pt idx="853">
                  <c:v>1.706</c:v>
                </c:pt>
                <c:pt idx="854">
                  <c:v>1.708</c:v>
                </c:pt>
                <c:pt idx="855">
                  <c:v>1.71</c:v>
                </c:pt>
                <c:pt idx="856">
                  <c:v>1.712</c:v>
                </c:pt>
                <c:pt idx="857">
                  <c:v>1.714</c:v>
                </c:pt>
                <c:pt idx="858">
                  <c:v>1.716</c:v>
                </c:pt>
                <c:pt idx="859">
                  <c:v>1.718</c:v>
                </c:pt>
                <c:pt idx="860">
                  <c:v>1.72</c:v>
                </c:pt>
                <c:pt idx="861">
                  <c:v>1.722</c:v>
                </c:pt>
                <c:pt idx="862">
                  <c:v>1.724</c:v>
                </c:pt>
                <c:pt idx="863">
                  <c:v>1.726</c:v>
                </c:pt>
                <c:pt idx="864">
                  <c:v>1.728</c:v>
                </c:pt>
                <c:pt idx="865">
                  <c:v>1.73</c:v>
                </c:pt>
                <c:pt idx="866">
                  <c:v>1.732</c:v>
                </c:pt>
                <c:pt idx="867">
                  <c:v>1.734</c:v>
                </c:pt>
                <c:pt idx="868">
                  <c:v>1.736</c:v>
                </c:pt>
                <c:pt idx="869">
                  <c:v>1.738</c:v>
                </c:pt>
                <c:pt idx="870">
                  <c:v>1.74</c:v>
                </c:pt>
                <c:pt idx="871">
                  <c:v>1.742</c:v>
                </c:pt>
                <c:pt idx="872">
                  <c:v>1.744</c:v>
                </c:pt>
                <c:pt idx="873">
                  <c:v>1.746</c:v>
                </c:pt>
                <c:pt idx="874">
                  <c:v>1.748</c:v>
                </c:pt>
                <c:pt idx="875">
                  <c:v>1.75</c:v>
                </c:pt>
                <c:pt idx="876">
                  <c:v>1.752</c:v>
                </c:pt>
                <c:pt idx="877">
                  <c:v>1.754</c:v>
                </c:pt>
                <c:pt idx="878">
                  <c:v>1.756</c:v>
                </c:pt>
                <c:pt idx="879">
                  <c:v>1.758</c:v>
                </c:pt>
                <c:pt idx="880">
                  <c:v>1.76</c:v>
                </c:pt>
                <c:pt idx="881">
                  <c:v>1.762</c:v>
                </c:pt>
                <c:pt idx="882">
                  <c:v>1.764</c:v>
                </c:pt>
                <c:pt idx="883">
                  <c:v>1.766</c:v>
                </c:pt>
                <c:pt idx="884">
                  <c:v>1.768</c:v>
                </c:pt>
                <c:pt idx="885">
                  <c:v>1.77</c:v>
                </c:pt>
                <c:pt idx="886">
                  <c:v>1.772</c:v>
                </c:pt>
                <c:pt idx="887">
                  <c:v>1.774</c:v>
                </c:pt>
                <c:pt idx="888">
                  <c:v>1.776</c:v>
                </c:pt>
                <c:pt idx="889">
                  <c:v>1.778</c:v>
                </c:pt>
                <c:pt idx="890">
                  <c:v>1.78</c:v>
                </c:pt>
                <c:pt idx="891">
                  <c:v>1.782</c:v>
                </c:pt>
                <c:pt idx="892">
                  <c:v>1.784</c:v>
                </c:pt>
                <c:pt idx="893">
                  <c:v>1.786</c:v>
                </c:pt>
                <c:pt idx="894">
                  <c:v>1.788</c:v>
                </c:pt>
                <c:pt idx="895">
                  <c:v>1.79</c:v>
                </c:pt>
                <c:pt idx="896">
                  <c:v>1.792</c:v>
                </c:pt>
                <c:pt idx="897">
                  <c:v>1.794</c:v>
                </c:pt>
                <c:pt idx="898">
                  <c:v>1.796</c:v>
                </c:pt>
                <c:pt idx="899">
                  <c:v>1.798</c:v>
                </c:pt>
                <c:pt idx="900">
                  <c:v>1.8</c:v>
                </c:pt>
                <c:pt idx="901">
                  <c:v>1.802</c:v>
                </c:pt>
                <c:pt idx="902">
                  <c:v>1.804</c:v>
                </c:pt>
                <c:pt idx="903">
                  <c:v>1.806</c:v>
                </c:pt>
                <c:pt idx="904">
                  <c:v>1.8080000000000001</c:v>
                </c:pt>
                <c:pt idx="905">
                  <c:v>1.81</c:v>
                </c:pt>
                <c:pt idx="906">
                  <c:v>1.8120000000000001</c:v>
                </c:pt>
                <c:pt idx="907">
                  <c:v>1.8140000000000001</c:v>
                </c:pt>
                <c:pt idx="908">
                  <c:v>1.8160000000000001</c:v>
                </c:pt>
                <c:pt idx="909">
                  <c:v>1.8180000000000001</c:v>
                </c:pt>
                <c:pt idx="910">
                  <c:v>1.82</c:v>
                </c:pt>
                <c:pt idx="911">
                  <c:v>1.8220000000000001</c:v>
                </c:pt>
                <c:pt idx="912">
                  <c:v>1.8240000000000001</c:v>
                </c:pt>
                <c:pt idx="913">
                  <c:v>1.8260000000000001</c:v>
                </c:pt>
                <c:pt idx="914">
                  <c:v>1.8280000000000001</c:v>
                </c:pt>
                <c:pt idx="915">
                  <c:v>1.83</c:v>
                </c:pt>
                <c:pt idx="916">
                  <c:v>1.8320000000000001</c:v>
                </c:pt>
                <c:pt idx="917">
                  <c:v>1.8340000000000001</c:v>
                </c:pt>
                <c:pt idx="918">
                  <c:v>1.8360000000000001</c:v>
                </c:pt>
                <c:pt idx="919">
                  <c:v>1.8380000000000001</c:v>
                </c:pt>
                <c:pt idx="920">
                  <c:v>1.84</c:v>
                </c:pt>
                <c:pt idx="921">
                  <c:v>1.8420000000000001</c:v>
                </c:pt>
                <c:pt idx="922">
                  <c:v>1.8440000000000001</c:v>
                </c:pt>
                <c:pt idx="923">
                  <c:v>1.8460000000000001</c:v>
                </c:pt>
                <c:pt idx="924">
                  <c:v>1.8480000000000001</c:v>
                </c:pt>
                <c:pt idx="925">
                  <c:v>1.85</c:v>
                </c:pt>
                <c:pt idx="926">
                  <c:v>1.8520000000000001</c:v>
                </c:pt>
                <c:pt idx="927">
                  <c:v>1.8540000000000001</c:v>
                </c:pt>
                <c:pt idx="928">
                  <c:v>1.8560000000000001</c:v>
                </c:pt>
                <c:pt idx="929">
                  <c:v>1.8580000000000001</c:v>
                </c:pt>
                <c:pt idx="930">
                  <c:v>1.86</c:v>
                </c:pt>
                <c:pt idx="931">
                  <c:v>1.8620000000000001</c:v>
                </c:pt>
                <c:pt idx="932">
                  <c:v>1.8640000000000001</c:v>
                </c:pt>
                <c:pt idx="933">
                  <c:v>1.8660000000000001</c:v>
                </c:pt>
                <c:pt idx="934">
                  <c:v>1.8680000000000001</c:v>
                </c:pt>
                <c:pt idx="935">
                  <c:v>1.87</c:v>
                </c:pt>
                <c:pt idx="936">
                  <c:v>1.8720000000000001</c:v>
                </c:pt>
                <c:pt idx="937">
                  <c:v>1.8740000000000001</c:v>
                </c:pt>
                <c:pt idx="938">
                  <c:v>1.8759999999999999</c:v>
                </c:pt>
                <c:pt idx="939">
                  <c:v>1.8779999999999999</c:v>
                </c:pt>
                <c:pt idx="940">
                  <c:v>1.88</c:v>
                </c:pt>
                <c:pt idx="941">
                  <c:v>1.8819999999999999</c:v>
                </c:pt>
                <c:pt idx="942">
                  <c:v>1.8839999999999999</c:v>
                </c:pt>
                <c:pt idx="943">
                  <c:v>1.8859999999999999</c:v>
                </c:pt>
                <c:pt idx="944">
                  <c:v>1.8879999999999999</c:v>
                </c:pt>
                <c:pt idx="945">
                  <c:v>1.89</c:v>
                </c:pt>
                <c:pt idx="946">
                  <c:v>1.8919999999999999</c:v>
                </c:pt>
                <c:pt idx="947">
                  <c:v>1.8939999999999999</c:v>
                </c:pt>
                <c:pt idx="948">
                  <c:v>1.8959999999999999</c:v>
                </c:pt>
                <c:pt idx="949">
                  <c:v>1.8979999999999999</c:v>
                </c:pt>
                <c:pt idx="950">
                  <c:v>1.9</c:v>
                </c:pt>
                <c:pt idx="951">
                  <c:v>1.9019999999999999</c:v>
                </c:pt>
                <c:pt idx="952">
                  <c:v>1.9039999999999999</c:v>
                </c:pt>
                <c:pt idx="953">
                  <c:v>1.9059999999999999</c:v>
                </c:pt>
                <c:pt idx="954">
                  <c:v>1.9079999999999999</c:v>
                </c:pt>
                <c:pt idx="955">
                  <c:v>1.91</c:v>
                </c:pt>
                <c:pt idx="956">
                  <c:v>1.9119999999999999</c:v>
                </c:pt>
                <c:pt idx="957">
                  <c:v>1.9139999999999999</c:v>
                </c:pt>
                <c:pt idx="958">
                  <c:v>1.9159999999999999</c:v>
                </c:pt>
                <c:pt idx="959">
                  <c:v>1.9179999999999999</c:v>
                </c:pt>
                <c:pt idx="960">
                  <c:v>1.92</c:v>
                </c:pt>
                <c:pt idx="961">
                  <c:v>1.9219999999999999</c:v>
                </c:pt>
                <c:pt idx="962">
                  <c:v>1.9239999999999999</c:v>
                </c:pt>
                <c:pt idx="963">
                  <c:v>1.9259999999999999</c:v>
                </c:pt>
                <c:pt idx="964">
                  <c:v>1.9279999999999999</c:v>
                </c:pt>
                <c:pt idx="965">
                  <c:v>1.93</c:v>
                </c:pt>
                <c:pt idx="966">
                  <c:v>1.9319999999999999</c:v>
                </c:pt>
                <c:pt idx="967">
                  <c:v>1.9339999999999999</c:v>
                </c:pt>
                <c:pt idx="968">
                  <c:v>1.9359999999999999</c:v>
                </c:pt>
                <c:pt idx="969">
                  <c:v>1.9379999999999999</c:v>
                </c:pt>
                <c:pt idx="970">
                  <c:v>1.94</c:v>
                </c:pt>
                <c:pt idx="971">
                  <c:v>1.9419999999999999</c:v>
                </c:pt>
                <c:pt idx="972">
                  <c:v>1.944</c:v>
                </c:pt>
                <c:pt idx="973">
                  <c:v>1.946</c:v>
                </c:pt>
                <c:pt idx="974">
                  <c:v>1.948</c:v>
                </c:pt>
                <c:pt idx="975">
                  <c:v>1.95</c:v>
                </c:pt>
                <c:pt idx="976">
                  <c:v>1.952</c:v>
                </c:pt>
                <c:pt idx="977">
                  <c:v>1.954</c:v>
                </c:pt>
                <c:pt idx="978">
                  <c:v>1.956</c:v>
                </c:pt>
                <c:pt idx="979">
                  <c:v>1.958</c:v>
                </c:pt>
                <c:pt idx="980">
                  <c:v>1.96</c:v>
                </c:pt>
                <c:pt idx="981">
                  <c:v>1.962</c:v>
                </c:pt>
                <c:pt idx="982">
                  <c:v>1.964</c:v>
                </c:pt>
                <c:pt idx="983">
                  <c:v>1.966</c:v>
                </c:pt>
                <c:pt idx="984">
                  <c:v>1.968</c:v>
                </c:pt>
                <c:pt idx="985">
                  <c:v>1.97</c:v>
                </c:pt>
                <c:pt idx="986">
                  <c:v>1.972</c:v>
                </c:pt>
                <c:pt idx="987">
                  <c:v>1.974</c:v>
                </c:pt>
                <c:pt idx="988">
                  <c:v>1.976</c:v>
                </c:pt>
                <c:pt idx="989">
                  <c:v>1.978</c:v>
                </c:pt>
                <c:pt idx="990">
                  <c:v>1.98</c:v>
                </c:pt>
                <c:pt idx="991">
                  <c:v>1.982</c:v>
                </c:pt>
                <c:pt idx="992">
                  <c:v>1.984</c:v>
                </c:pt>
                <c:pt idx="993">
                  <c:v>1.986</c:v>
                </c:pt>
                <c:pt idx="994">
                  <c:v>1.988</c:v>
                </c:pt>
                <c:pt idx="995">
                  <c:v>1.99</c:v>
                </c:pt>
                <c:pt idx="996">
                  <c:v>1.992</c:v>
                </c:pt>
                <c:pt idx="997">
                  <c:v>1.994</c:v>
                </c:pt>
                <c:pt idx="998">
                  <c:v>1.996</c:v>
                </c:pt>
                <c:pt idx="999">
                  <c:v>1.998</c:v>
                </c:pt>
                <c:pt idx="1000">
                  <c:v>2</c:v>
                </c:pt>
                <c:pt idx="1001">
                  <c:v>2.0019999999999998</c:v>
                </c:pt>
                <c:pt idx="1002">
                  <c:v>2.004</c:v>
                </c:pt>
                <c:pt idx="1003">
                  <c:v>2.0059999999999998</c:v>
                </c:pt>
                <c:pt idx="1004">
                  <c:v>2.008</c:v>
                </c:pt>
                <c:pt idx="1005">
                  <c:v>2.0099999999999998</c:v>
                </c:pt>
                <c:pt idx="1006">
                  <c:v>2.012</c:v>
                </c:pt>
                <c:pt idx="1007">
                  <c:v>2.0139999999999998</c:v>
                </c:pt>
                <c:pt idx="1008">
                  <c:v>2.016</c:v>
                </c:pt>
                <c:pt idx="1009">
                  <c:v>2.0179999999999998</c:v>
                </c:pt>
                <c:pt idx="1010">
                  <c:v>2.02</c:v>
                </c:pt>
                <c:pt idx="1011">
                  <c:v>2.0219999999999998</c:v>
                </c:pt>
                <c:pt idx="1012">
                  <c:v>2.024</c:v>
                </c:pt>
                <c:pt idx="1013">
                  <c:v>2.0259999999999998</c:v>
                </c:pt>
                <c:pt idx="1014">
                  <c:v>2.028</c:v>
                </c:pt>
                <c:pt idx="1015">
                  <c:v>2.0299999999999998</c:v>
                </c:pt>
                <c:pt idx="1016">
                  <c:v>2.032</c:v>
                </c:pt>
                <c:pt idx="1017">
                  <c:v>2.0339999999999998</c:v>
                </c:pt>
                <c:pt idx="1018">
                  <c:v>2.036</c:v>
                </c:pt>
                <c:pt idx="1019">
                  <c:v>2.0379999999999998</c:v>
                </c:pt>
                <c:pt idx="1020">
                  <c:v>2.04</c:v>
                </c:pt>
                <c:pt idx="1021">
                  <c:v>2.0419999999999998</c:v>
                </c:pt>
                <c:pt idx="1022">
                  <c:v>2.044</c:v>
                </c:pt>
                <c:pt idx="1023">
                  <c:v>2.0459999999999998</c:v>
                </c:pt>
                <c:pt idx="1024">
                  <c:v>2.048</c:v>
                </c:pt>
                <c:pt idx="1025">
                  <c:v>2.0499999999999998</c:v>
                </c:pt>
                <c:pt idx="1026">
                  <c:v>2.052</c:v>
                </c:pt>
                <c:pt idx="1027">
                  <c:v>2.0539999999999998</c:v>
                </c:pt>
                <c:pt idx="1028">
                  <c:v>2.056</c:v>
                </c:pt>
                <c:pt idx="1029">
                  <c:v>2.0579999999999998</c:v>
                </c:pt>
                <c:pt idx="1030">
                  <c:v>2.06</c:v>
                </c:pt>
                <c:pt idx="1031">
                  <c:v>2.0619999999999998</c:v>
                </c:pt>
                <c:pt idx="1032">
                  <c:v>2.0640000000000001</c:v>
                </c:pt>
                <c:pt idx="1033">
                  <c:v>2.0659999999999998</c:v>
                </c:pt>
                <c:pt idx="1034">
                  <c:v>2.0680000000000001</c:v>
                </c:pt>
                <c:pt idx="1035">
                  <c:v>2.0699999999999998</c:v>
                </c:pt>
                <c:pt idx="1036">
                  <c:v>2.0720000000000001</c:v>
                </c:pt>
                <c:pt idx="1037">
                  <c:v>2.0739999999999998</c:v>
                </c:pt>
                <c:pt idx="1038">
                  <c:v>2.0760000000000001</c:v>
                </c:pt>
                <c:pt idx="1039">
                  <c:v>2.0779999999999998</c:v>
                </c:pt>
                <c:pt idx="1040">
                  <c:v>2.08</c:v>
                </c:pt>
                <c:pt idx="1041">
                  <c:v>2.0819999999999999</c:v>
                </c:pt>
                <c:pt idx="1042">
                  <c:v>2.0840000000000001</c:v>
                </c:pt>
                <c:pt idx="1043">
                  <c:v>2.0859999999999999</c:v>
                </c:pt>
                <c:pt idx="1044">
                  <c:v>2.0880000000000001</c:v>
                </c:pt>
                <c:pt idx="1045">
                  <c:v>2.09</c:v>
                </c:pt>
                <c:pt idx="1046">
                  <c:v>2.0920000000000001</c:v>
                </c:pt>
                <c:pt idx="1047">
                  <c:v>2.0939999999999999</c:v>
                </c:pt>
                <c:pt idx="1048">
                  <c:v>2.0960000000000001</c:v>
                </c:pt>
                <c:pt idx="1049">
                  <c:v>2.0979999999999999</c:v>
                </c:pt>
                <c:pt idx="1050">
                  <c:v>2.1</c:v>
                </c:pt>
                <c:pt idx="1051">
                  <c:v>2.1019999999999999</c:v>
                </c:pt>
                <c:pt idx="1052">
                  <c:v>2.1040000000000001</c:v>
                </c:pt>
                <c:pt idx="1053">
                  <c:v>2.1059999999999999</c:v>
                </c:pt>
                <c:pt idx="1054">
                  <c:v>2.1080000000000001</c:v>
                </c:pt>
                <c:pt idx="1055">
                  <c:v>2.11</c:v>
                </c:pt>
                <c:pt idx="1056">
                  <c:v>2.1120000000000001</c:v>
                </c:pt>
                <c:pt idx="1057">
                  <c:v>2.1139999999999999</c:v>
                </c:pt>
                <c:pt idx="1058">
                  <c:v>2.1160000000000001</c:v>
                </c:pt>
                <c:pt idx="1059">
                  <c:v>2.1179999999999999</c:v>
                </c:pt>
                <c:pt idx="1060">
                  <c:v>2.12</c:v>
                </c:pt>
                <c:pt idx="1061">
                  <c:v>2.1219999999999999</c:v>
                </c:pt>
                <c:pt idx="1062">
                  <c:v>2.1240000000000001</c:v>
                </c:pt>
                <c:pt idx="1063">
                  <c:v>2.1259999999999999</c:v>
                </c:pt>
                <c:pt idx="1064">
                  <c:v>2.1280000000000001</c:v>
                </c:pt>
                <c:pt idx="1065">
                  <c:v>2.13</c:v>
                </c:pt>
                <c:pt idx="1066">
                  <c:v>2.1320000000000001</c:v>
                </c:pt>
                <c:pt idx="1067">
                  <c:v>2.1339999999999999</c:v>
                </c:pt>
                <c:pt idx="1068">
                  <c:v>2.1360000000000001</c:v>
                </c:pt>
                <c:pt idx="1069">
                  <c:v>2.1379999999999999</c:v>
                </c:pt>
                <c:pt idx="1070">
                  <c:v>2.14</c:v>
                </c:pt>
                <c:pt idx="1071">
                  <c:v>2.1419999999999999</c:v>
                </c:pt>
                <c:pt idx="1072">
                  <c:v>2.1440000000000001</c:v>
                </c:pt>
                <c:pt idx="1073">
                  <c:v>2.1459999999999999</c:v>
                </c:pt>
                <c:pt idx="1074">
                  <c:v>2.1480000000000001</c:v>
                </c:pt>
                <c:pt idx="1075">
                  <c:v>2.15</c:v>
                </c:pt>
                <c:pt idx="1076">
                  <c:v>2.1520000000000001</c:v>
                </c:pt>
                <c:pt idx="1077">
                  <c:v>2.1539999999999999</c:v>
                </c:pt>
                <c:pt idx="1078">
                  <c:v>2.1560000000000001</c:v>
                </c:pt>
                <c:pt idx="1079">
                  <c:v>2.1579999999999999</c:v>
                </c:pt>
                <c:pt idx="1080">
                  <c:v>2.16</c:v>
                </c:pt>
                <c:pt idx="1081">
                  <c:v>2.1619999999999999</c:v>
                </c:pt>
                <c:pt idx="1082">
                  <c:v>2.1640000000000001</c:v>
                </c:pt>
                <c:pt idx="1083">
                  <c:v>2.1659999999999999</c:v>
                </c:pt>
                <c:pt idx="1084">
                  <c:v>2.1680000000000001</c:v>
                </c:pt>
                <c:pt idx="1085">
                  <c:v>2.17</c:v>
                </c:pt>
                <c:pt idx="1086">
                  <c:v>2.1720000000000002</c:v>
                </c:pt>
                <c:pt idx="1087">
                  <c:v>2.1739999999999999</c:v>
                </c:pt>
                <c:pt idx="1088">
                  <c:v>2.1760000000000002</c:v>
                </c:pt>
                <c:pt idx="1089">
                  <c:v>2.1779999999999999</c:v>
                </c:pt>
                <c:pt idx="1090">
                  <c:v>2.1800000000000002</c:v>
                </c:pt>
                <c:pt idx="1091">
                  <c:v>2.1819999999999999</c:v>
                </c:pt>
                <c:pt idx="1092">
                  <c:v>2.1840000000000002</c:v>
                </c:pt>
                <c:pt idx="1093">
                  <c:v>2.1859999999999999</c:v>
                </c:pt>
                <c:pt idx="1094">
                  <c:v>2.1880000000000002</c:v>
                </c:pt>
                <c:pt idx="1095">
                  <c:v>2.19</c:v>
                </c:pt>
                <c:pt idx="1096">
                  <c:v>2.1920000000000002</c:v>
                </c:pt>
                <c:pt idx="1097">
                  <c:v>2.194</c:v>
                </c:pt>
                <c:pt idx="1098">
                  <c:v>2.1960000000000002</c:v>
                </c:pt>
                <c:pt idx="1099">
                  <c:v>2.198</c:v>
                </c:pt>
                <c:pt idx="1100">
                  <c:v>2.2000000000000002</c:v>
                </c:pt>
                <c:pt idx="1101">
                  <c:v>2.202</c:v>
                </c:pt>
                <c:pt idx="1102">
                  <c:v>2.2040000000000002</c:v>
                </c:pt>
                <c:pt idx="1103">
                  <c:v>2.206</c:v>
                </c:pt>
                <c:pt idx="1104">
                  <c:v>2.2080000000000002</c:v>
                </c:pt>
                <c:pt idx="1105">
                  <c:v>2.21</c:v>
                </c:pt>
                <c:pt idx="1106">
                  <c:v>2.2120000000000002</c:v>
                </c:pt>
                <c:pt idx="1107">
                  <c:v>2.214</c:v>
                </c:pt>
                <c:pt idx="1108">
                  <c:v>2.2160000000000002</c:v>
                </c:pt>
                <c:pt idx="1109">
                  <c:v>2.218</c:v>
                </c:pt>
                <c:pt idx="1110">
                  <c:v>2.2200000000000002</c:v>
                </c:pt>
                <c:pt idx="1111">
                  <c:v>2.222</c:v>
                </c:pt>
                <c:pt idx="1112">
                  <c:v>2.2240000000000002</c:v>
                </c:pt>
                <c:pt idx="1113">
                  <c:v>2.226</c:v>
                </c:pt>
                <c:pt idx="1114">
                  <c:v>2.2280000000000002</c:v>
                </c:pt>
                <c:pt idx="1115">
                  <c:v>2.23</c:v>
                </c:pt>
                <c:pt idx="1116">
                  <c:v>2.2320000000000002</c:v>
                </c:pt>
                <c:pt idx="1117">
                  <c:v>2.234</c:v>
                </c:pt>
                <c:pt idx="1118">
                  <c:v>2.2360000000000002</c:v>
                </c:pt>
                <c:pt idx="1119">
                  <c:v>2.238</c:v>
                </c:pt>
                <c:pt idx="1120">
                  <c:v>2.2400000000000002</c:v>
                </c:pt>
                <c:pt idx="1121">
                  <c:v>2.242</c:v>
                </c:pt>
                <c:pt idx="1122">
                  <c:v>2.2440000000000002</c:v>
                </c:pt>
                <c:pt idx="1123">
                  <c:v>2.246</c:v>
                </c:pt>
                <c:pt idx="1124">
                  <c:v>2.2480000000000002</c:v>
                </c:pt>
                <c:pt idx="1125">
                  <c:v>2.25</c:v>
                </c:pt>
                <c:pt idx="1126">
                  <c:v>2.2519999999999998</c:v>
                </c:pt>
                <c:pt idx="1127">
                  <c:v>2.254</c:v>
                </c:pt>
                <c:pt idx="1128">
                  <c:v>2.2559999999999998</c:v>
                </c:pt>
                <c:pt idx="1129">
                  <c:v>2.258</c:v>
                </c:pt>
                <c:pt idx="1130">
                  <c:v>2.2599999999999998</c:v>
                </c:pt>
                <c:pt idx="1131">
                  <c:v>2.262</c:v>
                </c:pt>
                <c:pt idx="1132">
                  <c:v>2.2639999999999998</c:v>
                </c:pt>
                <c:pt idx="1133">
                  <c:v>2.266</c:v>
                </c:pt>
                <c:pt idx="1134">
                  <c:v>2.2679999999999998</c:v>
                </c:pt>
                <c:pt idx="1135">
                  <c:v>2.27</c:v>
                </c:pt>
                <c:pt idx="1136">
                  <c:v>2.2719999999999998</c:v>
                </c:pt>
                <c:pt idx="1137">
                  <c:v>2.274</c:v>
                </c:pt>
                <c:pt idx="1138">
                  <c:v>2.2759999999999998</c:v>
                </c:pt>
                <c:pt idx="1139">
                  <c:v>2.278</c:v>
                </c:pt>
                <c:pt idx="1140">
                  <c:v>2.2799999999999998</c:v>
                </c:pt>
                <c:pt idx="1141">
                  <c:v>2.282</c:v>
                </c:pt>
                <c:pt idx="1142">
                  <c:v>2.2839999999999998</c:v>
                </c:pt>
                <c:pt idx="1143">
                  <c:v>2.286</c:v>
                </c:pt>
                <c:pt idx="1144">
                  <c:v>2.2879999999999998</c:v>
                </c:pt>
                <c:pt idx="1145">
                  <c:v>2.29</c:v>
                </c:pt>
                <c:pt idx="1146">
                  <c:v>2.2919999999999998</c:v>
                </c:pt>
                <c:pt idx="1147">
                  <c:v>2.294</c:v>
                </c:pt>
                <c:pt idx="1148">
                  <c:v>2.2959999999999998</c:v>
                </c:pt>
                <c:pt idx="1149">
                  <c:v>2.298</c:v>
                </c:pt>
                <c:pt idx="1150">
                  <c:v>2.2999999999999998</c:v>
                </c:pt>
                <c:pt idx="1151">
                  <c:v>2.302</c:v>
                </c:pt>
                <c:pt idx="1152">
                  <c:v>2.3039999999999998</c:v>
                </c:pt>
                <c:pt idx="1153">
                  <c:v>2.306</c:v>
                </c:pt>
                <c:pt idx="1154">
                  <c:v>2.3079999999999998</c:v>
                </c:pt>
                <c:pt idx="1155">
                  <c:v>2.31</c:v>
                </c:pt>
                <c:pt idx="1156">
                  <c:v>2.3119999999999998</c:v>
                </c:pt>
                <c:pt idx="1157">
                  <c:v>2.3140000000000001</c:v>
                </c:pt>
                <c:pt idx="1158">
                  <c:v>2.3159999999999998</c:v>
                </c:pt>
                <c:pt idx="1159">
                  <c:v>2.3180000000000001</c:v>
                </c:pt>
                <c:pt idx="1160">
                  <c:v>2.3199999999999998</c:v>
                </c:pt>
                <c:pt idx="1161">
                  <c:v>2.3220000000000001</c:v>
                </c:pt>
                <c:pt idx="1162">
                  <c:v>2.3239999999999998</c:v>
                </c:pt>
                <c:pt idx="1163">
                  <c:v>2.3260000000000001</c:v>
                </c:pt>
                <c:pt idx="1164">
                  <c:v>2.3279999999999998</c:v>
                </c:pt>
                <c:pt idx="1165">
                  <c:v>2.33</c:v>
                </c:pt>
                <c:pt idx="1166">
                  <c:v>2.3319999999999999</c:v>
                </c:pt>
                <c:pt idx="1167">
                  <c:v>2.3340000000000001</c:v>
                </c:pt>
                <c:pt idx="1168">
                  <c:v>2.3359999999999999</c:v>
                </c:pt>
                <c:pt idx="1169">
                  <c:v>2.3380000000000001</c:v>
                </c:pt>
                <c:pt idx="1170">
                  <c:v>2.34</c:v>
                </c:pt>
                <c:pt idx="1171">
                  <c:v>2.3420000000000001</c:v>
                </c:pt>
                <c:pt idx="1172">
                  <c:v>2.3439999999999999</c:v>
                </c:pt>
                <c:pt idx="1173">
                  <c:v>2.3460000000000001</c:v>
                </c:pt>
                <c:pt idx="1174">
                  <c:v>2.3479999999999999</c:v>
                </c:pt>
                <c:pt idx="1175">
                  <c:v>2.35</c:v>
                </c:pt>
                <c:pt idx="1176">
                  <c:v>2.3519999999999999</c:v>
                </c:pt>
                <c:pt idx="1177">
                  <c:v>2.3540000000000001</c:v>
                </c:pt>
                <c:pt idx="1178">
                  <c:v>2.3559999999999999</c:v>
                </c:pt>
                <c:pt idx="1179">
                  <c:v>2.3580000000000001</c:v>
                </c:pt>
                <c:pt idx="1180">
                  <c:v>2.36</c:v>
                </c:pt>
                <c:pt idx="1181">
                  <c:v>2.3620000000000001</c:v>
                </c:pt>
                <c:pt idx="1182">
                  <c:v>2.3639999999999999</c:v>
                </c:pt>
                <c:pt idx="1183">
                  <c:v>2.3660000000000001</c:v>
                </c:pt>
                <c:pt idx="1184">
                  <c:v>2.3679999999999999</c:v>
                </c:pt>
                <c:pt idx="1185">
                  <c:v>2.37</c:v>
                </c:pt>
                <c:pt idx="1186">
                  <c:v>2.3719999999999999</c:v>
                </c:pt>
                <c:pt idx="1187">
                  <c:v>2.3740000000000001</c:v>
                </c:pt>
                <c:pt idx="1188">
                  <c:v>2.3759999999999999</c:v>
                </c:pt>
                <c:pt idx="1189">
                  <c:v>2.3780000000000001</c:v>
                </c:pt>
                <c:pt idx="1190">
                  <c:v>2.38</c:v>
                </c:pt>
                <c:pt idx="1191">
                  <c:v>2.3820000000000001</c:v>
                </c:pt>
                <c:pt idx="1192">
                  <c:v>2.3839999999999999</c:v>
                </c:pt>
                <c:pt idx="1193">
                  <c:v>2.3860000000000001</c:v>
                </c:pt>
                <c:pt idx="1194">
                  <c:v>2.3879999999999999</c:v>
                </c:pt>
                <c:pt idx="1195">
                  <c:v>2.39</c:v>
                </c:pt>
                <c:pt idx="1196">
                  <c:v>2.3919999999999999</c:v>
                </c:pt>
                <c:pt idx="1197">
                  <c:v>2.3940000000000001</c:v>
                </c:pt>
                <c:pt idx="1198">
                  <c:v>2.3959999999999999</c:v>
                </c:pt>
                <c:pt idx="1199">
                  <c:v>2.3980000000000001</c:v>
                </c:pt>
                <c:pt idx="1200">
                  <c:v>2.4</c:v>
                </c:pt>
                <c:pt idx="1201">
                  <c:v>2.4020000000000001</c:v>
                </c:pt>
                <c:pt idx="1202">
                  <c:v>2.4039999999999999</c:v>
                </c:pt>
                <c:pt idx="1203">
                  <c:v>2.4060000000000001</c:v>
                </c:pt>
                <c:pt idx="1204">
                  <c:v>2.4079999999999999</c:v>
                </c:pt>
                <c:pt idx="1205">
                  <c:v>2.41</c:v>
                </c:pt>
                <c:pt idx="1206">
                  <c:v>2.4119999999999999</c:v>
                </c:pt>
                <c:pt idx="1207">
                  <c:v>2.4140000000000001</c:v>
                </c:pt>
                <c:pt idx="1208">
                  <c:v>2.4159999999999999</c:v>
                </c:pt>
                <c:pt idx="1209">
                  <c:v>2.4180000000000001</c:v>
                </c:pt>
                <c:pt idx="1210">
                  <c:v>2.42</c:v>
                </c:pt>
                <c:pt idx="1211">
                  <c:v>2.4220000000000002</c:v>
                </c:pt>
                <c:pt idx="1212">
                  <c:v>2.4239999999999999</c:v>
                </c:pt>
                <c:pt idx="1213">
                  <c:v>2.4260000000000002</c:v>
                </c:pt>
                <c:pt idx="1214">
                  <c:v>2.4279999999999999</c:v>
                </c:pt>
                <c:pt idx="1215">
                  <c:v>2.4300000000000002</c:v>
                </c:pt>
                <c:pt idx="1216">
                  <c:v>2.4319999999999999</c:v>
                </c:pt>
                <c:pt idx="1217">
                  <c:v>2.4340000000000002</c:v>
                </c:pt>
                <c:pt idx="1218">
                  <c:v>2.4359999999999999</c:v>
                </c:pt>
                <c:pt idx="1219">
                  <c:v>2.4380000000000002</c:v>
                </c:pt>
                <c:pt idx="1220">
                  <c:v>2.44</c:v>
                </c:pt>
                <c:pt idx="1221">
                  <c:v>2.4420000000000002</c:v>
                </c:pt>
                <c:pt idx="1222">
                  <c:v>2.444</c:v>
                </c:pt>
                <c:pt idx="1223">
                  <c:v>2.4460000000000002</c:v>
                </c:pt>
                <c:pt idx="1224">
                  <c:v>2.448</c:v>
                </c:pt>
                <c:pt idx="1225">
                  <c:v>2.4500000000000002</c:v>
                </c:pt>
                <c:pt idx="1226">
                  <c:v>2.452</c:v>
                </c:pt>
                <c:pt idx="1227">
                  <c:v>2.4540000000000002</c:v>
                </c:pt>
                <c:pt idx="1228">
                  <c:v>2.456</c:v>
                </c:pt>
                <c:pt idx="1229">
                  <c:v>2.4580000000000002</c:v>
                </c:pt>
                <c:pt idx="1230">
                  <c:v>2.46</c:v>
                </c:pt>
                <c:pt idx="1231">
                  <c:v>2.4620000000000002</c:v>
                </c:pt>
                <c:pt idx="1232">
                  <c:v>2.464</c:v>
                </c:pt>
                <c:pt idx="1233">
                  <c:v>2.4660000000000002</c:v>
                </c:pt>
                <c:pt idx="1234">
                  <c:v>2.468</c:v>
                </c:pt>
                <c:pt idx="1235">
                  <c:v>2.4700000000000002</c:v>
                </c:pt>
                <c:pt idx="1236">
                  <c:v>2.472</c:v>
                </c:pt>
                <c:pt idx="1237">
                  <c:v>2.4740000000000002</c:v>
                </c:pt>
                <c:pt idx="1238">
                  <c:v>2.476</c:v>
                </c:pt>
                <c:pt idx="1239">
                  <c:v>2.4780000000000002</c:v>
                </c:pt>
                <c:pt idx="1240">
                  <c:v>2.48</c:v>
                </c:pt>
                <c:pt idx="1241">
                  <c:v>2.4820000000000002</c:v>
                </c:pt>
                <c:pt idx="1242">
                  <c:v>2.484</c:v>
                </c:pt>
                <c:pt idx="1243">
                  <c:v>2.4860000000000002</c:v>
                </c:pt>
                <c:pt idx="1244">
                  <c:v>2.488</c:v>
                </c:pt>
                <c:pt idx="1245">
                  <c:v>2.4900000000000002</c:v>
                </c:pt>
                <c:pt idx="1246">
                  <c:v>2.492</c:v>
                </c:pt>
                <c:pt idx="1247">
                  <c:v>2.4940000000000002</c:v>
                </c:pt>
                <c:pt idx="1248">
                  <c:v>2.496</c:v>
                </c:pt>
                <c:pt idx="1249">
                  <c:v>2.4980000000000002</c:v>
                </c:pt>
                <c:pt idx="1250">
                  <c:v>2.5</c:v>
                </c:pt>
                <c:pt idx="1251">
                  <c:v>2.5019999999999998</c:v>
                </c:pt>
                <c:pt idx="1252">
                  <c:v>2.504</c:v>
                </c:pt>
                <c:pt idx="1253">
                  <c:v>2.5059999999999998</c:v>
                </c:pt>
                <c:pt idx="1254">
                  <c:v>2.508</c:v>
                </c:pt>
                <c:pt idx="1255">
                  <c:v>2.5099999999999998</c:v>
                </c:pt>
                <c:pt idx="1256">
                  <c:v>2.512</c:v>
                </c:pt>
                <c:pt idx="1257">
                  <c:v>2.5139999999999998</c:v>
                </c:pt>
                <c:pt idx="1258">
                  <c:v>2.516</c:v>
                </c:pt>
                <c:pt idx="1259">
                  <c:v>2.5179999999999998</c:v>
                </c:pt>
                <c:pt idx="1260">
                  <c:v>2.52</c:v>
                </c:pt>
                <c:pt idx="1261">
                  <c:v>2.5219999999999998</c:v>
                </c:pt>
                <c:pt idx="1262">
                  <c:v>2.524</c:v>
                </c:pt>
                <c:pt idx="1263">
                  <c:v>2.5259999999999998</c:v>
                </c:pt>
                <c:pt idx="1264">
                  <c:v>2.528</c:v>
                </c:pt>
                <c:pt idx="1265">
                  <c:v>2.5299999999999998</c:v>
                </c:pt>
                <c:pt idx="1266">
                  <c:v>2.532</c:v>
                </c:pt>
                <c:pt idx="1267">
                  <c:v>2.5339999999999998</c:v>
                </c:pt>
                <c:pt idx="1268">
                  <c:v>2.536</c:v>
                </c:pt>
                <c:pt idx="1269">
                  <c:v>2.5379999999999998</c:v>
                </c:pt>
                <c:pt idx="1270">
                  <c:v>2.54</c:v>
                </c:pt>
                <c:pt idx="1271">
                  <c:v>2.5419999999999998</c:v>
                </c:pt>
                <c:pt idx="1272">
                  <c:v>2.544</c:v>
                </c:pt>
                <c:pt idx="1273">
                  <c:v>2.5459999999999998</c:v>
                </c:pt>
                <c:pt idx="1274">
                  <c:v>2.548</c:v>
                </c:pt>
                <c:pt idx="1275">
                  <c:v>2.5499999999999998</c:v>
                </c:pt>
                <c:pt idx="1276">
                  <c:v>2.552</c:v>
                </c:pt>
                <c:pt idx="1277">
                  <c:v>2.5539999999999998</c:v>
                </c:pt>
                <c:pt idx="1278">
                  <c:v>2.556</c:v>
                </c:pt>
                <c:pt idx="1279">
                  <c:v>2.5579999999999998</c:v>
                </c:pt>
                <c:pt idx="1280">
                  <c:v>2.56</c:v>
                </c:pt>
                <c:pt idx="1281">
                  <c:v>2.5619999999999998</c:v>
                </c:pt>
                <c:pt idx="1282">
                  <c:v>2.5640000000000001</c:v>
                </c:pt>
                <c:pt idx="1283">
                  <c:v>2.5659999999999998</c:v>
                </c:pt>
                <c:pt idx="1284">
                  <c:v>2.5680000000000001</c:v>
                </c:pt>
                <c:pt idx="1285">
                  <c:v>2.57</c:v>
                </c:pt>
                <c:pt idx="1286">
                  <c:v>2.5720000000000001</c:v>
                </c:pt>
                <c:pt idx="1287">
                  <c:v>2.5739999999999998</c:v>
                </c:pt>
                <c:pt idx="1288">
                  <c:v>2.5760000000000001</c:v>
                </c:pt>
                <c:pt idx="1289">
                  <c:v>2.5779999999999998</c:v>
                </c:pt>
                <c:pt idx="1290">
                  <c:v>2.58</c:v>
                </c:pt>
                <c:pt idx="1291">
                  <c:v>2.5819999999999999</c:v>
                </c:pt>
                <c:pt idx="1292">
                  <c:v>2.5840000000000001</c:v>
                </c:pt>
                <c:pt idx="1293">
                  <c:v>2.5859999999999999</c:v>
                </c:pt>
                <c:pt idx="1294">
                  <c:v>2.5880000000000001</c:v>
                </c:pt>
                <c:pt idx="1295">
                  <c:v>2.59</c:v>
                </c:pt>
                <c:pt idx="1296">
                  <c:v>2.5920000000000001</c:v>
                </c:pt>
                <c:pt idx="1297">
                  <c:v>2.5939999999999999</c:v>
                </c:pt>
                <c:pt idx="1298">
                  <c:v>2.5960000000000001</c:v>
                </c:pt>
                <c:pt idx="1299">
                  <c:v>2.5979999999999999</c:v>
                </c:pt>
                <c:pt idx="1300">
                  <c:v>2.6</c:v>
                </c:pt>
                <c:pt idx="1301">
                  <c:v>2.6019999999999999</c:v>
                </c:pt>
                <c:pt idx="1302">
                  <c:v>2.6040000000000001</c:v>
                </c:pt>
                <c:pt idx="1303">
                  <c:v>2.6059999999999999</c:v>
                </c:pt>
                <c:pt idx="1304">
                  <c:v>2.6080000000000001</c:v>
                </c:pt>
                <c:pt idx="1305">
                  <c:v>2.61</c:v>
                </c:pt>
                <c:pt idx="1306">
                  <c:v>2.6120000000000001</c:v>
                </c:pt>
                <c:pt idx="1307">
                  <c:v>2.6139999999999999</c:v>
                </c:pt>
                <c:pt idx="1308">
                  <c:v>2.6160000000000001</c:v>
                </c:pt>
                <c:pt idx="1309">
                  <c:v>2.6179999999999999</c:v>
                </c:pt>
                <c:pt idx="1310">
                  <c:v>2.62</c:v>
                </c:pt>
                <c:pt idx="1311">
                  <c:v>2.6219999999999999</c:v>
                </c:pt>
                <c:pt idx="1312">
                  <c:v>2.6240000000000001</c:v>
                </c:pt>
                <c:pt idx="1313">
                  <c:v>2.6259999999999999</c:v>
                </c:pt>
                <c:pt idx="1314">
                  <c:v>2.6280000000000001</c:v>
                </c:pt>
                <c:pt idx="1315">
                  <c:v>2.63</c:v>
                </c:pt>
                <c:pt idx="1316">
                  <c:v>2.6320000000000001</c:v>
                </c:pt>
                <c:pt idx="1317">
                  <c:v>2.6339999999999999</c:v>
                </c:pt>
                <c:pt idx="1318">
                  <c:v>2.6360000000000001</c:v>
                </c:pt>
                <c:pt idx="1319">
                  <c:v>2.6379999999999999</c:v>
                </c:pt>
                <c:pt idx="1320">
                  <c:v>2.64</c:v>
                </c:pt>
                <c:pt idx="1321">
                  <c:v>2.6419999999999999</c:v>
                </c:pt>
                <c:pt idx="1322">
                  <c:v>2.6440000000000001</c:v>
                </c:pt>
                <c:pt idx="1323">
                  <c:v>2.6459999999999999</c:v>
                </c:pt>
                <c:pt idx="1324">
                  <c:v>2.6480000000000001</c:v>
                </c:pt>
                <c:pt idx="1325">
                  <c:v>2.65</c:v>
                </c:pt>
                <c:pt idx="1326">
                  <c:v>2.6520000000000001</c:v>
                </c:pt>
                <c:pt idx="1327">
                  <c:v>2.6539999999999999</c:v>
                </c:pt>
                <c:pt idx="1328">
                  <c:v>2.6560000000000001</c:v>
                </c:pt>
                <c:pt idx="1329">
                  <c:v>2.6579999999999999</c:v>
                </c:pt>
                <c:pt idx="1330">
                  <c:v>2.66</c:v>
                </c:pt>
                <c:pt idx="1331">
                  <c:v>2.6619999999999999</c:v>
                </c:pt>
                <c:pt idx="1332">
                  <c:v>2.6640000000000001</c:v>
                </c:pt>
                <c:pt idx="1333">
                  <c:v>2.6659999999999999</c:v>
                </c:pt>
                <c:pt idx="1334">
                  <c:v>2.6680000000000001</c:v>
                </c:pt>
                <c:pt idx="1335">
                  <c:v>2.67</c:v>
                </c:pt>
                <c:pt idx="1336">
                  <c:v>2.6720000000000002</c:v>
                </c:pt>
                <c:pt idx="1337">
                  <c:v>2.6739999999999999</c:v>
                </c:pt>
                <c:pt idx="1338">
                  <c:v>2.6760000000000002</c:v>
                </c:pt>
                <c:pt idx="1339">
                  <c:v>2.6779999999999999</c:v>
                </c:pt>
                <c:pt idx="1340">
                  <c:v>2.68</c:v>
                </c:pt>
                <c:pt idx="1341">
                  <c:v>2.6819999999999999</c:v>
                </c:pt>
                <c:pt idx="1342">
                  <c:v>2.6840000000000002</c:v>
                </c:pt>
                <c:pt idx="1343">
                  <c:v>2.6859999999999999</c:v>
                </c:pt>
                <c:pt idx="1344">
                  <c:v>2.6880000000000002</c:v>
                </c:pt>
                <c:pt idx="1345">
                  <c:v>2.69</c:v>
                </c:pt>
                <c:pt idx="1346">
                  <c:v>2.6920000000000002</c:v>
                </c:pt>
                <c:pt idx="1347">
                  <c:v>2.694</c:v>
                </c:pt>
                <c:pt idx="1348">
                  <c:v>2.6960000000000002</c:v>
                </c:pt>
                <c:pt idx="1349">
                  <c:v>2.698</c:v>
                </c:pt>
                <c:pt idx="1350">
                  <c:v>2.7</c:v>
                </c:pt>
                <c:pt idx="1351">
                  <c:v>2.702</c:v>
                </c:pt>
                <c:pt idx="1352">
                  <c:v>2.7040000000000002</c:v>
                </c:pt>
                <c:pt idx="1353">
                  <c:v>2.706</c:v>
                </c:pt>
                <c:pt idx="1354">
                  <c:v>2.7080000000000002</c:v>
                </c:pt>
                <c:pt idx="1355">
                  <c:v>2.71</c:v>
                </c:pt>
                <c:pt idx="1356">
                  <c:v>2.7120000000000002</c:v>
                </c:pt>
                <c:pt idx="1357">
                  <c:v>2.714</c:v>
                </c:pt>
                <c:pt idx="1358">
                  <c:v>2.7160000000000002</c:v>
                </c:pt>
                <c:pt idx="1359">
                  <c:v>2.718</c:v>
                </c:pt>
                <c:pt idx="1360">
                  <c:v>2.72</c:v>
                </c:pt>
                <c:pt idx="1361">
                  <c:v>2.722</c:v>
                </c:pt>
                <c:pt idx="1362">
                  <c:v>2.7240000000000002</c:v>
                </c:pt>
                <c:pt idx="1363">
                  <c:v>2.726</c:v>
                </c:pt>
                <c:pt idx="1364">
                  <c:v>2.7280000000000002</c:v>
                </c:pt>
                <c:pt idx="1365">
                  <c:v>2.73</c:v>
                </c:pt>
                <c:pt idx="1366">
                  <c:v>2.7320000000000002</c:v>
                </c:pt>
                <c:pt idx="1367">
                  <c:v>2.734</c:v>
                </c:pt>
                <c:pt idx="1368">
                  <c:v>2.7360000000000002</c:v>
                </c:pt>
                <c:pt idx="1369">
                  <c:v>2.738</c:v>
                </c:pt>
                <c:pt idx="1370">
                  <c:v>2.74</c:v>
                </c:pt>
                <c:pt idx="1371">
                  <c:v>2.742</c:v>
                </c:pt>
                <c:pt idx="1372">
                  <c:v>2.7440000000000002</c:v>
                </c:pt>
                <c:pt idx="1373">
                  <c:v>2.746</c:v>
                </c:pt>
                <c:pt idx="1374">
                  <c:v>2.7480000000000002</c:v>
                </c:pt>
                <c:pt idx="1375">
                  <c:v>2.75</c:v>
                </c:pt>
                <c:pt idx="1376">
                  <c:v>2.7519999999999998</c:v>
                </c:pt>
                <c:pt idx="1377">
                  <c:v>2.754</c:v>
                </c:pt>
                <c:pt idx="1378">
                  <c:v>2.7559999999999998</c:v>
                </c:pt>
                <c:pt idx="1379">
                  <c:v>2.758</c:v>
                </c:pt>
                <c:pt idx="1380">
                  <c:v>2.76</c:v>
                </c:pt>
                <c:pt idx="1381">
                  <c:v>2.762</c:v>
                </c:pt>
                <c:pt idx="1382">
                  <c:v>2.7639999999999998</c:v>
                </c:pt>
                <c:pt idx="1383">
                  <c:v>2.766</c:v>
                </c:pt>
                <c:pt idx="1384">
                  <c:v>2.7679999999999998</c:v>
                </c:pt>
                <c:pt idx="1385">
                  <c:v>2.77</c:v>
                </c:pt>
                <c:pt idx="1386">
                  <c:v>2.7719999999999998</c:v>
                </c:pt>
                <c:pt idx="1387">
                  <c:v>2.774</c:v>
                </c:pt>
                <c:pt idx="1388">
                  <c:v>2.7759999999999998</c:v>
                </c:pt>
                <c:pt idx="1389">
                  <c:v>2.778</c:v>
                </c:pt>
                <c:pt idx="1390">
                  <c:v>2.78</c:v>
                </c:pt>
                <c:pt idx="1391">
                  <c:v>2.782</c:v>
                </c:pt>
                <c:pt idx="1392">
                  <c:v>2.7839999999999998</c:v>
                </c:pt>
                <c:pt idx="1393">
                  <c:v>2.786</c:v>
                </c:pt>
                <c:pt idx="1394">
                  <c:v>2.7879999999999998</c:v>
                </c:pt>
                <c:pt idx="1395">
                  <c:v>2.79</c:v>
                </c:pt>
                <c:pt idx="1396">
                  <c:v>2.7919999999999998</c:v>
                </c:pt>
                <c:pt idx="1397">
                  <c:v>2.794</c:v>
                </c:pt>
                <c:pt idx="1398">
                  <c:v>2.7959999999999998</c:v>
                </c:pt>
                <c:pt idx="1399">
                  <c:v>2.798</c:v>
                </c:pt>
                <c:pt idx="1400">
                  <c:v>2.8</c:v>
                </c:pt>
                <c:pt idx="1401">
                  <c:v>2.802</c:v>
                </c:pt>
                <c:pt idx="1402">
                  <c:v>2.8039999999999998</c:v>
                </c:pt>
                <c:pt idx="1403">
                  <c:v>2.806</c:v>
                </c:pt>
                <c:pt idx="1404">
                  <c:v>2.8079999999999998</c:v>
                </c:pt>
                <c:pt idx="1405">
                  <c:v>2.81</c:v>
                </c:pt>
                <c:pt idx="1406">
                  <c:v>2.8119999999999998</c:v>
                </c:pt>
                <c:pt idx="1407">
                  <c:v>2.8140000000000001</c:v>
                </c:pt>
                <c:pt idx="1408">
                  <c:v>2.8159999999999998</c:v>
                </c:pt>
                <c:pt idx="1409">
                  <c:v>2.8180000000000001</c:v>
                </c:pt>
                <c:pt idx="1410">
                  <c:v>2.82</c:v>
                </c:pt>
                <c:pt idx="1411">
                  <c:v>2.8220000000000001</c:v>
                </c:pt>
                <c:pt idx="1412">
                  <c:v>2.8239999999999998</c:v>
                </c:pt>
                <c:pt idx="1413">
                  <c:v>2.8260000000000001</c:v>
                </c:pt>
                <c:pt idx="1414">
                  <c:v>2.8279999999999998</c:v>
                </c:pt>
                <c:pt idx="1415">
                  <c:v>2.83</c:v>
                </c:pt>
                <c:pt idx="1416">
                  <c:v>2.8319999999999999</c:v>
                </c:pt>
                <c:pt idx="1417">
                  <c:v>2.8340000000000001</c:v>
                </c:pt>
                <c:pt idx="1418">
                  <c:v>2.8359999999999999</c:v>
                </c:pt>
                <c:pt idx="1419">
                  <c:v>2.8380000000000001</c:v>
                </c:pt>
                <c:pt idx="1420">
                  <c:v>2.84</c:v>
                </c:pt>
                <c:pt idx="1421">
                  <c:v>2.8420000000000001</c:v>
                </c:pt>
                <c:pt idx="1422">
                  <c:v>2.8439999999999999</c:v>
                </c:pt>
                <c:pt idx="1423">
                  <c:v>2.8460000000000001</c:v>
                </c:pt>
                <c:pt idx="1424">
                  <c:v>2.8479999999999999</c:v>
                </c:pt>
                <c:pt idx="1425">
                  <c:v>2.85</c:v>
                </c:pt>
                <c:pt idx="1426">
                  <c:v>2.8519999999999999</c:v>
                </c:pt>
                <c:pt idx="1427">
                  <c:v>2.8540000000000001</c:v>
                </c:pt>
                <c:pt idx="1428">
                  <c:v>2.8559999999999999</c:v>
                </c:pt>
                <c:pt idx="1429">
                  <c:v>2.8580000000000001</c:v>
                </c:pt>
                <c:pt idx="1430">
                  <c:v>2.86</c:v>
                </c:pt>
                <c:pt idx="1431">
                  <c:v>2.8620000000000001</c:v>
                </c:pt>
                <c:pt idx="1432">
                  <c:v>2.8639999999999999</c:v>
                </c:pt>
                <c:pt idx="1433">
                  <c:v>2.8660000000000001</c:v>
                </c:pt>
                <c:pt idx="1434">
                  <c:v>2.8679999999999999</c:v>
                </c:pt>
                <c:pt idx="1435">
                  <c:v>2.87</c:v>
                </c:pt>
                <c:pt idx="1436">
                  <c:v>2.8719999999999999</c:v>
                </c:pt>
                <c:pt idx="1437">
                  <c:v>2.8740000000000001</c:v>
                </c:pt>
                <c:pt idx="1438">
                  <c:v>2.8759999999999999</c:v>
                </c:pt>
                <c:pt idx="1439">
                  <c:v>2.8780000000000001</c:v>
                </c:pt>
                <c:pt idx="1440">
                  <c:v>2.88</c:v>
                </c:pt>
                <c:pt idx="1441">
                  <c:v>2.8820000000000001</c:v>
                </c:pt>
                <c:pt idx="1442">
                  <c:v>2.8839999999999999</c:v>
                </c:pt>
                <c:pt idx="1443">
                  <c:v>2.8860000000000001</c:v>
                </c:pt>
                <c:pt idx="1444">
                  <c:v>2.8879999999999999</c:v>
                </c:pt>
                <c:pt idx="1445">
                  <c:v>2.89</c:v>
                </c:pt>
                <c:pt idx="1446">
                  <c:v>2.8919999999999999</c:v>
                </c:pt>
                <c:pt idx="1447">
                  <c:v>2.8940000000000001</c:v>
                </c:pt>
                <c:pt idx="1448">
                  <c:v>2.8959999999999999</c:v>
                </c:pt>
                <c:pt idx="1449">
                  <c:v>2.8980000000000001</c:v>
                </c:pt>
                <c:pt idx="1450">
                  <c:v>2.9</c:v>
                </c:pt>
                <c:pt idx="1451">
                  <c:v>2.9020000000000001</c:v>
                </c:pt>
                <c:pt idx="1452">
                  <c:v>2.9039999999999999</c:v>
                </c:pt>
                <c:pt idx="1453">
                  <c:v>2.9060000000000001</c:v>
                </c:pt>
                <c:pt idx="1454">
                  <c:v>2.9079999999999999</c:v>
                </c:pt>
                <c:pt idx="1455">
                  <c:v>2.91</c:v>
                </c:pt>
                <c:pt idx="1456">
                  <c:v>2.9119999999999999</c:v>
                </c:pt>
                <c:pt idx="1457">
                  <c:v>2.9140000000000001</c:v>
                </c:pt>
                <c:pt idx="1458">
                  <c:v>2.9159999999999999</c:v>
                </c:pt>
                <c:pt idx="1459">
                  <c:v>2.9180000000000001</c:v>
                </c:pt>
                <c:pt idx="1460">
                  <c:v>2.92</c:v>
                </c:pt>
                <c:pt idx="1461">
                  <c:v>2.9220000000000002</c:v>
                </c:pt>
                <c:pt idx="1462">
                  <c:v>2.9239999999999999</c:v>
                </c:pt>
                <c:pt idx="1463">
                  <c:v>2.9260000000000002</c:v>
                </c:pt>
                <c:pt idx="1464">
                  <c:v>2.9279999999999999</c:v>
                </c:pt>
                <c:pt idx="1465">
                  <c:v>2.93</c:v>
                </c:pt>
                <c:pt idx="1466">
                  <c:v>2.9319999999999999</c:v>
                </c:pt>
                <c:pt idx="1467">
                  <c:v>2.9340000000000002</c:v>
                </c:pt>
                <c:pt idx="1468">
                  <c:v>2.9359999999999999</c:v>
                </c:pt>
                <c:pt idx="1469">
                  <c:v>2.9380000000000002</c:v>
                </c:pt>
                <c:pt idx="1470">
                  <c:v>2.94</c:v>
                </c:pt>
                <c:pt idx="1471">
                  <c:v>2.9420000000000002</c:v>
                </c:pt>
                <c:pt idx="1472">
                  <c:v>2.944</c:v>
                </c:pt>
                <c:pt idx="1473">
                  <c:v>2.9460000000000002</c:v>
                </c:pt>
                <c:pt idx="1474">
                  <c:v>2.948</c:v>
                </c:pt>
                <c:pt idx="1475">
                  <c:v>2.95</c:v>
                </c:pt>
                <c:pt idx="1476">
                  <c:v>2.952</c:v>
                </c:pt>
                <c:pt idx="1477">
                  <c:v>2.9540000000000002</c:v>
                </c:pt>
                <c:pt idx="1478">
                  <c:v>2.956</c:v>
                </c:pt>
                <c:pt idx="1479">
                  <c:v>2.9580000000000002</c:v>
                </c:pt>
                <c:pt idx="1480">
                  <c:v>2.96</c:v>
                </c:pt>
                <c:pt idx="1481">
                  <c:v>2.9620000000000002</c:v>
                </c:pt>
                <c:pt idx="1482">
                  <c:v>2.964</c:v>
                </c:pt>
                <c:pt idx="1483">
                  <c:v>2.9660000000000002</c:v>
                </c:pt>
                <c:pt idx="1484">
                  <c:v>2.968</c:v>
                </c:pt>
                <c:pt idx="1485">
                  <c:v>2.97</c:v>
                </c:pt>
                <c:pt idx="1486">
                  <c:v>2.972</c:v>
                </c:pt>
                <c:pt idx="1487">
                  <c:v>2.9740000000000002</c:v>
                </c:pt>
                <c:pt idx="1488">
                  <c:v>2.976</c:v>
                </c:pt>
                <c:pt idx="1489">
                  <c:v>2.9780000000000002</c:v>
                </c:pt>
                <c:pt idx="1490">
                  <c:v>2.98</c:v>
                </c:pt>
                <c:pt idx="1491">
                  <c:v>2.9820000000000002</c:v>
                </c:pt>
                <c:pt idx="1492">
                  <c:v>2.984</c:v>
                </c:pt>
                <c:pt idx="1493">
                  <c:v>2.9860000000000002</c:v>
                </c:pt>
                <c:pt idx="1494">
                  <c:v>2.988</c:v>
                </c:pt>
                <c:pt idx="1495">
                  <c:v>2.99</c:v>
                </c:pt>
                <c:pt idx="1496">
                  <c:v>2.992</c:v>
                </c:pt>
                <c:pt idx="1497">
                  <c:v>2.9940000000000002</c:v>
                </c:pt>
                <c:pt idx="1498">
                  <c:v>2.996</c:v>
                </c:pt>
                <c:pt idx="1499">
                  <c:v>2.9980000000000002</c:v>
                </c:pt>
                <c:pt idx="1500">
                  <c:v>3</c:v>
                </c:pt>
                <c:pt idx="1501">
                  <c:v>3.0019999999999998</c:v>
                </c:pt>
                <c:pt idx="1502">
                  <c:v>3.004</c:v>
                </c:pt>
                <c:pt idx="1503">
                  <c:v>3.0059999999999998</c:v>
                </c:pt>
                <c:pt idx="1504">
                  <c:v>3.008</c:v>
                </c:pt>
                <c:pt idx="1505">
                  <c:v>3.01</c:v>
                </c:pt>
                <c:pt idx="1506">
                  <c:v>3.012</c:v>
                </c:pt>
                <c:pt idx="1507">
                  <c:v>3.0139999999999998</c:v>
                </c:pt>
                <c:pt idx="1508">
                  <c:v>3.016</c:v>
                </c:pt>
                <c:pt idx="1509">
                  <c:v>3.0179999999999998</c:v>
                </c:pt>
                <c:pt idx="1510">
                  <c:v>3.02</c:v>
                </c:pt>
                <c:pt idx="1511">
                  <c:v>3.0219999999999998</c:v>
                </c:pt>
                <c:pt idx="1512">
                  <c:v>3.024</c:v>
                </c:pt>
                <c:pt idx="1513">
                  <c:v>3.0259999999999998</c:v>
                </c:pt>
                <c:pt idx="1514">
                  <c:v>3.028</c:v>
                </c:pt>
                <c:pt idx="1515">
                  <c:v>3.03</c:v>
                </c:pt>
                <c:pt idx="1516">
                  <c:v>3.032</c:v>
                </c:pt>
                <c:pt idx="1517">
                  <c:v>3.0339999999999998</c:v>
                </c:pt>
                <c:pt idx="1518">
                  <c:v>3.036</c:v>
                </c:pt>
                <c:pt idx="1519">
                  <c:v>3.0379999999999998</c:v>
                </c:pt>
                <c:pt idx="1520">
                  <c:v>3.04</c:v>
                </c:pt>
                <c:pt idx="1521">
                  <c:v>3.0419999999999998</c:v>
                </c:pt>
                <c:pt idx="1522">
                  <c:v>3.044</c:v>
                </c:pt>
                <c:pt idx="1523">
                  <c:v>3.0459999999999998</c:v>
                </c:pt>
                <c:pt idx="1524">
                  <c:v>3.048</c:v>
                </c:pt>
                <c:pt idx="1525">
                  <c:v>3.05</c:v>
                </c:pt>
                <c:pt idx="1526">
                  <c:v>3.052</c:v>
                </c:pt>
                <c:pt idx="1527">
                  <c:v>3.0539999999999998</c:v>
                </c:pt>
                <c:pt idx="1528">
                  <c:v>3.056</c:v>
                </c:pt>
                <c:pt idx="1529">
                  <c:v>3.0579999999999998</c:v>
                </c:pt>
                <c:pt idx="1530">
                  <c:v>3.06</c:v>
                </c:pt>
                <c:pt idx="1531">
                  <c:v>3.0619999999999998</c:v>
                </c:pt>
                <c:pt idx="1532">
                  <c:v>3.0640000000000001</c:v>
                </c:pt>
                <c:pt idx="1533">
                  <c:v>3.0659999999999998</c:v>
                </c:pt>
                <c:pt idx="1534">
                  <c:v>3.0680000000000001</c:v>
                </c:pt>
                <c:pt idx="1535">
                  <c:v>3.07</c:v>
                </c:pt>
                <c:pt idx="1536">
                  <c:v>3.0720000000000001</c:v>
                </c:pt>
                <c:pt idx="1537">
                  <c:v>3.0739999999999998</c:v>
                </c:pt>
                <c:pt idx="1538">
                  <c:v>3.0760000000000001</c:v>
                </c:pt>
                <c:pt idx="1539">
                  <c:v>3.0779999999999998</c:v>
                </c:pt>
                <c:pt idx="1540">
                  <c:v>3.08</c:v>
                </c:pt>
                <c:pt idx="1541">
                  <c:v>3.0819999999999999</c:v>
                </c:pt>
                <c:pt idx="1542">
                  <c:v>3.0840000000000001</c:v>
                </c:pt>
                <c:pt idx="1543">
                  <c:v>3.0859999999999999</c:v>
                </c:pt>
                <c:pt idx="1544">
                  <c:v>3.0880000000000001</c:v>
                </c:pt>
                <c:pt idx="1545">
                  <c:v>3.09</c:v>
                </c:pt>
                <c:pt idx="1546">
                  <c:v>3.0920000000000001</c:v>
                </c:pt>
                <c:pt idx="1547">
                  <c:v>3.0939999999999999</c:v>
                </c:pt>
                <c:pt idx="1548">
                  <c:v>3.0960000000000001</c:v>
                </c:pt>
                <c:pt idx="1549">
                  <c:v>3.0979999999999999</c:v>
                </c:pt>
                <c:pt idx="1550">
                  <c:v>3.1</c:v>
                </c:pt>
                <c:pt idx="1551">
                  <c:v>3.1019999999999999</c:v>
                </c:pt>
                <c:pt idx="1552">
                  <c:v>3.1040000000000001</c:v>
                </c:pt>
                <c:pt idx="1553">
                  <c:v>3.1059999999999999</c:v>
                </c:pt>
                <c:pt idx="1554">
                  <c:v>3.1080000000000001</c:v>
                </c:pt>
                <c:pt idx="1555">
                  <c:v>3.11</c:v>
                </c:pt>
                <c:pt idx="1556">
                  <c:v>3.1120000000000001</c:v>
                </c:pt>
                <c:pt idx="1557">
                  <c:v>3.1139999999999999</c:v>
                </c:pt>
                <c:pt idx="1558">
                  <c:v>3.1160000000000001</c:v>
                </c:pt>
                <c:pt idx="1559">
                  <c:v>3.1179999999999999</c:v>
                </c:pt>
                <c:pt idx="1560">
                  <c:v>3.12</c:v>
                </c:pt>
                <c:pt idx="1561">
                  <c:v>3.1219999999999999</c:v>
                </c:pt>
                <c:pt idx="1562">
                  <c:v>3.1240000000000001</c:v>
                </c:pt>
                <c:pt idx="1563">
                  <c:v>3.1259999999999999</c:v>
                </c:pt>
                <c:pt idx="1564">
                  <c:v>3.1280000000000001</c:v>
                </c:pt>
                <c:pt idx="1565">
                  <c:v>3.13</c:v>
                </c:pt>
                <c:pt idx="1566">
                  <c:v>3.1320000000000001</c:v>
                </c:pt>
                <c:pt idx="1567">
                  <c:v>3.1339999999999999</c:v>
                </c:pt>
                <c:pt idx="1568">
                  <c:v>3.1360000000000001</c:v>
                </c:pt>
                <c:pt idx="1569">
                  <c:v>3.1379999999999999</c:v>
                </c:pt>
                <c:pt idx="1570">
                  <c:v>3.14</c:v>
                </c:pt>
                <c:pt idx="1571">
                  <c:v>3.1419999999999999</c:v>
                </c:pt>
                <c:pt idx="1572">
                  <c:v>3.1440000000000001</c:v>
                </c:pt>
                <c:pt idx="1573">
                  <c:v>3.1459999999999999</c:v>
                </c:pt>
                <c:pt idx="1574">
                  <c:v>3.1480000000000001</c:v>
                </c:pt>
                <c:pt idx="1575">
                  <c:v>3.15</c:v>
                </c:pt>
                <c:pt idx="1576">
                  <c:v>3.1520000000000001</c:v>
                </c:pt>
                <c:pt idx="1577">
                  <c:v>3.1539999999999999</c:v>
                </c:pt>
                <c:pt idx="1578">
                  <c:v>3.1560000000000001</c:v>
                </c:pt>
                <c:pt idx="1579">
                  <c:v>3.1579999999999999</c:v>
                </c:pt>
                <c:pt idx="1580">
                  <c:v>3.16</c:v>
                </c:pt>
                <c:pt idx="1581">
                  <c:v>3.1619999999999999</c:v>
                </c:pt>
                <c:pt idx="1582">
                  <c:v>3.1640000000000001</c:v>
                </c:pt>
                <c:pt idx="1583">
                  <c:v>3.1659999999999999</c:v>
                </c:pt>
                <c:pt idx="1584">
                  <c:v>3.1680000000000001</c:v>
                </c:pt>
                <c:pt idx="1585">
                  <c:v>3.17</c:v>
                </c:pt>
                <c:pt idx="1586">
                  <c:v>3.1720000000000002</c:v>
                </c:pt>
                <c:pt idx="1587">
                  <c:v>3.1739999999999999</c:v>
                </c:pt>
                <c:pt idx="1588">
                  <c:v>3.1760000000000002</c:v>
                </c:pt>
                <c:pt idx="1589">
                  <c:v>3.1779999999999999</c:v>
                </c:pt>
                <c:pt idx="1590">
                  <c:v>3.18</c:v>
                </c:pt>
                <c:pt idx="1591">
                  <c:v>3.1819999999999999</c:v>
                </c:pt>
                <c:pt idx="1592">
                  <c:v>3.1840000000000002</c:v>
                </c:pt>
                <c:pt idx="1593">
                  <c:v>3.1859999999999999</c:v>
                </c:pt>
                <c:pt idx="1594">
                  <c:v>3.1880000000000002</c:v>
                </c:pt>
                <c:pt idx="1595">
                  <c:v>3.19</c:v>
                </c:pt>
                <c:pt idx="1596">
                  <c:v>3.1920000000000002</c:v>
                </c:pt>
                <c:pt idx="1597">
                  <c:v>3.194</c:v>
                </c:pt>
                <c:pt idx="1598">
                  <c:v>3.1960000000000002</c:v>
                </c:pt>
                <c:pt idx="1599">
                  <c:v>3.198</c:v>
                </c:pt>
                <c:pt idx="1600">
                  <c:v>3.2</c:v>
                </c:pt>
                <c:pt idx="1601">
                  <c:v>3.202</c:v>
                </c:pt>
                <c:pt idx="1602">
                  <c:v>3.2040000000000002</c:v>
                </c:pt>
                <c:pt idx="1603">
                  <c:v>3.206</c:v>
                </c:pt>
                <c:pt idx="1604">
                  <c:v>3.2080000000000002</c:v>
                </c:pt>
                <c:pt idx="1605">
                  <c:v>3.21</c:v>
                </c:pt>
                <c:pt idx="1606">
                  <c:v>3.2120000000000002</c:v>
                </c:pt>
                <c:pt idx="1607">
                  <c:v>3.214</c:v>
                </c:pt>
                <c:pt idx="1608">
                  <c:v>3.2160000000000002</c:v>
                </c:pt>
                <c:pt idx="1609">
                  <c:v>3.218</c:v>
                </c:pt>
                <c:pt idx="1610">
                  <c:v>3.22</c:v>
                </c:pt>
                <c:pt idx="1611">
                  <c:v>3.222</c:v>
                </c:pt>
                <c:pt idx="1612">
                  <c:v>3.2240000000000002</c:v>
                </c:pt>
                <c:pt idx="1613">
                  <c:v>3.226</c:v>
                </c:pt>
                <c:pt idx="1614">
                  <c:v>3.2280000000000002</c:v>
                </c:pt>
                <c:pt idx="1615">
                  <c:v>3.23</c:v>
                </c:pt>
                <c:pt idx="1616">
                  <c:v>3.2320000000000002</c:v>
                </c:pt>
                <c:pt idx="1617">
                  <c:v>3.234</c:v>
                </c:pt>
                <c:pt idx="1618">
                  <c:v>3.2360000000000002</c:v>
                </c:pt>
                <c:pt idx="1619">
                  <c:v>3.238</c:v>
                </c:pt>
                <c:pt idx="1620">
                  <c:v>3.24</c:v>
                </c:pt>
                <c:pt idx="1621">
                  <c:v>3.242</c:v>
                </c:pt>
                <c:pt idx="1622">
                  <c:v>3.2440000000000002</c:v>
                </c:pt>
                <c:pt idx="1623">
                  <c:v>3.246</c:v>
                </c:pt>
                <c:pt idx="1624">
                  <c:v>3.2480000000000002</c:v>
                </c:pt>
                <c:pt idx="1625">
                  <c:v>3.25</c:v>
                </c:pt>
                <c:pt idx="1626">
                  <c:v>3.2519999999999998</c:v>
                </c:pt>
                <c:pt idx="1627">
                  <c:v>3.254</c:v>
                </c:pt>
                <c:pt idx="1628">
                  <c:v>3.2559999999999998</c:v>
                </c:pt>
                <c:pt idx="1629">
                  <c:v>3.258</c:v>
                </c:pt>
                <c:pt idx="1630">
                  <c:v>3.26</c:v>
                </c:pt>
                <c:pt idx="1631">
                  <c:v>3.262</c:v>
                </c:pt>
                <c:pt idx="1632">
                  <c:v>3.2639999999999998</c:v>
                </c:pt>
                <c:pt idx="1633">
                  <c:v>3.266</c:v>
                </c:pt>
                <c:pt idx="1634">
                  <c:v>3.2679999999999998</c:v>
                </c:pt>
                <c:pt idx="1635">
                  <c:v>3.27</c:v>
                </c:pt>
                <c:pt idx="1636">
                  <c:v>3.2719999999999998</c:v>
                </c:pt>
                <c:pt idx="1637">
                  <c:v>3.274</c:v>
                </c:pt>
                <c:pt idx="1638">
                  <c:v>3.2759999999999998</c:v>
                </c:pt>
                <c:pt idx="1639">
                  <c:v>3.278</c:v>
                </c:pt>
                <c:pt idx="1640">
                  <c:v>3.28</c:v>
                </c:pt>
                <c:pt idx="1641">
                  <c:v>3.282</c:v>
                </c:pt>
                <c:pt idx="1642">
                  <c:v>3.2839999999999998</c:v>
                </c:pt>
                <c:pt idx="1643">
                  <c:v>3.286</c:v>
                </c:pt>
                <c:pt idx="1644">
                  <c:v>3.2879999999999998</c:v>
                </c:pt>
                <c:pt idx="1645">
                  <c:v>3.29</c:v>
                </c:pt>
                <c:pt idx="1646">
                  <c:v>3.2919999999999998</c:v>
                </c:pt>
                <c:pt idx="1647">
                  <c:v>3.294</c:v>
                </c:pt>
                <c:pt idx="1648">
                  <c:v>3.2959999999999998</c:v>
                </c:pt>
                <c:pt idx="1649">
                  <c:v>3.298</c:v>
                </c:pt>
                <c:pt idx="1650">
                  <c:v>3.3</c:v>
                </c:pt>
                <c:pt idx="1651">
                  <c:v>3.302</c:v>
                </c:pt>
                <c:pt idx="1652">
                  <c:v>3.3039999999999998</c:v>
                </c:pt>
                <c:pt idx="1653">
                  <c:v>3.306</c:v>
                </c:pt>
                <c:pt idx="1654">
                  <c:v>3.3079999999999998</c:v>
                </c:pt>
                <c:pt idx="1655">
                  <c:v>3.31</c:v>
                </c:pt>
                <c:pt idx="1656">
                  <c:v>3.3119999999999998</c:v>
                </c:pt>
                <c:pt idx="1657">
                  <c:v>3.3140000000000001</c:v>
                </c:pt>
                <c:pt idx="1658">
                  <c:v>3.3159999999999998</c:v>
                </c:pt>
                <c:pt idx="1659">
                  <c:v>3.3180000000000001</c:v>
                </c:pt>
                <c:pt idx="1660">
                  <c:v>3.32</c:v>
                </c:pt>
                <c:pt idx="1661">
                  <c:v>3.3220000000000001</c:v>
                </c:pt>
                <c:pt idx="1662">
                  <c:v>3.3239999999999998</c:v>
                </c:pt>
                <c:pt idx="1663">
                  <c:v>3.3260000000000001</c:v>
                </c:pt>
                <c:pt idx="1664">
                  <c:v>3.3279999999999998</c:v>
                </c:pt>
                <c:pt idx="1665">
                  <c:v>3.33</c:v>
                </c:pt>
                <c:pt idx="1666">
                  <c:v>3.3319999999999999</c:v>
                </c:pt>
                <c:pt idx="1667">
                  <c:v>3.3340000000000001</c:v>
                </c:pt>
                <c:pt idx="1668">
                  <c:v>3.3359999999999999</c:v>
                </c:pt>
                <c:pt idx="1669">
                  <c:v>3.3380000000000001</c:v>
                </c:pt>
                <c:pt idx="1670">
                  <c:v>3.34</c:v>
                </c:pt>
                <c:pt idx="1671">
                  <c:v>3.3420000000000001</c:v>
                </c:pt>
                <c:pt idx="1672">
                  <c:v>3.3439999999999999</c:v>
                </c:pt>
                <c:pt idx="1673">
                  <c:v>3.3460000000000001</c:v>
                </c:pt>
                <c:pt idx="1674">
                  <c:v>3.3479999999999999</c:v>
                </c:pt>
                <c:pt idx="1675">
                  <c:v>3.35</c:v>
                </c:pt>
                <c:pt idx="1676">
                  <c:v>3.3519999999999999</c:v>
                </c:pt>
                <c:pt idx="1677">
                  <c:v>3.3540000000000001</c:v>
                </c:pt>
                <c:pt idx="1678">
                  <c:v>3.3559999999999999</c:v>
                </c:pt>
                <c:pt idx="1679">
                  <c:v>3.3580000000000001</c:v>
                </c:pt>
                <c:pt idx="1680">
                  <c:v>3.36</c:v>
                </c:pt>
                <c:pt idx="1681">
                  <c:v>3.3620000000000001</c:v>
                </c:pt>
                <c:pt idx="1682">
                  <c:v>3.3639999999999999</c:v>
                </c:pt>
                <c:pt idx="1683">
                  <c:v>3.3660000000000001</c:v>
                </c:pt>
                <c:pt idx="1684">
                  <c:v>3.3679999999999999</c:v>
                </c:pt>
                <c:pt idx="1685">
                  <c:v>3.37</c:v>
                </c:pt>
                <c:pt idx="1686">
                  <c:v>3.3719999999999999</c:v>
                </c:pt>
                <c:pt idx="1687">
                  <c:v>3.3740000000000001</c:v>
                </c:pt>
                <c:pt idx="1688">
                  <c:v>3.3759999999999999</c:v>
                </c:pt>
                <c:pt idx="1689">
                  <c:v>3.3780000000000001</c:v>
                </c:pt>
                <c:pt idx="1690">
                  <c:v>3.38</c:v>
                </c:pt>
                <c:pt idx="1691">
                  <c:v>3.3820000000000001</c:v>
                </c:pt>
                <c:pt idx="1692">
                  <c:v>3.3839999999999999</c:v>
                </c:pt>
                <c:pt idx="1693">
                  <c:v>3.3860000000000001</c:v>
                </c:pt>
                <c:pt idx="1694">
                  <c:v>3.3879999999999999</c:v>
                </c:pt>
                <c:pt idx="1695">
                  <c:v>3.39</c:v>
                </c:pt>
                <c:pt idx="1696">
                  <c:v>3.3919999999999999</c:v>
                </c:pt>
                <c:pt idx="1697">
                  <c:v>3.3940000000000001</c:v>
                </c:pt>
                <c:pt idx="1698">
                  <c:v>3.3959999999999999</c:v>
                </c:pt>
                <c:pt idx="1699">
                  <c:v>3.3980000000000001</c:v>
                </c:pt>
                <c:pt idx="1700">
                  <c:v>3.4</c:v>
                </c:pt>
                <c:pt idx="1701">
                  <c:v>3.4020000000000001</c:v>
                </c:pt>
                <c:pt idx="1702">
                  <c:v>3.4039999999999999</c:v>
                </c:pt>
                <c:pt idx="1703">
                  <c:v>3.4060000000000001</c:v>
                </c:pt>
                <c:pt idx="1704">
                  <c:v>3.4079999999999999</c:v>
                </c:pt>
                <c:pt idx="1705">
                  <c:v>3.41</c:v>
                </c:pt>
                <c:pt idx="1706">
                  <c:v>3.4119999999999999</c:v>
                </c:pt>
                <c:pt idx="1707">
                  <c:v>3.4140000000000001</c:v>
                </c:pt>
                <c:pt idx="1708">
                  <c:v>3.4159999999999999</c:v>
                </c:pt>
                <c:pt idx="1709">
                  <c:v>3.4180000000000001</c:v>
                </c:pt>
                <c:pt idx="1710">
                  <c:v>3.42</c:v>
                </c:pt>
                <c:pt idx="1711">
                  <c:v>3.4220000000000002</c:v>
                </c:pt>
                <c:pt idx="1712">
                  <c:v>3.4239999999999999</c:v>
                </c:pt>
                <c:pt idx="1713">
                  <c:v>3.4260000000000002</c:v>
                </c:pt>
                <c:pt idx="1714">
                  <c:v>3.4279999999999999</c:v>
                </c:pt>
                <c:pt idx="1715">
                  <c:v>3.43</c:v>
                </c:pt>
                <c:pt idx="1716">
                  <c:v>3.4319999999999999</c:v>
                </c:pt>
                <c:pt idx="1717">
                  <c:v>3.4340000000000002</c:v>
                </c:pt>
                <c:pt idx="1718">
                  <c:v>3.4359999999999999</c:v>
                </c:pt>
                <c:pt idx="1719">
                  <c:v>3.4380000000000002</c:v>
                </c:pt>
                <c:pt idx="1720">
                  <c:v>3.44</c:v>
                </c:pt>
                <c:pt idx="1721">
                  <c:v>3.4420000000000002</c:v>
                </c:pt>
                <c:pt idx="1722">
                  <c:v>3.444</c:v>
                </c:pt>
                <c:pt idx="1723">
                  <c:v>3.4460000000000002</c:v>
                </c:pt>
                <c:pt idx="1724">
                  <c:v>3.448</c:v>
                </c:pt>
                <c:pt idx="1725">
                  <c:v>3.45</c:v>
                </c:pt>
                <c:pt idx="1726">
                  <c:v>3.452</c:v>
                </c:pt>
                <c:pt idx="1727">
                  <c:v>3.4540000000000002</c:v>
                </c:pt>
                <c:pt idx="1728">
                  <c:v>3.456</c:v>
                </c:pt>
                <c:pt idx="1729">
                  <c:v>3.4580000000000002</c:v>
                </c:pt>
                <c:pt idx="1730">
                  <c:v>3.46</c:v>
                </c:pt>
                <c:pt idx="1731">
                  <c:v>3.4620000000000002</c:v>
                </c:pt>
                <c:pt idx="1732">
                  <c:v>3.464</c:v>
                </c:pt>
                <c:pt idx="1733">
                  <c:v>3.4660000000000002</c:v>
                </c:pt>
                <c:pt idx="1734">
                  <c:v>3.468</c:v>
                </c:pt>
                <c:pt idx="1735">
                  <c:v>3.47</c:v>
                </c:pt>
                <c:pt idx="1736">
                  <c:v>3.472</c:v>
                </c:pt>
                <c:pt idx="1737">
                  <c:v>3.4740000000000002</c:v>
                </c:pt>
                <c:pt idx="1738">
                  <c:v>3.476</c:v>
                </c:pt>
                <c:pt idx="1739">
                  <c:v>3.4780000000000002</c:v>
                </c:pt>
                <c:pt idx="1740">
                  <c:v>3.48</c:v>
                </c:pt>
                <c:pt idx="1741">
                  <c:v>3.4820000000000002</c:v>
                </c:pt>
                <c:pt idx="1742">
                  <c:v>3.484</c:v>
                </c:pt>
                <c:pt idx="1743">
                  <c:v>3.4860000000000002</c:v>
                </c:pt>
                <c:pt idx="1744">
                  <c:v>3.488</c:v>
                </c:pt>
                <c:pt idx="1745">
                  <c:v>3.49</c:v>
                </c:pt>
                <c:pt idx="1746">
                  <c:v>3.492</c:v>
                </c:pt>
                <c:pt idx="1747">
                  <c:v>3.4940000000000002</c:v>
                </c:pt>
                <c:pt idx="1748">
                  <c:v>3.496</c:v>
                </c:pt>
                <c:pt idx="1749">
                  <c:v>3.4980000000000002</c:v>
                </c:pt>
                <c:pt idx="1750">
                  <c:v>3.5</c:v>
                </c:pt>
                <c:pt idx="1751">
                  <c:v>3.5019999999999998</c:v>
                </c:pt>
                <c:pt idx="1752">
                  <c:v>3.504</c:v>
                </c:pt>
                <c:pt idx="1753">
                  <c:v>3.5059999999999998</c:v>
                </c:pt>
                <c:pt idx="1754">
                  <c:v>3.508</c:v>
                </c:pt>
                <c:pt idx="1755">
                  <c:v>3.51</c:v>
                </c:pt>
                <c:pt idx="1756">
                  <c:v>3.512</c:v>
                </c:pt>
                <c:pt idx="1757">
                  <c:v>3.5139999999999998</c:v>
                </c:pt>
                <c:pt idx="1758">
                  <c:v>3.516</c:v>
                </c:pt>
                <c:pt idx="1759">
                  <c:v>3.5179999999999998</c:v>
                </c:pt>
                <c:pt idx="1760">
                  <c:v>3.52</c:v>
                </c:pt>
                <c:pt idx="1761">
                  <c:v>3.5219999999999998</c:v>
                </c:pt>
                <c:pt idx="1762">
                  <c:v>3.524</c:v>
                </c:pt>
                <c:pt idx="1763">
                  <c:v>3.5259999999999998</c:v>
                </c:pt>
                <c:pt idx="1764">
                  <c:v>3.528</c:v>
                </c:pt>
                <c:pt idx="1765">
                  <c:v>3.53</c:v>
                </c:pt>
                <c:pt idx="1766">
                  <c:v>3.532</c:v>
                </c:pt>
                <c:pt idx="1767">
                  <c:v>3.5339999999999998</c:v>
                </c:pt>
                <c:pt idx="1768">
                  <c:v>3.536</c:v>
                </c:pt>
                <c:pt idx="1769">
                  <c:v>3.5379999999999998</c:v>
                </c:pt>
                <c:pt idx="1770">
                  <c:v>3.54</c:v>
                </c:pt>
                <c:pt idx="1771">
                  <c:v>3.5419999999999998</c:v>
                </c:pt>
                <c:pt idx="1772">
                  <c:v>3.544</c:v>
                </c:pt>
                <c:pt idx="1773">
                  <c:v>3.5459999999999998</c:v>
                </c:pt>
                <c:pt idx="1774">
                  <c:v>3.548</c:v>
                </c:pt>
                <c:pt idx="1775">
                  <c:v>3.55</c:v>
                </c:pt>
                <c:pt idx="1776">
                  <c:v>3.552</c:v>
                </c:pt>
                <c:pt idx="1777">
                  <c:v>3.5539999999999998</c:v>
                </c:pt>
                <c:pt idx="1778">
                  <c:v>3.556</c:v>
                </c:pt>
                <c:pt idx="1779">
                  <c:v>3.5579999999999998</c:v>
                </c:pt>
                <c:pt idx="1780">
                  <c:v>3.56</c:v>
                </c:pt>
                <c:pt idx="1781">
                  <c:v>3.5619999999999998</c:v>
                </c:pt>
                <c:pt idx="1782">
                  <c:v>3.5640000000000001</c:v>
                </c:pt>
                <c:pt idx="1783">
                  <c:v>3.5659999999999998</c:v>
                </c:pt>
                <c:pt idx="1784">
                  <c:v>3.5680000000000001</c:v>
                </c:pt>
                <c:pt idx="1785">
                  <c:v>3.57</c:v>
                </c:pt>
                <c:pt idx="1786">
                  <c:v>3.5720000000000001</c:v>
                </c:pt>
                <c:pt idx="1787">
                  <c:v>3.5739999999999998</c:v>
                </c:pt>
                <c:pt idx="1788">
                  <c:v>3.5760000000000001</c:v>
                </c:pt>
                <c:pt idx="1789">
                  <c:v>3.5779999999999998</c:v>
                </c:pt>
                <c:pt idx="1790">
                  <c:v>3.58</c:v>
                </c:pt>
                <c:pt idx="1791">
                  <c:v>3.5819999999999999</c:v>
                </c:pt>
                <c:pt idx="1792">
                  <c:v>3.5840000000000001</c:v>
                </c:pt>
                <c:pt idx="1793">
                  <c:v>3.5859999999999999</c:v>
                </c:pt>
                <c:pt idx="1794">
                  <c:v>3.5880000000000001</c:v>
                </c:pt>
                <c:pt idx="1795">
                  <c:v>3.59</c:v>
                </c:pt>
                <c:pt idx="1796">
                  <c:v>3.5920000000000001</c:v>
                </c:pt>
                <c:pt idx="1797">
                  <c:v>3.5939999999999999</c:v>
                </c:pt>
                <c:pt idx="1798">
                  <c:v>3.5960000000000001</c:v>
                </c:pt>
                <c:pt idx="1799">
                  <c:v>3.5979999999999999</c:v>
                </c:pt>
                <c:pt idx="1800">
                  <c:v>3.6</c:v>
                </c:pt>
                <c:pt idx="1801">
                  <c:v>3.6019999999999999</c:v>
                </c:pt>
                <c:pt idx="1802">
                  <c:v>3.6040000000000001</c:v>
                </c:pt>
                <c:pt idx="1803">
                  <c:v>3.6059999999999999</c:v>
                </c:pt>
                <c:pt idx="1804">
                  <c:v>3.6080000000000001</c:v>
                </c:pt>
                <c:pt idx="1805">
                  <c:v>3.61</c:v>
                </c:pt>
                <c:pt idx="1806">
                  <c:v>3.6120000000000001</c:v>
                </c:pt>
                <c:pt idx="1807">
                  <c:v>3.6139999999999999</c:v>
                </c:pt>
                <c:pt idx="1808">
                  <c:v>3.6160000000000001</c:v>
                </c:pt>
                <c:pt idx="1809">
                  <c:v>3.6179999999999999</c:v>
                </c:pt>
                <c:pt idx="1810">
                  <c:v>3.62</c:v>
                </c:pt>
                <c:pt idx="1811">
                  <c:v>3.6219999999999999</c:v>
                </c:pt>
                <c:pt idx="1812">
                  <c:v>3.6240000000000001</c:v>
                </c:pt>
                <c:pt idx="1813">
                  <c:v>3.6259999999999999</c:v>
                </c:pt>
                <c:pt idx="1814">
                  <c:v>3.6280000000000001</c:v>
                </c:pt>
                <c:pt idx="1815">
                  <c:v>3.63</c:v>
                </c:pt>
                <c:pt idx="1816">
                  <c:v>3.6320000000000001</c:v>
                </c:pt>
                <c:pt idx="1817">
                  <c:v>3.6339999999999999</c:v>
                </c:pt>
                <c:pt idx="1818">
                  <c:v>3.6360000000000001</c:v>
                </c:pt>
                <c:pt idx="1819">
                  <c:v>3.6379999999999999</c:v>
                </c:pt>
                <c:pt idx="1820">
                  <c:v>3.64</c:v>
                </c:pt>
                <c:pt idx="1821">
                  <c:v>3.6419999999999999</c:v>
                </c:pt>
                <c:pt idx="1822">
                  <c:v>3.6440000000000001</c:v>
                </c:pt>
                <c:pt idx="1823">
                  <c:v>3.6459999999999999</c:v>
                </c:pt>
                <c:pt idx="1824">
                  <c:v>3.6480000000000001</c:v>
                </c:pt>
                <c:pt idx="1825">
                  <c:v>3.65</c:v>
                </c:pt>
                <c:pt idx="1826">
                  <c:v>3.6520000000000001</c:v>
                </c:pt>
                <c:pt idx="1827">
                  <c:v>3.6539999999999999</c:v>
                </c:pt>
                <c:pt idx="1828">
                  <c:v>3.6560000000000001</c:v>
                </c:pt>
                <c:pt idx="1829">
                  <c:v>3.6579999999999999</c:v>
                </c:pt>
                <c:pt idx="1830">
                  <c:v>3.66</c:v>
                </c:pt>
                <c:pt idx="1831">
                  <c:v>3.6619999999999999</c:v>
                </c:pt>
                <c:pt idx="1832">
                  <c:v>3.6640000000000001</c:v>
                </c:pt>
                <c:pt idx="1833">
                  <c:v>3.6659999999999999</c:v>
                </c:pt>
                <c:pt idx="1834">
                  <c:v>3.6680000000000001</c:v>
                </c:pt>
                <c:pt idx="1835">
                  <c:v>3.67</c:v>
                </c:pt>
                <c:pt idx="1836">
                  <c:v>3.6720000000000002</c:v>
                </c:pt>
                <c:pt idx="1837">
                  <c:v>3.6739999999999999</c:v>
                </c:pt>
                <c:pt idx="1838">
                  <c:v>3.6760000000000002</c:v>
                </c:pt>
                <c:pt idx="1839">
                  <c:v>3.6779999999999999</c:v>
                </c:pt>
                <c:pt idx="1840">
                  <c:v>3.68</c:v>
                </c:pt>
                <c:pt idx="1841">
                  <c:v>3.6819999999999999</c:v>
                </c:pt>
                <c:pt idx="1842">
                  <c:v>3.6840000000000002</c:v>
                </c:pt>
                <c:pt idx="1843">
                  <c:v>3.6859999999999999</c:v>
                </c:pt>
                <c:pt idx="1844">
                  <c:v>3.6880000000000002</c:v>
                </c:pt>
                <c:pt idx="1845">
                  <c:v>3.69</c:v>
                </c:pt>
                <c:pt idx="1846">
                  <c:v>3.6920000000000002</c:v>
                </c:pt>
                <c:pt idx="1847">
                  <c:v>3.694</c:v>
                </c:pt>
                <c:pt idx="1848">
                  <c:v>3.6960000000000002</c:v>
                </c:pt>
                <c:pt idx="1849">
                  <c:v>3.698</c:v>
                </c:pt>
                <c:pt idx="1850">
                  <c:v>3.7</c:v>
                </c:pt>
                <c:pt idx="1851">
                  <c:v>3.702</c:v>
                </c:pt>
                <c:pt idx="1852">
                  <c:v>3.7040000000000002</c:v>
                </c:pt>
                <c:pt idx="1853">
                  <c:v>3.706</c:v>
                </c:pt>
                <c:pt idx="1854">
                  <c:v>3.7080000000000002</c:v>
                </c:pt>
                <c:pt idx="1855">
                  <c:v>3.71</c:v>
                </c:pt>
                <c:pt idx="1856">
                  <c:v>3.7120000000000002</c:v>
                </c:pt>
                <c:pt idx="1857">
                  <c:v>3.714</c:v>
                </c:pt>
                <c:pt idx="1858">
                  <c:v>3.7160000000000002</c:v>
                </c:pt>
                <c:pt idx="1859">
                  <c:v>3.718</c:v>
                </c:pt>
                <c:pt idx="1860">
                  <c:v>3.72</c:v>
                </c:pt>
                <c:pt idx="1861">
                  <c:v>3.722</c:v>
                </c:pt>
                <c:pt idx="1862">
                  <c:v>3.7240000000000002</c:v>
                </c:pt>
                <c:pt idx="1863">
                  <c:v>3.726</c:v>
                </c:pt>
                <c:pt idx="1864">
                  <c:v>3.7280000000000002</c:v>
                </c:pt>
                <c:pt idx="1865">
                  <c:v>3.73</c:v>
                </c:pt>
                <c:pt idx="1866">
                  <c:v>3.7320000000000002</c:v>
                </c:pt>
                <c:pt idx="1867">
                  <c:v>3.734</c:v>
                </c:pt>
                <c:pt idx="1868">
                  <c:v>3.7360000000000002</c:v>
                </c:pt>
                <c:pt idx="1869">
                  <c:v>3.738</c:v>
                </c:pt>
                <c:pt idx="1870">
                  <c:v>3.74</c:v>
                </c:pt>
                <c:pt idx="1871">
                  <c:v>3.742</c:v>
                </c:pt>
                <c:pt idx="1872">
                  <c:v>3.7440000000000002</c:v>
                </c:pt>
                <c:pt idx="1873">
                  <c:v>3.746</c:v>
                </c:pt>
                <c:pt idx="1874">
                  <c:v>3.7480000000000002</c:v>
                </c:pt>
                <c:pt idx="1875">
                  <c:v>3.75</c:v>
                </c:pt>
                <c:pt idx="1876">
                  <c:v>3.7519999999999998</c:v>
                </c:pt>
                <c:pt idx="1877">
                  <c:v>3.754</c:v>
                </c:pt>
                <c:pt idx="1878">
                  <c:v>3.7559999999999998</c:v>
                </c:pt>
                <c:pt idx="1879">
                  <c:v>3.758</c:v>
                </c:pt>
                <c:pt idx="1880">
                  <c:v>3.76</c:v>
                </c:pt>
                <c:pt idx="1881">
                  <c:v>3.762</c:v>
                </c:pt>
                <c:pt idx="1882">
                  <c:v>3.7639999999999998</c:v>
                </c:pt>
                <c:pt idx="1883">
                  <c:v>3.766</c:v>
                </c:pt>
                <c:pt idx="1884">
                  <c:v>3.7679999999999998</c:v>
                </c:pt>
                <c:pt idx="1885">
                  <c:v>3.77</c:v>
                </c:pt>
                <c:pt idx="1886">
                  <c:v>3.7719999999999998</c:v>
                </c:pt>
                <c:pt idx="1887">
                  <c:v>3.774</c:v>
                </c:pt>
                <c:pt idx="1888">
                  <c:v>3.7759999999999998</c:v>
                </c:pt>
                <c:pt idx="1889">
                  <c:v>3.778</c:v>
                </c:pt>
                <c:pt idx="1890">
                  <c:v>3.78</c:v>
                </c:pt>
                <c:pt idx="1891">
                  <c:v>3.782</c:v>
                </c:pt>
                <c:pt idx="1892">
                  <c:v>3.7839999999999998</c:v>
                </c:pt>
                <c:pt idx="1893">
                  <c:v>3.786</c:v>
                </c:pt>
                <c:pt idx="1894">
                  <c:v>3.7879999999999998</c:v>
                </c:pt>
                <c:pt idx="1895">
                  <c:v>3.79</c:v>
                </c:pt>
                <c:pt idx="1896">
                  <c:v>3.7919999999999998</c:v>
                </c:pt>
                <c:pt idx="1897">
                  <c:v>3.794</c:v>
                </c:pt>
                <c:pt idx="1898">
                  <c:v>3.7959999999999998</c:v>
                </c:pt>
                <c:pt idx="1899">
                  <c:v>3.798</c:v>
                </c:pt>
                <c:pt idx="1900">
                  <c:v>3.8</c:v>
                </c:pt>
                <c:pt idx="1901">
                  <c:v>3.802</c:v>
                </c:pt>
                <c:pt idx="1902">
                  <c:v>3.8039999999999998</c:v>
                </c:pt>
                <c:pt idx="1903">
                  <c:v>3.806</c:v>
                </c:pt>
                <c:pt idx="1904">
                  <c:v>3.8079999999999998</c:v>
                </c:pt>
                <c:pt idx="1905">
                  <c:v>3.81</c:v>
                </c:pt>
                <c:pt idx="1906">
                  <c:v>3.8119999999999998</c:v>
                </c:pt>
                <c:pt idx="1907">
                  <c:v>3.8140000000000001</c:v>
                </c:pt>
                <c:pt idx="1908">
                  <c:v>3.8159999999999998</c:v>
                </c:pt>
                <c:pt idx="1909">
                  <c:v>3.8180000000000001</c:v>
                </c:pt>
                <c:pt idx="1910">
                  <c:v>3.82</c:v>
                </c:pt>
                <c:pt idx="1911">
                  <c:v>3.8220000000000001</c:v>
                </c:pt>
                <c:pt idx="1912">
                  <c:v>3.8239999999999998</c:v>
                </c:pt>
                <c:pt idx="1913">
                  <c:v>3.8260000000000001</c:v>
                </c:pt>
                <c:pt idx="1914">
                  <c:v>3.8279999999999998</c:v>
                </c:pt>
                <c:pt idx="1915">
                  <c:v>3.83</c:v>
                </c:pt>
                <c:pt idx="1916">
                  <c:v>3.8319999999999999</c:v>
                </c:pt>
                <c:pt idx="1917">
                  <c:v>3.8340000000000001</c:v>
                </c:pt>
                <c:pt idx="1918">
                  <c:v>3.8359999999999999</c:v>
                </c:pt>
                <c:pt idx="1919">
                  <c:v>3.8380000000000001</c:v>
                </c:pt>
                <c:pt idx="1920">
                  <c:v>3.84</c:v>
                </c:pt>
                <c:pt idx="1921">
                  <c:v>3.8420000000000001</c:v>
                </c:pt>
                <c:pt idx="1922">
                  <c:v>3.8439999999999999</c:v>
                </c:pt>
                <c:pt idx="1923">
                  <c:v>3.8460000000000001</c:v>
                </c:pt>
                <c:pt idx="1924">
                  <c:v>3.8479999999999999</c:v>
                </c:pt>
                <c:pt idx="1925">
                  <c:v>3.85</c:v>
                </c:pt>
                <c:pt idx="1926">
                  <c:v>3.8519999999999999</c:v>
                </c:pt>
                <c:pt idx="1927">
                  <c:v>3.8540000000000001</c:v>
                </c:pt>
                <c:pt idx="1928">
                  <c:v>3.8559999999999999</c:v>
                </c:pt>
                <c:pt idx="1929">
                  <c:v>3.8580000000000001</c:v>
                </c:pt>
                <c:pt idx="1930">
                  <c:v>3.86</c:v>
                </c:pt>
                <c:pt idx="1931">
                  <c:v>3.8620000000000001</c:v>
                </c:pt>
                <c:pt idx="1932">
                  <c:v>3.8639999999999999</c:v>
                </c:pt>
                <c:pt idx="1933">
                  <c:v>3.8660000000000001</c:v>
                </c:pt>
                <c:pt idx="1934">
                  <c:v>3.8679999999999999</c:v>
                </c:pt>
                <c:pt idx="1935">
                  <c:v>3.87</c:v>
                </c:pt>
                <c:pt idx="1936">
                  <c:v>3.8719999999999999</c:v>
                </c:pt>
                <c:pt idx="1937">
                  <c:v>3.8740000000000001</c:v>
                </c:pt>
                <c:pt idx="1938">
                  <c:v>3.8759999999999999</c:v>
                </c:pt>
                <c:pt idx="1939">
                  <c:v>3.8780000000000001</c:v>
                </c:pt>
                <c:pt idx="1940">
                  <c:v>3.88</c:v>
                </c:pt>
                <c:pt idx="1941">
                  <c:v>3.8820000000000001</c:v>
                </c:pt>
                <c:pt idx="1942">
                  <c:v>3.8839999999999999</c:v>
                </c:pt>
                <c:pt idx="1943">
                  <c:v>3.8860000000000001</c:v>
                </c:pt>
                <c:pt idx="1944">
                  <c:v>3.8879999999999999</c:v>
                </c:pt>
                <c:pt idx="1945">
                  <c:v>3.89</c:v>
                </c:pt>
                <c:pt idx="1946">
                  <c:v>3.8919999999999999</c:v>
                </c:pt>
                <c:pt idx="1947">
                  <c:v>3.8940000000000001</c:v>
                </c:pt>
                <c:pt idx="1948">
                  <c:v>3.8959999999999999</c:v>
                </c:pt>
                <c:pt idx="1949">
                  <c:v>3.8980000000000001</c:v>
                </c:pt>
                <c:pt idx="1950">
                  <c:v>3.9</c:v>
                </c:pt>
                <c:pt idx="1951">
                  <c:v>3.9020000000000001</c:v>
                </c:pt>
                <c:pt idx="1952">
                  <c:v>3.9039999999999999</c:v>
                </c:pt>
                <c:pt idx="1953">
                  <c:v>3.9060000000000001</c:v>
                </c:pt>
                <c:pt idx="1954">
                  <c:v>3.9079999999999999</c:v>
                </c:pt>
                <c:pt idx="1955">
                  <c:v>3.91</c:v>
                </c:pt>
                <c:pt idx="1956">
                  <c:v>3.9119999999999999</c:v>
                </c:pt>
                <c:pt idx="1957">
                  <c:v>3.9140000000000001</c:v>
                </c:pt>
                <c:pt idx="1958">
                  <c:v>3.9159999999999999</c:v>
                </c:pt>
                <c:pt idx="1959">
                  <c:v>3.9180000000000001</c:v>
                </c:pt>
                <c:pt idx="1960">
                  <c:v>3.92</c:v>
                </c:pt>
                <c:pt idx="1961">
                  <c:v>3.9220000000000002</c:v>
                </c:pt>
                <c:pt idx="1962">
                  <c:v>3.9239999999999999</c:v>
                </c:pt>
                <c:pt idx="1963">
                  <c:v>3.9260000000000002</c:v>
                </c:pt>
                <c:pt idx="1964">
                  <c:v>3.9279999999999999</c:v>
                </c:pt>
                <c:pt idx="1965">
                  <c:v>3.93</c:v>
                </c:pt>
                <c:pt idx="1966">
                  <c:v>3.9319999999999999</c:v>
                </c:pt>
                <c:pt idx="1967">
                  <c:v>3.9340000000000002</c:v>
                </c:pt>
                <c:pt idx="1968">
                  <c:v>3.9359999999999999</c:v>
                </c:pt>
                <c:pt idx="1969">
                  <c:v>3.9380000000000002</c:v>
                </c:pt>
                <c:pt idx="1970">
                  <c:v>3.94</c:v>
                </c:pt>
                <c:pt idx="1971">
                  <c:v>3.9420000000000002</c:v>
                </c:pt>
                <c:pt idx="1972">
                  <c:v>3.944</c:v>
                </c:pt>
                <c:pt idx="1973">
                  <c:v>3.9460000000000002</c:v>
                </c:pt>
                <c:pt idx="1974">
                  <c:v>3.948</c:v>
                </c:pt>
                <c:pt idx="1975">
                  <c:v>3.95</c:v>
                </c:pt>
                <c:pt idx="1976">
                  <c:v>3.952</c:v>
                </c:pt>
                <c:pt idx="1977">
                  <c:v>3.9540000000000002</c:v>
                </c:pt>
                <c:pt idx="1978">
                  <c:v>3.956</c:v>
                </c:pt>
                <c:pt idx="1979">
                  <c:v>3.9580000000000002</c:v>
                </c:pt>
                <c:pt idx="1980">
                  <c:v>3.96</c:v>
                </c:pt>
                <c:pt idx="1981">
                  <c:v>3.9620000000000002</c:v>
                </c:pt>
                <c:pt idx="1982">
                  <c:v>3.964</c:v>
                </c:pt>
                <c:pt idx="1983">
                  <c:v>3.9660000000000002</c:v>
                </c:pt>
                <c:pt idx="1984">
                  <c:v>3.968</c:v>
                </c:pt>
                <c:pt idx="1985">
                  <c:v>3.97</c:v>
                </c:pt>
                <c:pt idx="1986">
                  <c:v>3.972</c:v>
                </c:pt>
                <c:pt idx="1987">
                  <c:v>3.9740000000000002</c:v>
                </c:pt>
                <c:pt idx="1988">
                  <c:v>3.976</c:v>
                </c:pt>
                <c:pt idx="1989">
                  <c:v>3.9780000000000002</c:v>
                </c:pt>
                <c:pt idx="1990">
                  <c:v>3.98</c:v>
                </c:pt>
                <c:pt idx="1991">
                  <c:v>3.9820000000000002</c:v>
                </c:pt>
                <c:pt idx="1992">
                  <c:v>3.984</c:v>
                </c:pt>
                <c:pt idx="1993">
                  <c:v>3.9860000000000002</c:v>
                </c:pt>
                <c:pt idx="1994">
                  <c:v>3.988</c:v>
                </c:pt>
                <c:pt idx="1995">
                  <c:v>3.99</c:v>
                </c:pt>
                <c:pt idx="1996">
                  <c:v>3.992</c:v>
                </c:pt>
                <c:pt idx="1997">
                  <c:v>3.9940000000000002</c:v>
                </c:pt>
                <c:pt idx="1998">
                  <c:v>3.996</c:v>
                </c:pt>
                <c:pt idx="1999">
                  <c:v>3.9980000000000002</c:v>
                </c:pt>
                <c:pt idx="2000">
                  <c:v>4</c:v>
                </c:pt>
                <c:pt idx="2001">
                  <c:v>4.0019999999999998</c:v>
                </c:pt>
                <c:pt idx="2002">
                  <c:v>4.0039999999999996</c:v>
                </c:pt>
                <c:pt idx="2003">
                  <c:v>4.0060000000000002</c:v>
                </c:pt>
                <c:pt idx="2004">
                  <c:v>4.008</c:v>
                </c:pt>
                <c:pt idx="2005">
                  <c:v>4.01</c:v>
                </c:pt>
                <c:pt idx="2006">
                  <c:v>4.0119999999999996</c:v>
                </c:pt>
                <c:pt idx="2007">
                  <c:v>4.0140000000000002</c:v>
                </c:pt>
                <c:pt idx="2008">
                  <c:v>4.016</c:v>
                </c:pt>
                <c:pt idx="2009">
                  <c:v>4.0179999999999998</c:v>
                </c:pt>
                <c:pt idx="2010">
                  <c:v>4.0199999999999996</c:v>
                </c:pt>
                <c:pt idx="2011">
                  <c:v>4.0220000000000002</c:v>
                </c:pt>
                <c:pt idx="2012">
                  <c:v>4.024</c:v>
                </c:pt>
                <c:pt idx="2013">
                  <c:v>4.0259999999999998</c:v>
                </c:pt>
                <c:pt idx="2014">
                  <c:v>4.0279999999999996</c:v>
                </c:pt>
                <c:pt idx="2015">
                  <c:v>4.03</c:v>
                </c:pt>
                <c:pt idx="2016">
                  <c:v>4.032</c:v>
                </c:pt>
                <c:pt idx="2017">
                  <c:v>4.0339999999999998</c:v>
                </c:pt>
                <c:pt idx="2018">
                  <c:v>4.0359999999999996</c:v>
                </c:pt>
                <c:pt idx="2019">
                  <c:v>4.0380000000000003</c:v>
                </c:pt>
                <c:pt idx="2020">
                  <c:v>4.04</c:v>
                </c:pt>
                <c:pt idx="2021">
                  <c:v>4.0419999999999998</c:v>
                </c:pt>
                <c:pt idx="2022">
                  <c:v>4.0439999999999996</c:v>
                </c:pt>
                <c:pt idx="2023">
                  <c:v>4.0460000000000003</c:v>
                </c:pt>
                <c:pt idx="2024">
                  <c:v>4.048</c:v>
                </c:pt>
                <c:pt idx="2025">
                  <c:v>4.05</c:v>
                </c:pt>
                <c:pt idx="2026">
                  <c:v>4.0519999999999996</c:v>
                </c:pt>
                <c:pt idx="2027">
                  <c:v>4.0540000000000003</c:v>
                </c:pt>
                <c:pt idx="2028">
                  <c:v>4.056</c:v>
                </c:pt>
                <c:pt idx="2029">
                  <c:v>4.0579999999999998</c:v>
                </c:pt>
                <c:pt idx="2030">
                  <c:v>4.0599999999999996</c:v>
                </c:pt>
                <c:pt idx="2031">
                  <c:v>4.0620000000000003</c:v>
                </c:pt>
                <c:pt idx="2032">
                  <c:v>4.0640000000000001</c:v>
                </c:pt>
                <c:pt idx="2033">
                  <c:v>4.0659999999999998</c:v>
                </c:pt>
                <c:pt idx="2034">
                  <c:v>4.0679999999999996</c:v>
                </c:pt>
                <c:pt idx="2035">
                  <c:v>4.07</c:v>
                </c:pt>
                <c:pt idx="2036">
                  <c:v>4.0720000000000001</c:v>
                </c:pt>
                <c:pt idx="2037">
                  <c:v>4.0739999999999998</c:v>
                </c:pt>
                <c:pt idx="2038">
                  <c:v>4.0759999999999996</c:v>
                </c:pt>
                <c:pt idx="2039">
                  <c:v>4.0780000000000003</c:v>
                </c:pt>
                <c:pt idx="2040">
                  <c:v>4.08</c:v>
                </c:pt>
                <c:pt idx="2041">
                  <c:v>4.0819999999999999</c:v>
                </c:pt>
                <c:pt idx="2042">
                  <c:v>4.0839999999999996</c:v>
                </c:pt>
                <c:pt idx="2043">
                  <c:v>4.0860000000000003</c:v>
                </c:pt>
                <c:pt idx="2044">
                  <c:v>4.0880000000000001</c:v>
                </c:pt>
                <c:pt idx="2045">
                  <c:v>4.09</c:v>
                </c:pt>
                <c:pt idx="2046">
                  <c:v>4.0919999999999996</c:v>
                </c:pt>
                <c:pt idx="2047">
                  <c:v>4.0940000000000003</c:v>
                </c:pt>
                <c:pt idx="2048">
                  <c:v>4.0960000000000001</c:v>
                </c:pt>
                <c:pt idx="2049">
                  <c:v>4.0979999999999999</c:v>
                </c:pt>
                <c:pt idx="2050">
                  <c:v>4.0999999999999996</c:v>
                </c:pt>
                <c:pt idx="2051">
                  <c:v>4.1020000000000003</c:v>
                </c:pt>
                <c:pt idx="2052">
                  <c:v>4.1040000000000001</c:v>
                </c:pt>
                <c:pt idx="2053">
                  <c:v>4.1059999999999999</c:v>
                </c:pt>
                <c:pt idx="2054">
                  <c:v>4.1079999999999997</c:v>
                </c:pt>
                <c:pt idx="2055">
                  <c:v>4.1100000000000003</c:v>
                </c:pt>
                <c:pt idx="2056">
                  <c:v>4.1120000000000001</c:v>
                </c:pt>
                <c:pt idx="2057">
                  <c:v>4.1139999999999999</c:v>
                </c:pt>
                <c:pt idx="2058">
                  <c:v>4.1159999999999997</c:v>
                </c:pt>
                <c:pt idx="2059">
                  <c:v>4.1180000000000003</c:v>
                </c:pt>
                <c:pt idx="2060">
                  <c:v>4.12</c:v>
                </c:pt>
                <c:pt idx="2061">
                  <c:v>4.1219999999999999</c:v>
                </c:pt>
                <c:pt idx="2062">
                  <c:v>4.1239999999999997</c:v>
                </c:pt>
                <c:pt idx="2063">
                  <c:v>4.1260000000000003</c:v>
                </c:pt>
                <c:pt idx="2064">
                  <c:v>4.1280000000000001</c:v>
                </c:pt>
                <c:pt idx="2065">
                  <c:v>4.13</c:v>
                </c:pt>
                <c:pt idx="2066">
                  <c:v>4.1319999999999997</c:v>
                </c:pt>
                <c:pt idx="2067">
                  <c:v>4.1340000000000003</c:v>
                </c:pt>
                <c:pt idx="2068">
                  <c:v>4.1360000000000001</c:v>
                </c:pt>
                <c:pt idx="2069">
                  <c:v>4.1379999999999999</c:v>
                </c:pt>
                <c:pt idx="2070">
                  <c:v>4.1399999999999997</c:v>
                </c:pt>
                <c:pt idx="2071">
                  <c:v>4.1420000000000003</c:v>
                </c:pt>
                <c:pt idx="2072">
                  <c:v>4.1440000000000001</c:v>
                </c:pt>
                <c:pt idx="2073">
                  <c:v>4.1459999999999999</c:v>
                </c:pt>
                <c:pt idx="2074">
                  <c:v>4.1479999999999997</c:v>
                </c:pt>
                <c:pt idx="2075">
                  <c:v>4.1500000000000004</c:v>
                </c:pt>
                <c:pt idx="2076">
                  <c:v>4.1520000000000001</c:v>
                </c:pt>
                <c:pt idx="2077">
                  <c:v>4.1539999999999999</c:v>
                </c:pt>
                <c:pt idx="2078">
                  <c:v>4.1559999999999997</c:v>
                </c:pt>
                <c:pt idx="2079">
                  <c:v>4.1580000000000004</c:v>
                </c:pt>
                <c:pt idx="2080">
                  <c:v>4.16</c:v>
                </c:pt>
                <c:pt idx="2081">
                  <c:v>4.1619999999999999</c:v>
                </c:pt>
                <c:pt idx="2082">
                  <c:v>4.1639999999999997</c:v>
                </c:pt>
                <c:pt idx="2083">
                  <c:v>4.1660000000000004</c:v>
                </c:pt>
                <c:pt idx="2084">
                  <c:v>4.1680000000000001</c:v>
                </c:pt>
                <c:pt idx="2085">
                  <c:v>4.17</c:v>
                </c:pt>
                <c:pt idx="2086">
                  <c:v>4.1719999999999997</c:v>
                </c:pt>
                <c:pt idx="2087">
                  <c:v>4.1740000000000004</c:v>
                </c:pt>
                <c:pt idx="2088">
                  <c:v>4.1760000000000002</c:v>
                </c:pt>
                <c:pt idx="2089">
                  <c:v>4.1779999999999999</c:v>
                </c:pt>
                <c:pt idx="2090">
                  <c:v>4.18</c:v>
                </c:pt>
                <c:pt idx="2091">
                  <c:v>4.1820000000000004</c:v>
                </c:pt>
                <c:pt idx="2092">
                  <c:v>4.1840000000000002</c:v>
                </c:pt>
                <c:pt idx="2093">
                  <c:v>4.1859999999999999</c:v>
                </c:pt>
                <c:pt idx="2094">
                  <c:v>4.1879999999999997</c:v>
                </c:pt>
                <c:pt idx="2095">
                  <c:v>4.1900000000000004</c:v>
                </c:pt>
                <c:pt idx="2096">
                  <c:v>4.1920000000000002</c:v>
                </c:pt>
                <c:pt idx="2097">
                  <c:v>4.194</c:v>
                </c:pt>
                <c:pt idx="2098">
                  <c:v>4.1959999999999997</c:v>
                </c:pt>
                <c:pt idx="2099">
                  <c:v>4.1980000000000004</c:v>
                </c:pt>
                <c:pt idx="2100">
                  <c:v>4.2</c:v>
                </c:pt>
                <c:pt idx="2101">
                  <c:v>4.202</c:v>
                </c:pt>
                <c:pt idx="2102">
                  <c:v>4.2039999999999997</c:v>
                </c:pt>
                <c:pt idx="2103">
                  <c:v>4.2060000000000004</c:v>
                </c:pt>
                <c:pt idx="2104">
                  <c:v>4.2080000000000002</c:v>
                </c:pt>
                <c:pt idx="2105">
                  <c:v>4.21</c:v>
                </c:pt>
                <c:pt idx="2106">
                  <c:v>4.2119999999999997</c:v>
                </c:pt>
                <c:pt idx="2107">
                  <c:v>4.2140000000000004</c:v>
                </c:pt>
                <c:pt idx="2108">
                  <c:v>4.2160000000000002</c:v>
                </c:pt>
                <c:pt idx="2109">
                  <c:v>4.218</c:v>
                </c:pt>
                <c:pt idx="2110">
                  <c:v>4.22</c:v>
                </c:pt>
                <c:pt idx="2111">
                  <c:v>4.2220000000000004</c:v>
                </c:pt>
                <c:pt idx="2112">
                  <c:v>4.2240000000000002</c:v>
                </c:pt>
                <c:pt idx="2113">
                  <c:v>4.226</c:v>
                </c:pt>
                <c:pt idx="2114">
                  <c:v>4.2279999999999998</c:v>
                </c:pt>
                <c:pt idx="2115">
                  <c:v>4.2300000000000004</c:v>
                </c:pt>
                <c:pt idx="2116">
                  <c:v>4.2320000000000002</c:v>
                </c:pt>
                <c:pt idx="2117">
                  <c:v>4.234</c:v>
                </c:pt>
                <c:pt idx="2118">
                  <c:v>4.2359999999999998</c:v>
                </c:pt>
                <c:pt idx="2119">
                  <c:v>4.2380000000000004</c:v>
                </c:pt>
                <c:pt idx="2120">
                  <c:v>4.24</c:v>
                </c:pt>
                <c:pt idx="2121">
                  <c:v>4.242</c:v>
                </c:pt>
                <c:pt idx="2122">
                  <c:v>4.2439999999999998</c:v>
                </c:pt>
                <c:pt idx="2123">
                  <c:v>4.2460000000000004</c:v>
                </c:pt>
                <c:pt idx="2124">
                  <c:v>4.2480000000000002</c:v>
                </c:pt>
                <c:pt idx="2125">
                  <c:v>4.25</c:v>
                </c:pt>
                <c:pt idx="2126">
                  <c:v>4.2519999999999998</c:v>
                </c:pt>
                <c:pt idx="2127">
                  <c:v>4.2539999999999996</c:v>
                </c:pt>
                <c:pt idx="2128">
                  <c:v>4.2560000000000002</c:v>
                </c:pt>
                <c:pt idx="2129">
                  <c:v>4.258</c:v>
                </c:pt>
                <c:pt idx="2130">
                  <c:v>4.26</c:v>
                </c:pt>
                <c:pt idx="2131">
                  <c:v>4.2619999999999996</c:v>
                </c:pt>
                <c:pt idx="2132">
                  <c:v>4.2640000000000002</c:v>
                </c:pt>
                <c:pt idx="2133">
                  <c:v>4.266</c:v>
                </c:pt>
                <c:pt idx="2134">
                  <c:v>4.2679999999999998</c:v>
                </c:pt>
                <c:pt idx="2135">
                  <c:v>4.2699999999999996</c:v>
                </c:pt>
                <c:pt idx="2136">
                  <c:v>4.2720000000000002</c:v>
                </c:pt>
                <c:pt idx="2137">
                  <c:v>4.274</c:v>
                </c:pt>
                <c:pt idx="2138">
                  <c:v>4.2759999999999998</c:v>
                </c:pt>
                <c:pt idx="2139">
                  <c:v>4.2779999999999996</c:v>
                </c:pt>
                <c:pt idx="2140">
                  <c:v>4.28</c:v>
                </c:pt>
                <c:pt idx="2141">
                  <c:v>4.282</c:v>
                </c:pt>
                <c:pt idx="2142">
                  <c:v>4.2839999999999998</c:v>
                </c:pt>
                <c:pt idx="2143">
                  <c:v>4.2859999999999996</c:v>
                </c:pt>
                <c:pt idx="2144">
                  <c:v>4.2880000000000003</c:v>
                </c:pt>
                <c:pt idx="2145">
                  <c:v>4.29</c:v>
                </c:pt>
                <c:pt idx="2146">
                  <c:v>4.2919999999999998</c:v>
                </c:pt>
                <c:pt idx="2147">
                  <c:v>4.2939999999999996</c:v>
                </c:pt>
                <c:pt idx="2148">
                  <c:v>4.2960000000000003</c:v>
                </c:pt>
                <c:pt idx="2149">
                  <c:v>4.298</c:v>
                </c:pt>
                <c:pt idx="2150">
                  <c:v>4.3</c:v>
                </c:pt>
                <c:pt idx="2151">
                  <c:v>4.3019999999999996</c:v>
                </c:pt>
                <c:pt idx="2152">
                  <c:v>4.3040000000000003</c:v>
                </c:pt>
                <c:pt idx="2153">
                  <c:v>4.306</c:v>
                </c:pt>
                <c:pt idx="2154">
                  <c:v>4.3079999999999998</c:v>
                </c:pt>
                <c:pt idx="2155">
                  <c:v>4.3099999999999996</c:v>
                </c:pt>
                <c:pt idx="2156">
                  <c:v>4.3120000000000003</c:v>
                </c:pt>
                <c:pt idx="2157">
                  <c:v>4.3140000000000001</c:v>
                </c:pt>
                <c:pt idx="2158">
                  <c:v>4.3159999999999998</c:v>
                </c:pt>
                <c:pt idx="2159">
                  <c:v>4.3179999999999996</c:v>
                </c:pt>
                <c:pt idx="2160">
                  <c:v>4.32</c:v>
                </c:pt>
                <c:pt idx="2161">
                  <c:v>4.3220000000000001</c:v>
                </c:pt>
                <c:pt idx="2162">
                  <c:v>4.3239999999999998</c:v>
                </c:pt>
                <c:pt idx="2163">
                  <c:v>4.3259999999999996</c:v>
                </c:pt>
                <c:pt idx="2164">
                  <c:v>4.3280000000000003</c:v>
                </c:pt>
                <c:pt idx="2165">
                  <c:v>4.33</c:v>
                </c:pt>
                <c:pt idx="2166">
                  <c:v>4.3319999999999999</c:v>
                </c:pt>
                <c:pt idx="2167">
                  <c:v>4.3339999999999996</c:v>
                </c:pt>
                <c:pt idx="2168">
                  <c:v>4.3360000000000003</c:v>
                </c:pt>
                <c:pt idx="2169">
                  <c:v>4.3380000000000001</c:v>
                </c:pt>
                <c:pt idx="2170">
                  <c:v>4.34</c:v>
                </c:pt>
                <c:pt idx="2171">
                  <c:v>4.3419999999999996</c:v>
                </c:pt>
                <c:pt idx="2172">
                  <c:v>4.3440000000000003</c:v>
                </c:pt>
                <c:pt idx="2173">
                  <c:v>4.3460000000000001</c:v>
                </c:pt>
                <c:pt idx="2174">
                  <c:v>4.3479999999999999</c:v>
                </c:pt>
                <c:pt idx="2175">
                  <c:v>4.3499999999999996</c:v>
                </c:pt>
                <c:pt idx="2176">
                  <c:v>4.3520000000000003</c:v>
                </c:pt>
                <c:pt idx="2177">
                  <c:v>4.3540000000000001</c:v>
                </c:pt>
                <c:pt idx="2178">
                  <c:v>4.3559999999999999</c:v>
                </c:pt>
                <c:pt idx="2179">
                  <c:v>4.3579999999999997</c:v>
                </c:pt>
                <c:pt idx="2180">
                  <c:v>4.3600000000000003</c:v>
                </c:pt>
                <c:pt idx="2181">
                  <c:v>4.3620000000000001</c:v>
                </c:pt>
                <c:pt idx="2182">
                  <c:v>4.3639999999999999</c:v>
                </c:pt>
                <c:pt idx="2183">
                  <c:v>4.3659999999999997</c:v>
                </c:pt>
                <c:pt idx="2184">
                  <c:v>4.3680000000000003</c:v>
                </c:pt>
                <c:pt idx="2185">
                  <c:v>4.37</c:v>
                </c:pt>
                <c:pt idx="2186">
                  <c:v>4.3719999999999999</c:v>
                </c:pt>
                <c:pt idx="2187">
                  <c:v>4.3739999999999997</c:v>
                </c:pt>
                <c:pt idx="2188">
                  <c:v>4.3760000000000003</c:v>
                </c:pt>
                <c:pt idx="2189">
                  <c:v>4.3780000000000001</c:v>
                </c:pt>
                <c:pt idx="2190">
                  <c:v>4.38</c:v>
                </c:pt>
                <c:pt idx="2191">
                  <c:v>4.3819999999999997</c:v>
                </c:pt>
                <c:pt idx="2192">
                  <c:v>4.3840000000000003</c:v>
                </c:pt>
                <c:pt idx="2193">
                  <c:v>4.3860000000000001</c:v>
                </c:pt>
                <c:pt idx="2194">
                  <c:v>4.3879999999999999</c:v>
                </c:pt>
                <c:pt idx="2195">
                  <c:v>4.3899999999999997</c:v>
                </c:pt>
                <c:pt idx="2196">
                  <c:v>4.3920000000000003</c:v>
                </c:pt>
                <c:pt idx="2197">
                  <c:v>4.3940000000000001</c:v>
                </c:pt>
                <c:pt idx="2198">
                  <c:v>4.3959999999999999</c:v>
                </c:pt>
                <c:pt idx="2199">
                  <c:v>4.3979999999999997</c:v>
                </c:pt>
                <c:pt idx="2200">
                  <c:v>4.4000000000000004</c:v>
                </c:pt>
                <c:pt idx="2201">
                  <c:v>4.4020000000000001</c:v>
                </c:pt>
                <c:pt idx="2202">
                  <c:v>4.4039999999999999</c:v>
                </c:pt>
                <c:pt idx="2203">
                  <c:v>4.4059999999999997</c:v>
                </c:pt>
                <c:pt idx="2204">
                  <c:v>4.4080000000000004</c:v>
                </c:pt>
                <c:pt idx="2205">
                  <c:v>4.41</c:v>
                </c:pt>
                <c:pt idx="2206">
                  <c:v>4.4119999999999999</c:v>
                </c:pt>
                <c:pt idx="2207">
                  <c:v>4.4139999999999997</c:v>
                </c:pt>
                <c:pt idx="2208">
                  <c:v>4.4160000000000004</c:v>
                </c:pt>
                <c:pt idx="2209">
                  <c:v>4.4180000000000001</c:v>
                </c:pt>
                <c:pt idx="2210">
                  <c:v>4.42</c:v>
                </c:pt>
                <c:pt idx="2211">
                  <c:v>4.4219999999999997</c:v>
                </c:pt>
                <c:pt idx="2212">
                  <c:v>4.4240000000000004</c:v>
                </c:pt>
                <c:pt idx="2213">
                  <c:v>4.4260000000000002</c:v>
                </c:pt>
                <c:pt idx="2214">
                  <c:v>4.4279999999999999</c:v>
                </c:pt>
                <c:pt idx="2215">
                  <c:v>4.43</c:v>
                </c:pt>
                <c:pt idx="2216">
                  <c:v>4.4320000000000004</c:v>
                </c:pt>
                <c:pt idx="2217">
                  <c:v>4.4340000000000002</c:v>
                </c:pt>
                <c:pt idx="2218">
                  <c:v>4.4359999999999999</c:v>
                </c:pt>
                <c:pt idx="2219">
                  <c:v>4.4379999999999997</c:v>
                </c:pt>
                <c:pt idx="2220">
                  <c:v>4.4400000000000004</c:v>
                </c:pt>
                <c:pt idx="2221">
                  <c:v>4.4420000000000002</c:v>
                </c:pt>
                <c:pt idx="2222">
                  <c:v>4.444</c:v>
                </c:pt>
                <c:pt idx="2223">
                  <c:v>4.4459999999999997</c:v>
                </c:pt>
                <c:pt idx="2224">
                  <c:v>4.4480000000000004</c:v>
                </c:pt>
                <c:pt idx="2225">
                  <c:v>4.45</c:v>
                </c:pt>
                <c:pt idx="2226">
                  <c:v>4.452</c:v>
                </c:pt>
                <c:pt idx="2227">
                  <c:v>4.4539999999999997</c:v>
                </c:pt>
                <c:pt idx="2228">
                  <c:v>4.4560000000000004</c:v>
                </c:pt>
                <c:pt idx="2229">
                  <c:v>4.4580000000000002</c:v>
                </c:pt>
                <c:pt idx="2230">
                  <c:v>4.46</c:v>
                </c:pt>
                <c:pt idx="2231">
                  <c:v>4.4619999999999997</c:v>
                </c:pt>
                <c:pt idx="2232">
                  <c:v>4.4640000000000004</c:v>
                </c:pt>
                <c:pt idx="2233">
                  <c:v>4.4660000000000002</c:v>
                </c:pt>
                <c:pt idx="2234">
                  <c:v>4.468</c:v>
                </c:pt>
                <c:pt idx="2235">
                  <c:v>4.47</c:v>
                </c:pt>
                <c:pt idx="2236">
                  <c:v>4.4720000000000004</c:v>
                </c:pt>
                <c:pt idx="2237">
                  <c:v>4.4740000000000002</c:v>
                </c:pt>
                <c:pt idx="2238">
                  <c:v>4.476</c:v>
                </c:pt>
                <c:pt idx="2239">
                  <c:v>4.4779999999999998</c:v>
                </c:pt>
                <c:pt idx="2240">
                  <c:v>4.4800000000000004</c:v>
                </c:pt>
                <c:pt idx="2241">
                  <c:v>4.4820000000000002</c:v>
                </c:pt>
                <c:pt idx="2242">
                  <c:v>4.484</c:v>
                </c:pt>
                <c:pt idx="2243">
                  <c:v>4.4859999999999998</c:v>
                </c:pt>
                <c:pt idx="2244">
                  <c:v>4.4880000000000004</c:v>
                </c:pt>
                <c:pt idx="2245">
                  <c:v>4.49</c:v>
                </c:pt>
                <c:pt idx="2246">
                  <c:v>4.492</c:v>
                </c:pt>
                <c:pt idx="2247">
                  <c:v>4.4939999999999998</c:v>
                </c:pt>
                <c:pt idx="2248">
                  <c:v>4.4960000000000004</c:v>
                </c:pt>
                <c:pt idx="2249">
                  <c:v>4.4980000000000002</c:v>
                </c:pt>
                <c:pt idx="2250">
                  <c:v>4.5</c:v>
                </c:pt>
                <c:pt idx="2251">
                  <c:v>4.5019999999999998</c:v>
                </c:pt>
                <c:pt idx="2252">
                  <c:v>4.5039999999999996</c:v>
                </c:pt>
                <c:pt idx="2253">
                  <c:v>4.5060000000000002</c:v>
                </c:pt>
                <c:pt idx="2254">
                  <c:v>4.508</c:v>
                </c:pt>
                <c:pt idx="2255">
                  <c:v>4.51</c:v>
                </c:pt>
                <c:pt idx="2256">
                  <c:v>4.5119999999999996</c:v>
                </c:pt>
                <c:pt idx="2257">
                  <c:v>4.5140000000000002</c:v>
                </c:pt>
                <c:pt idx="2258">
                  <c:v>4.516</c:v>
                </c:pt>
                <c:pt idx="2259">
                  <c:v>4.5179999999999998</c:v>
                </c:pt>
                <c:pt idx="2260">
                  <c:v>4.5199999999999996</c:v>
                </c:pt>
                <c:pt idx="2261">
                  <c:v>4.5220000000000002</c:v>
                </c:pt>
                <c:pt idx="2262">
                  <c:v>4.524</c:v>
                </c:pt>
                <c:pt idx="2263">
                  <c:v>4.5259999999999998</c:v>
                </c:pt>
                <c:pt idx="2264">
                  <c:v>4.5279999999999996</c:v>
                </c:pt>
                <c:pt idx="2265">
                  <c:v>4.53</c:v>
                </c:pt>
                <c:pt idx="2266">
                  <c:v>4.532</c:v>
                </c:pt>
                <c:pt idx="2267">
                  <c:v>4.5339999999999998</c:v>
                </c:pt>
                <c:pt idx="2268">
                  <c:v>4.5359999999999996</c:v>
                </c:pt>
                <c:pt idx="2269">
                  <c:v>4.5380000000000003</c:v>
                </c:pt>
                <c:pt idx="2270">
                  <c:v>4.54</c:v>
                </c:pt>
                <c:pt idx="2271">
                  <c:v>4.5419999999999998</c:v>
                </c:pt>
                <c:pt idx="2272">
                  <c:v>4.5439999999999996</c:v>
                </c:pt>
                <c:pt idx="2273">
                  <c:v>4.5460000000000003</c:v>
                </c:pt>
                <c:pt idx="2274">
                  <c:v>4.548</c:v>
                </c:pt>
                <c:pt idx="2275">
                  <c:v>4.55</c:v>
                </c:pt>
                <c:pt idx="2276">
                  <c:v>4.5519999999999996</c:v>
                </c:pt>
                <c:pt idx="2277">
                  <c:v>4.5540000000000003</c:v>
                </c:pt>
                <c:pt idx="2278">
                  <c:v>4.556</c:v>
                </c:pt>
                <c:pt idx="2279">
                  <c:v>4.5579999999999998</c:v>
                </c:pt>
                <c:pt idx="2280">
                  <c:v>4.5599999999999996</c:v>
                </c:pt>
                <c:pt idx="2281">
                  <c:v>4.5620000000000003</c:v>
                </c:pt>
                <c:pt idx="2282">
                  <c:v>4.5640000000000001</c:v>
                </c:pt>
                <c:pt idx="2283">
                  <c:v>4.5659999999999998</c:v>
                </c:pt>
                <c:pt idx="2284">
                  <c:v>4.5679999999999996</c:v>
                </c:pt>
                <c:pt idx="2285">
                  <c:v>4.57</c:v>
                </c:pt>
                <c:pt idx="2286">
                  <c:v>4.5720000000000001</c:v>
                </c:pt>
                <c:pt idx="2287">
                  <c:v>4.5739999999999998</c:v>
                </c:pt>
                <c:pt idx="2288">
                  <c:v>4.5759999999999996</c:v>
                </c:pt>
                <c:pt idx="2289">
                  <c:v>4.5780000000000003</c:v>
                </c:pt>
                <c:pt idx="2290">
                  <c:v>4.58</c:v>
                </c:pt>
                <c:pt idx="2291">
                  <c:v>4.5819999999999999</c:v>
                </c:pt>
                <c:pt idx="2292">
                  <c:v>4.5839999999999996</c:v>
                </c:pt>
                <c:pt idx="2293">
                  <c:v>4.5860000000000003</c:v>
                </c:pt>
                <c:pt idx="2294">
                  <c:v>4.5880000000000001</c:v>
                </c:pt>
                <c:pt idx="2295">
                  <c:v>4.59</c:v>
                </c:pt>
                <c:pt idx="2296">
                  <c:v>4.5919999999999996</c:v>
                </c:pt>
                <c:pt idx="2297">
                  <c:v>4.5940000000000003</c:v>
                </c:pt>
                <c:pt idx="2298">
                  <c:v>4.5960000000000001</c:v>
                </c:pt>
                <c:pt idx="2299">
                  <c:v>4.5979999999999999</c:v>
                </c:pt>
                <c:pt idx="2300">
                  <c:v>4.5999999999999996</c:v>
                </c:pt>
                <c:pt idx="2301">
                  <c:v>4.6020000000000003</c:v>
                </c:pt>
                <c:pt idx="2302">
                  <c:v>4.6040000000000001</c:v>
                </c:pt>
                <c:pt idx="2303">
                  <c:v>4.6059999999999999</c:v>
                </c:pt>
                <c:pt idx="2304">
                  <c:v>4.6079999999999997</c:v>
                </c:pt>
                <c:pt idx="2305">
                  <c:v>4.6100000000000003</c:v>
                </c:pt>
                <c:pt idx="2306">
                  <c:v>4.6120000000000001</c:v>
                </c:pt>
                <c:pt idx="2307">
                  <c:v>4.6139999999999999</c:v>
                </c:pt>
                <c:pt idx="2308">
                  <c:v>4.6159999999999997</c:v>
                </c:pt>
                <c:pt idx="2309">
                  <c:v>4.6180000000000003</c:v>
                </c:pt>
                <c:pt idx="2310">
                  <c:v>4.62</c:v>
                </c:pt>
                <c:pt idx="2311">
                  <c:v>4.6219999999999999</c:v>
                </c:pt>
                <c:pt idx="2312">
                  <c:v>4.6239999999999997</c:v>
                </c:pt>
                <c:pt idx="2313">
                  <c:v>4.6260000000000003</c:v>
                </c:pt>
                <c:pt idx="2314">
                  <c:v>4.6280000000000001</c:v>
                </c:pt>
                <c:pt idx="2315">
                  <c:v>4.63</c:v>
                </c:pt>
                <c:pt idx="2316">
                  <c:v>4.6319999999999997</c:v>
                </c:pt>
                <c:pt idx="2317">
                  <c:v>4.6340000000000003</c:v>
                </c:pt>
                <c:pt idx="2318">
                  <c:v>4.6360000000000001</c:v>
                </c:pt>
                <c:pt idx="2319">
                  <c:v>4.6379999999999999</c:v>
                </c:pt>
                <c:pt idx="2320">
                  <c:v>4.6399999999999997</c:v>
                </c:pt>
                <c:pt idx="2321">
                  <c:v>4.6420000000000003</c:v>
                </c:pt>
                <c:pt idx="2322">
                  <c:v>4.6440000000000001</c:v>
                </c:pt>
                <c:pt idx="2323">
                  <c:v>4.6459999999999999</c:v>
                </c:pt>
                <c:pt idx="2324">
                  <c:v>4.6479999999999997</c:v>
                </c:pt>
                <c:pt idx="2325">
                  <c:v>4.6500000000000004</c:v>
                </c:pt>
                <c:pt idx="2326">
                  <c:v>4.6520000000000001</c:v>
                </c:pt>
                <c:pt idx="2327">
                  <c:v>4.6539999999999999</c:v>
                </c:pt>
                <c:pt idx="2328">
                  <c:v>4.6559999999999997</c:v>
                </c:pt>
                <c:pt idx="2329">
                  <c:v>4.6580000000000004</c:v>
                </c:pt>
                <c:pt idx="2330">
                  <c:v>4.66</c:v>
                </c:pt>
                <c:pt idx="2331">
                  <c:v>4.6619999999999999</c:v>
                </c:pt>
                <c:pt idx="2332">
                  <c:v>4.6639999999999997</c:v>
                </c:pt>
                <c:pt idx="2333">
                  <c:v>4.6660000000000004</c:v>
                </c:pt>
                <c:pt idx="2334">
                  <c:v>4.6680000000000001</c:v>
                </c:pt>
                <c:pt idx="2335">
                  <c:v>4.67</c:v>
                </c:pt>
                <c:pt idx="2336">
                  <c:v>4.6719999999999997</c:v>
                </c:pt>
                <c:pt idx="2337">
                  <c:v>4.6740000000000004</c:v>
                </c:pt>
                <c:pt idx="2338">
                  <c:v>4.6760000000000002</c:v>
                </c:pt>
                <c:pt idx="2339">
                  <c:v>4.6779999999999999</c:v>
                </c:pt>
                <c:pt idx="2340">
                  <c:v>4.68</c:v>
                </c:pt>
                <c:pt idx="2341">
                  <c:v>4.6820000000000004</c:v>
                </c:pt>
                <c:pt idx="2342">
                  <c:v>4.6840000000000002</c:v>
                </c:pt>
                <c:pt idx="2343">
                  <c:v>4.6859999999999999</c:v>
                </c:pt>
                <c:pt idx="2344">
                  <c:v>4.6879999999999997</c:v>
                </c:pt>
                <c:pt idx="2345">
                  <c:v>4.6900000000000004</c:v>
                </c:pt>
                <c:pt idx="2346">
                  <c:v>4.6920000000000002</c:v>
                </c:pt>
                <c:pt idx="2347">
                  <c:v>4.694</c:v>
                </c:pt>
                <c:pt idx="2348">
                  <c:v>4.6959999999999997</c:v>
                </c:pt>
                <c:pt idx="2349">
                  <c:v>4.6980000000000004</c:v>
                </c:pt>
                <c:pt idx="2350">
                  <c:v>4.7</c:v>
                </c:pt>
                <c:pt idx="2351">
                  <c:v>4.702</c:v>
                </c:pt>
                <c:pt idx="2352">
                  <c:v>4.7039999999999997</c:v>
                </c:pt>
                <c:pt idx="2353">
                  <c:v>4.7060000000000004</c:v>
                </c:pt>
                <c:pt idx="2354">
                  <c:v>4.7080000000000002</c:v>
                </c:pt>
                <c:pt idx="2355">
                  <c:v>4.71</c:v>
                </c:pt>
                <c:pt idx="2356">
                  <c:v>4.7119999999999997</c:v>
                </c:pt>
                <c:pt idx="2357">
                  <c:v>4.7140000000000004</c:v>
                </c:pt>
                <c:pt idx="2358">
                  <c:v>4.7160000000000002</c:v>
                </c:pt>
                <c:pt idx="2359">
                  <c:v>4.718</c:v>
                </c:pt>
                <c:pt idx="2360">
                  <c:v>4.72</c:v>
                </c:pt>
                <c:pt idx="2361">
                  <c:v>4.7220000000000004</c:v>
                </c:pt>
                <c:pt idx="2362">
                  <c:v>4.7240000000000002</c:v>
                </c:pt>
                <c:pt idx="2363">
                  <c:v>4.726</c:v>
                </c:pt>
                <c:pt idx="2364">
                  <c:v>4.7279999999999998</c:v>
                </c:pt>
                <c:pt idx="2365">
                  <c:v>4.7300000000000004</c:v>
                </c:pt>
                <c:pt idx="2366">
                  <c:v>4.7320000000000002</c:v>
                </c:pt>
                <c:pt idx="2367">
                  <c:v>4.734</c:v>
                </c:pt>
                <c:pt idx="2368">
                  <c:v>4.7359999999999998</c:v>
                </c:pt>
                <c:pt idx="2369">
                  <c:v>4.7380000000000004</c:v>
                </c:pt>
                <c:pt idx="2370">
                  <c:v>4.74</c:v>
                </c:pt>
                <c:pt idx="2371">
                  <c:v>4.742</c:v>
                </c:pt>
                <c:pt idx="2372">
                  <c:v>4.7439999999999998</c:v>
                </c:pt>
                <c:pt idx="2373">
                  <c:v>4.7460000000000004</c:v>
                </c:pt>
                <c:pt idx="2374">
                  <c:v>4.7480000000000002</c:v>
                </c:pt>
                <c:pt idx="2375">
                  <c:v>4.75</c:v>
                </c:pt>
                <c:pt idx="2376">
                  <c:v>4.7519999999999998</c:v>
                </c:pt>
                <c:pt idx="2377">
                  <c:v>4.7539999999999996</c:v>
                </c:pt>
                <c:pt idx="2378">
                  <c:v>4.7560000000000002</c:v>
                </c:pt>
                <c:pt idx="2379">
                  <c:v>4.758</c:v>
                </c:pt>
                <c:pt idx="2380">
                  <c:v>4.76</c:v>
                </c:pt>
                <c:pt idx="2381">
                  <c:v>4.7619999999999996</c:v>
                </c:pt>
                <c:pt idx="2382">
                  <c:v>4.7640000000000002</c:v>
                </c:pt>
                <c:pt idx="2383">
                  <c:v>4.766</c:v>
                </c:pt>
                <c:pt idx="2384">
                  <c:v>4.7679999999999998</c:v>
                </c:pt>
                <c:pt idx="2385">
                  <c:v>4.7699999999999996</c:v>
                </c:pt>
                <c:pt idx="2386">
                  <c:v>4.7720000000000002</c:v>
                </c:pt>
                <c:pt idx="2387">
                  <c:v>4.774</c:v>
                </c:pt>
                <c:pt idx="2388">
                  <c:v>4.7759999999999998</c:v>
                </c:pt>
                <c:pt idx="2389">
                  <c:v>4.7779999999999996</c:v>
                </c:pt>
                <c:pt idx="2390">
                  <c:v>4.78</c:v>
                </c:pt>
                <c:pt idx="2391">
                  <c:v>4.782</c:v>
                </c:pt>
                <c:pt idx="2392">
                  <c:v>4.7839999999999998</c:v>
                </c:pt>
                <c:pt idx="2393">
                  <c:v>4.7859999999999996</c:v>
                </c:pt>
                <c:pt idx="2394">
                  <c:v>4.7880000000000003</c:v>
                </c:pt>
                <c:pt idx="2395">
                  <c:v>4.79</c:v>
                </c:pt>
                <c:pt idx="2396">
                  <c:v>4.7919999999999998</c:v>
                </c:pt>
                <c:pt idx="2397">
                  <c:v>4.7939999999999996</c:v>
                </c:pt>
                <c:pt idx="2398">
                  <c:v>4.7960000000000003</c:v>
                </c:pt>
                <c:pt idx="2399">
                  <c:v>4.798</c:v>
                </c:pt>
                <c:pt idx="2400">
                  <c:v>4.8</c:v>
                </c:pt>
                <c:pt idx="2401">
                  <c:v>4.8019999999999996</c:v>
                </c:pt>
                <c:pt idx="2402">
                  <c:v>4.8040000000000003</c:v>
                </c:pt>
                <c:pt idx="2403">
                  <c:v>4.806</c:v>
                </c:pt>
                <c:pt idx="2404">
                  <c:v>4.8079999999999998</c:v>
                </c:pt>
                <c:pt idx="2405">
                  <c:v>4.8099999999999996</c:v>
                </c:pt>
                <c:pt idx="2406">
                  <c:v>4.8120000000000003</c:v>
                </c:pt>
                <c:pt idx="2407">
                  <c:v>4.8140000000000001</c:v>
                </c:pt>
                <c:pt idx="2408">
                  <c:v>4.8159999999999998</c:v>
                </c:pt>
                <c:pt idx="2409">
                  <c:v>4.8179999999999996</c:v>
                </c:pt>
                <c:pt idx="2410">
                  <c:v>4.82</c:v>
                </c:pt>
                <c:pt idx="2411">
                  <c:v>4.8220000000000001</c:v>
                </c:pt>
                <c:pt idx="2412">
                  <c:v>4.8239999999999998</c:v>
                </c:pt>
                <c:pt idx="2413">
                  <c:v>4.8259999999999996</c:v>
                </c:pt>
                <c:pt idx="2414">
                  <c:v>4.8280000000000003</c:v>
                </c:pt>
                <c:pt idx="2415">
                  <c:v>4.83</c:v>
                </c:pt>
                <c:pt idx="2416">
                  <c:v>4.8319999999999999</c:v>
                </c:pt>
                <c:pt idx="2417">
                  <c:v>4.8339999999999996</c:v>
                </c:pt>
                <c:pt idx="2418">
                  <c:v>4.8360000000000003</c:v>
                </c:pt>
                <c:pt idx="2419">
                  <c:v>4.8380000000000001</c:v>
                </c:pt>
                <c:pt idx="2420">
                  <c:v>4.84</c:v>
                </c:pt>
                <c:pt idx="2421">
                  <c:v>4.8419999999999996</c:v>
                </c:pt>
                <c:pt idx="2422">
                  <c:v>4.8440000000000003</c:v>
                </c:pt>
                <c:pt idx="2423">
                  <c:v>4.8460000000000001</c:v>
                </c:pt>
                <c:pt idx="2424">
                  <c:v>4.8479999999999999</c:v>
                </c:pt>
                <c:pt idx="2425">
                  <c:v>4.8499999999999996</c:v>
                </c:pt>
                <c:pt idx="2426">
                  <c:v>4.8520000000000003</c:v>
                </c:pt>
                <c:pt idx="2427">
                  <c:v>4.8540000000000001</c:v>
                </c:pt>
                <c:pt idx="2428">
                  <c:v>4.8559999999999999</c:v>
                </c:pt>
                <c:pt idx="2429">
                  <c:v>4.8579999999999997</c:v>
                </c:pt>
                <c:pt idx="2430">
                  <c:v>4.8600000000000003</c:v>
                </c:pt>
                <c:pt idx="2431">
                  <c:v>4.8620000000000001</c:v>
                </c:pt>
                <c:pt idx="2432">
                  <c:v>4.8639999999999999</c:v>
                </c:pt>
                <c:pt idx="2433">
                  <c:v>4.8659999999999997</c:v>
                </c:pt>
                <c:pt idx="2434">
                  <c:v>4.8680000000000003</c:v>
                </c:pt>
                <c:pt idx="2435">
                  <c:v>4.87</c:v>
                </c:pt>
                <c:pt idx="2436">
                  <c:v>4.8719999999999999</c:v>
                </c:pt>
                <c:pt idx="2437">
                  <c:v>4.8739999999999997</c:v>
                </c:pt>
                <c:pt idx="2438">
                  <c:v>4.8760000000000003</c:v>
                </c:pt>
                <c:pt idx="2439">
                  <c:v>4.8780000000000001</c:v>
                </c:pt>
                <c:pt idx="2440">
                  <c:v>4.88</c:v>
                </c:pt>
                <c:pt idx="2441">
                  <c:v>4.8819999999999997</c:v>
                </c:pt>
                <c:pt idx="2442">
                  <c:v>4.8840000000000003</c:v>
                </c:pt>
                <c:pt idx="2443">
                  <c:v>4.8860000000000001</c:v>
                </c:pt>
                <c:pt idx="2444">
                  <c:v>4.8879999999999999</c:v>
                </c:pt>
                <c:pt idx="2445">
                  <c:v>4.8899999999999997</c:v>
                </c:pt>
                <c:pt idx="2446">
                  <c:v>4.8920000000000003</c:v>
                </c:pt>
                <c:pt idx="2447">
                  <c:v>4.8940000000000001</c:v>
                </c:pt>
                <c:pt idx="2448">
                  <c:v>4.8959999999999999</c:v>
                </c:pt>
                <c:pt idx="2449">
                  <c:v>4.8979999999999997</c:v>
                </c:pt>
                <c:pt idx="2450">
                  <c:v>4.9000000000000004</c:v>
                </c:pt>
                <c:pt idx="2451">
                  <c:v>4.9020000000000001</c:v>
                </c:pt>
                <c:pt idx="2452">
                  <c:v>4.9039999999999999</c:v>
                </c:pt>
                <c:pt idx="2453">
                  <c:v>4.9059999999999997</c:v>
                </c:pt>
                <c:pt idx="2454">
                  <c:v>4.9080000000000004</c:v>
                </c:pt>
                <c:pt idx="2455">
                  <c:v>4.91</c:v>
                </c:pt>
                <c:pt idx="2456">
                  <c:v>4.9119999999999999</c:v>
                </c:pt>
                <c:pt idx="2457">
                  <c:v>4.9139999999999997</c:v>
                </c:pt>
                <c:pt idx="2458">
                  <c:v>4.9160000000000004</c:v>
                </c:pt>
                <c:pt idx="2459">
                  <c:v>4.9180000000000001</c:v>
                </c:pt>
                <c:pt idx="2460">
                  <c:v>4.92</c:v>
                </c:pt>
                <c:pt idx="2461">
                  <c:v>4.9219999999999997</c:v>
                </c:pt>
                <c:pt idx="2462">
                  <c:v>4.9240000000000004</c:v>
                </c:pt>
                <c:pt idx="2463">
                  <c:v>4.9260000000000002</c:v>
                </c:pt>
                <c:pt idx="2464">
                  <c:v>4.9279999999999999</c:v>
                </c:pt>
                <c:pt idx="2465">
                  <c:v>4.93</c:v>
                </c:pt>
                <c:pt idx="2466">
                  <c:v>4.9320000000000004</c:v>
                </c:pt>
                <c:pt idx="2467">
                  <c:v>4.9340000000000002</c:v>
                </c:pt>
                <c:pt idx="2468">
                  <c:v>4.9359999999999999</c:v>
                </c:pt>
                <c:pt idx="2469">
                  <c:v>4.9379999999999997</c:v>
                </c:pt>
                <c:pt idx="2470">
                  <c:v>4.9400000000000004</c:v>
                </c:pt>
                <c:pt idx="2471">
                  <c:v>4.9420000000000002</c:v>
                </c:pt>
                <c:pt idx="2472">
                  <c:v>4.944</c:v>
                </c:pt>
                <c:pt idx="2473">
                  <c:v>4.9459999999999997</c:v>
                </c:pt>
                <c:pt idx="2474">
                  <c:v>4.9480000000000004</c:v>
                </c:pt>
                <c:pt idx="2475">
                  <c:v>4.95</c:v>
                </c:pt>
                <c:pt idx="2476">
                  <c:v>4.952</c:v>
                </c:pt>
                <c:pt idx="2477">
                  <c:v>4.9539999999999997</c:v>
                </c:pt>
                <c:pt idx="2478">
                  <c:v>4.9560000000000004</c:v>
                </c:pt>
                <c:pt idx="2479">
                  <c:v>4.9580000000000002</c:v>
                </c:pt>
                <c:pt idx="2480">
                  <c:v>4.96</c:v>
                </c:pt>
                <c:pt idx="2481">
                  <c:v>4.9619999999999997</c:v>
                </c:pt>
                <c:pt idx="2482">
                  <c:v>4.9640000000000004</c:v>
                </c:pt>
                <c:pt idx="2483">
                  <c:v>4.9660000000000002</c:v>
                </c:pt>
                <c:pt idx="2484">
                  <c:v>4.968</c:v>
                </c:pt>
                <c:pt idx="2485">
                  <c:v>4.97</c:v>
                </c:pt>
                <c:pt idx="2486">
                  <c:v>4.9720000000000004</c:v>
                </c:pt>
                <c:pt idx="2487">
                  <c:v>4.9740000000000002</c:v>
                </c:pt>
                <c:pt idx="2488">
                  <c:v>4.976</c:v>
                </c:pt>
                <c:pt idx="2489">
                  <c:v>4.9779999999999998</c:v>
                </c:pt>
                <c:pt idx="2490">
                  <c:v>4.9800000000000004</c:v>
                </c:pt>
                <c:pt idx="2491">
                  <c:v>4.9820000000000002</c:v>
                </c:pt>
                <c:pt idx="2492">
                  <c:v>4.984</c:v>
                </c:pt>
                <c:pt idx="2493">
                  <c:v>4.9859999999999998</c:v>
                </c:pt>
                <c:pt idx="2494">
                  <c:v>4.9880000000000004</c:v>
                </c:pt>
                <c:pt idx="2495">
                  <c:v>4.99</c:v>
                </c:pt>
                <c:pt idx="2496">
                  <c:v>4.992</c:v>
                </c:pt>
                <c:pt idx="2497">
                  <c:v>4.9939999999999998</c:v>
                </c:pt>
                <c:pt idx="2498">
                  <c:v>4.9960000000000004</c:v>
                </c:pt>
                <c:pt idx="2499">
                  <c:v>4.9980000000000002</c:v>
                </c:pt>
                <c:pt idx="2500">
                  <c:v>5</c:v>
                </c:pt>
                <c:pt idx="2501">
                  <c:v>5.0019999999999998</c:v>
                </c:pt>
                <c:pt idx="2502">
                  <c:v>5.0039999999999996</c:v>
                </c:pt>
                <c:pt idx="2503">
                  <c:v>5.0060000000000002</c:v>
                </c:pt>
                <c:pt idx="2504">
                  <c:v>5.008</c:v>
                </c:pt>
                <c:pt idx="2505">
                  <c:v>5.01</c:v>
                </c:pt>
                <c:pt idx="2506">
                  <c:v>5.0119999999999996</c:v>
                </c:pt>
                <c:pt idx="2507">
                  <c:v>5.0140000000000002</c:v>
                </c:pt>
                <c:pt idx="2508">
                  <c:v>5.016</c:v>
                </c:pt>
                <c:pt idx="2509">
                  <c:v>5.0179999999999998</c:v>
                </c:pt>
                <c:pt idx="2510">
                  <c:v>5.0199999999999996</c:v>
                </c:pt>
                <c:pt idx="2511">
                  <c:v>5.0220000000000002</c:v>
                </c:pt>
                <c:pt idx="2512">
                  <c:v>5.024</c:v>
                </c:pt>
                <c:pt idx="2513">
                  <c:v>5.0259999999999998</c:v>
                </c:pt>
                <c:pt idx="2514">
                  <c:v>5.0279999999999996</c:v>
                </c:pt>
                <c:pt idx="2515">
                  <c:v>5.03</c:v>
                </c:pt>
                <c:pt idx="2516">
                  <c:v>5.032</c:v>
                </c:pt>
                <c:pt idx="2517">
                  <c:v>5.0339999999999998</c:v>
                </c:pt>
                <c:pt idx="2518">
                  <c:v>5.0359999999999996</c:v>
                </c:pt>
                <c:pt idx="2519">
                  <c:v>5.0380000000000003</c:v>
                </c:pt>
                <c:pt idx="2520">
                  <c:v>5.04</c:v>
                </c:pt>
                <c:pt idx="2521">
                  <c:v>5.0419999999999998</c:v>
                </c:pt>
                <c:pt idx="2522">
                  <c:v>5.0439999999999996</c:v>
                </c:pt>
                <c:pt idx="2523">
                  <c:v>5.0460000000000003</c:v>
                </c:pt>
                <c:pt idx="2524">
                  <c:v>5.048</c:v>
                </c:pt>
                <c:pt idx="2525">
                  <c:v>5.05</c:v>
                </c:pt>
                <c:pt idx="2526">
                  <c:v>5.0519999999999996</c:v>
                </c:pt>
                <c:pt idx="2527">
                  <c:v>5.0540000000000003</c:v>
                </c:pt>
                <c:pt idx="2528">
                  <c:v>5.056</c:v>
                </c:pt>
                <c:pt idx="2529">
                  <c:v>5.0579999999999998</c:v>
                </c:pt>
                <c:pt idx="2530">
                  <c:v>5.0599999999999996</c:v>
                </c:pt>
                <c:pt idx="2531">
                  <c:v>5.0620000000000003</c:v>
                </c:pt>
                <c:pt idx="2532">
                  <c:v>5.0640000000000001</c:v>
                </c:pt>
                <c:pt idx="2533">
                  <c:v>5.0659999999999998</c:v>
                </c:pt>
                <c:pt idx="2534">
                  <c:v>5.0679999999999996</c:v>
                </c:pt>
                <c:pt idx="2535">
                  <c:v>5.07</c:v>
                </c:pt>
                <c:pt idx="2536">
                  <c:v>5.0720000000000001</c:v>
                </c:pt>
                <c:pt idx="2537">
                  <c:v>5.0739999999999998</c:v>
                </c:pt>
                <c:pt idx="2538">
                  <c:v>5.0759999999999996</c:v>
                </c:pt>
                <c:pt idx="2539">
                  <c:v>5.0780000000000003</c:v>
                </c:pt>
                <c:pt idx="2540">
                  <c:v>5.08</c:v>
                </c:pt>
                <c:pt idx="2541">
                  <c:v>5.0819999999999999</c:v>
                </c:pt>
                <c:pt idx="2542">
                  <c:v>5.0839999999999996</c:v>
                </c:pt>
                <c:pt idx="2543">
                  <c:v>5.0860000000000003</c:v>
                </c:pt>
                <c:pt idx="2544">
                  <c:v>5.0880000000000001</c:v>
                </c:pt>
                <c:pt idx="2545">
                  <c:v>5.09</c:v>
                </c:pt>
                <c:pt idx="2546">
                  <c:v>5.0919999999999996</c:v>
                </c:pt>
                <c:pt idx="2547">
                  <c:v>5.0940000000000003</c:v>
                </c:pt>
                <c:pt idx="2548">
                  <c:v>5.0960000000000001</c:v>
                </c:pt>
                <c:pt idx="2549">
                  <c:v>5.0979999999999999</c:v>
                </c:pt>
                <c:pt idx="2550">
                  <c:v>5.0999999999999996</c:v>
                </c:pt>
                <c:pt idx="2551">
                  <c:v>5.1020000000000003</c:v>
                </c:pt>
                <c:pt idx="2552">
                  <c:v>5.1040000000000001</c:v>
                </c:pt>
                <c:pt idx="2553">
                  <c:v>5.1059999999999999</c:v>
                </c:pt>
                <c:pt idx="2554">
                  <c:v>5.1079999999999997</c:v>
                </c:pt>
                <c:pt idx="2555">
                  <c:v>5.1100000000000003</c:v>
                </c:pt>
                <c:pt idx="2556">
                  <c:v>5.1120000000000001</c:v>
                </c:pt>
                <c:pt idx="2557">
                  <c:v>5.1139999999999999</c:v>
                </c:pt>
                <c:pt idx="2558">
                  <c:v>5.1159999999999997</c:v>
                </c:pt>
                <c:pt idx="2559">
                  <c:v>5.1180000000000003</c:v>
                </c:pt>
                <c:pt idx="2560">
                  <c:v>5.12</c:v>
                </c:pt>
                <c:pt idx="2561">
                  <c:v>5.1219999999999999</c:v>
                </c:pt>
                <c:pt idx="2562">
                  <c:v>5.1239999999999997</c:v>
                </c:pt>
                <c:pt idx="2563">
                  <c:v>5.1260000000000003</c:v>
                </c:pt>
                <c:pt idx="2564">
                  <c:v>5.1280000000000001</c:v>
                </c:pt>
                <c:pt idx="2565">
                  <c:v>5.13</c:v>
                </c:pt>
                <c:pt idx="2566">
                  <c:v>5.1319999999999997</c:v>
                </c:pt>
                <c:pt idx="2567">
                  <c:v>5.1340000000000003</c:v>
                </c:pt>
                <c:pt idx="2568">
                  <c:v>5.1360000000000001</c:v>
                </c:pt>
                <c:pt idx="2569">
                  <c:v>5.1379999999999999</c:v>
                </c:pt>
                <c:pt idx="2570">
                  <c:v>5.14</c:v>
                </c:pt>
                <c:pt idx="2571">
                  <c:v>5.1420000000000003</c:v>
                </c:pt>
                <c:pt idx="2572">
                  <c:v>5.1440000000000001</c:v>
                </c:pt>
                <c:pt idx="2573">
                  <c:v>5.1459999999999999</c:v>
                </c:pt>
                <c:pt idx="2574">
                  <c:v>5.1479999999999997</c:v>
                </c:pt>
                <c:pt idx="2575">
                  <c:v>5.15</c:v>
                </c:pt>
                <c:pt idx="2576">
                  <c:v>5.1520000000000001</c:v>
                </c:pt>
                <c:pt idx="2577">
                  <c:v>5.1539999999999999</c:v>
                </c:pt>
                <c:pt idx="2578">
                  <c:v>5.1559999999999997</c:v>
                </c:pt>
                <c:pt idx="2579">
                  <c:v>5.1580000000000004</c:v>
                </c:pt>
                <c:pt idx="2580">
                  <c:v>5.16</c:v>
                </c:pt>
                <c:pt idx="2581">
                  <c:v>5.1619999999999999</c:v>
                </c:pt>
                <c:pt idx="2582">
                  <c:v>5.1639999999999997</c:v>
                </c:pt>
                <c:pt idx="2583">
                  <c:v>5.1660000000000004</c:v>
                </c:pt>
                <c:pt idx="2584">
                  <c:v>5.1680000000000001</c:v>
                </c:pt>
                <c:pt idx="2585">
                  <c:v>5.17</c:v>
                </c:pt>
                <c:pt idx="2586">
                  <c:v>5.1719999999999997</c:v>
                </c:pt>
                <c:pt idx="2587">
                  <c:v>5.1740000000000004</c:v>
                </c:pt>
                <c:pt idx="2588">
                  <c:v>5.1760000000000002</c:v>
                </c:pt>
                <c:pt idx="2589">
                  <c:v>5.1779999999999999</c:v>
                </c:pt>
                <c:pt idx="2590">
                  <c:v>5.18</c:v>
                </c:pt>
                <c:pt idx="2591">
                  <c:v>5.1820000000000004</c:v>
                </c:pt>
                <c:pt idx="2592">
                  <c:v>5.1840000000000002</c:v>
                </c:pt>
                <c:pt idx="2593">
                  <c:v>5.1859999999999999</c:v>
                </c:pt>
                <c:pt idx="2594">
                  <c:v>5.1879999999999997</c:v>
                </c:pt>
                <c:pt idx="2595">
                  <c:v>5.19</c:v>
                </c:pt>
                <c:pt idx="2596">
                  <c:v>5.1920000000000002</c:v>
                </c:pt>
                <c:pt idx="2597">
                  <c:v>5.194</c:v>
                </c:pt>
                <c:pt idx="2598">
                  <c:v>5.1959999999999997</c:v>
                </c:pt>
                <c:pt idx="2599">
                  <c:v>5.1980000000000004</c:v>
                </c:pt>
                <c:pt idx="2600">
                  <c:v>5.2</c:v>
                </c:pt>
                <c:pt idx="2601">
                  <c:v>5.202</c:v>
                </c:pt>
                <c:pt idx="2602">
                  <c:v>5.2039999999999997</c:v>
                </c:pt>
                <c:pt idx="2603">
                  <c:v>5.2060000000000004</c:v>
                </c:pt>
                <c:pt idx="2604">
                  <c:v>5.2080000000000002</c:v>
                </c:pt>
                <c:pt idx="2605">
                  <c:v>5.21</c:v>
                </c:pt>
                <c:pt idx="2606">
                  <c:v>5.2119999999999997</c:v>
                </c:pt>
                <c:pt idx="2607">
                  <c:v>5.2140000000000004</c:v>
                </c:pt>
                <c:pt idx="2608">
                  <c:v>5.2160000000000002</c:v>
                </c:pt>
                <c:pt idx="2609">
                  <c:v>5.218</c:v>
                </c:pt>
                <c:pt idx="2610">
                  <c:v>5.22</c:v>
                </c:pt>
                <c:pt idx="2611">
                  <c:v>5.2220000000000004</c:v>
                </c:pt>
                <c:pt idx="2612">
                  <c:v>5.2240000000000002</c:v>
                </c:pt>
                <c:pt idx="2613">
                  <c:v>5.226</c:v>
                </c:pt>
                <c:pt idx="2614">
                  <c:v>5.2279999999999998</c:v>
                </c:pt>
                <c:pt idx="2615">
                  <c:v>5.23</c:v>
                </c:pt>
                <c:pt idx="2616">
                  <c:v>5.2320000000000002</c:v>
                </c:pt>
                <c:pt idx="2617">
                  <c:v>5.234</c:v>
                </c:pt>
                <c:pt idx="2618">
                  <c:v>5.2359999999999998</c:v>
                </c:pt>
                <c:pt idx="2619">
                  <c:v>5.2380000000000004</c:v>
                </c:pt>
                <c:pt idx="2620">
                  <c:v>5.24</c:v>
                </c:pt>
                <c:pt idx="2621">
                  <c:v>5.242</c:v>
                </c:pt>
                <c:pt idx="2622">
                  <c:v>5.2439999999999998</c:v>
                </c:pt>
                <c:pt idx="2623">
                  <c:v>5.2460000000000004</c:v>
                </c:pt>
                <c:pt idx="2624">
                  <c:v>5.2480000000000002</c:v>
                </c:pt>
                <c:pt idx="2625">
                  <c:v>5.25</c:v>
                </c:pt>
                <c:pt idx="2626">
                  <c:v>5.2519999999999998</c:v>
                </c:pt>
                <c:pt idx="2627">
                  <c:v>5.2539999999999996</c:v>
                </c:pt>
                <c:pt idx="2628">
                  <c:v>5.2560000000000002</c:v>
                </c:pt>
                <c:pt idx="2629">
                  <c:v>5.258</c:v>
                </c:pt>
                <c:pt idx="2630">
                  <c:v>5.26</c:v>
                </c:pt>
                <c:pt idx="2631">
                  <c:v>5.2619999999999996</c:v>
                </c:pt>
                <c:pt idx="2632">
                  <c:v>5.2640000000000002</c:v>
                </c:pt>
                <c:pt idx="2633">
                  <c:v>5.266</c:v>
                </c:pt>
                <c:pt idx="2634">
                  <c:v>5.2679999999999998</c:v>
                </c:pt>
                <c:pt idx="2635">
                  <c:v>5.27</c:v>
                </c:pt>
                <c:pt idx="2636">
                  <c:v>5.2720000000000002</c:v>
                </c:pt>
                <c:pt idx="2637">
                  <c:v>5.274</c:v>
                </c:pt>
                <c:pt idx="2638">
                  <c:v>5.2759999999999998</c:v>
                </c:pt>
                <c:pt idx="2639">
                  <c:v>5.2779999999999996</c:v>
                </c:pt>
                <c:pt idx="2640">
                  <c:v>5.28</c:v>
                </c:pt>
                <c:pt idx="2641">
                  <c:v>5.282</c:v>
                </c:pt>
                <c:pt idx="2642">
                  <c:v>5.2839999999999998</c:v>
                </c:pt>
                <c:pt idx="2643">
                  <c:v>5.2859999999999996</c:v>
                </c:pt>
                <c:pt idx="2644">
                  <c:v>5.2880000000000003</c:v>
                </c:pt>
                <c:pt idx="2645">
                  <c:v>5.29</c:v>
                </c:pt>
                <c:pt idx="2646">
                  <c:v>5.2919999999999998</c:v>
                </c:pt>
                <c:pt idx="2647">
                  <c:v>5.2939999999999996</c:v>
                </c:pt>
                <c:pt idx="2648">
                  <c:v>5.2960000000000003</c:v>
                </c:pt>
                <c:pt idx="2649">
                  <c:v>5.298</c:v>
                </c:pt>
                <c:pt idx="2650">
                  <c:v>5.3</c:v>
                </c:pt>
                <c:pt idx="2651">
                  <c:v>5.3019999999999996</c:v>
                </c:pt>
                <c:pt idx="2652">
                  <c:v>5.3040000000000003</c:v>
                </c:pt>
                <c:pt idx="2653">
                  <c:v>5.306</c:v>
                </c:pt>
                <c:pt idx="2654">
                  <c:v>5.3079999999999998</c:v>
                </c:pt>
                <c:pt idx="2655">
                  <c:v>5.31</c:v>
                </c:pt>
                <c:pt idx="2656">
                  <c:v>5.3120000000000003</c:v>
                </c:pt>
                <c:pt idx="2657">
                  <c:v>5.3140000000000001</c:v>
                </c:pt>
                <c:pt idx="2658">
                  <c:v>5.3159999999999998</c:v>
                </c:pt>
                <c:pt idx="2659">
                  <c:v>5.3179999999999996</c:v>
                </c:pt>
                <c:pt idx="2660">
                  <c:v>5.32</c:v>
                </c:pt>
                <c:pt idx="2661">
                  <c:v>5.3220000000000001</c:v>
                </c:pt>
                <c:pt idx="2662">
                  <c:v>5.3239999999999998</c:v>
                </c:pt>
                <c:pt idx="2663">
                  <c:v>5.3259999999999996</c:v>
                </c:pt>
                <c:pt idx="2664">
                  <c:v>5.3280000000000003</c:v>
                </c:pt>
                <c:pt idx="2665">
                  <c:v>5.33</c:v>
                </c:pt>
                <c:pt idx="2666">
                  <c:v>5.3319999999999999</c:v>
                </c:pt>
                <c:pt idx="2667">
                  <c:v>5.3339999999999996</c:v>
                </c:pt>
                <c:pt idx="2668">
                  <c:v>5.3360000000000003</c:v>
                </c:pt>
                <c:pt idx="2669">
                  <c:v>5.3380000000000001</c:v>
                </c:pt>
                <c:pt idx="2670">
                  <c:v>5.34</c:v>
                </c:pt>
                <c:pt idx="2671">
                  <c:v>5.3419999999999996</c:v>
                </c:pt>
                <c:pt idx="2672">
                  <c:v>5.3440000000000003</c:v>
                </c:pt>
                <c:pt idx="2673">
                  <c:v>5.3460000000000001</c:v>
                </c:pt>
                <c:pt idx="2674">
                  <c:v>5.3479999999999999</c:v>
                </c:pt>
                <c:pt idx="2675">
                  <c:v>5.35</c:v>
                </c:pt>
                <c:pt idx="2676">
                  <c:v>5.3520000000000003</c:v>
                </c:pt>
                <c:pt idx="2677">
                  <c:v>5.3540000000000001</c:v>
                </c:pt>
                <c:pt idx="2678">
                  <c:v>5.3559999999999999</c:v>
                </c:pt>
                <c:pt idx="2679">
                  <c:v>5.3579999999999997</c:v>
                </c:pt>
                <c:pt idx="2680">
                  <c:v>5.36</c:v>
                </c:pt>
                <c:pt idx="2681">
                  <c:v>5.3620000000000001</c:v>
                </c:pt>
                <c:pt idx="2682">
                  <c:v>5.3639999999999999</c:v>
                </c:pt>
                <c:pt idx="2683">
                  <c:v>5.3659999999999997</c:v>
                </c:pt>
                <c:pt idx="2684">
                  <c:v>5.3680000000000003</c:v>
                </c:pt>
                <c:pt idx="2685">
                  <c:v>5.37</c:v>
                </c:pt>
                <c:pt idx="2686">
                  <c:v>5.3719999999999999</c:v>
                </c:pt>
                <c:pt idx="2687">
                  <c:v>5.3739999999999997</c:v>
                </c:pt>
                <c:pt idx="2688">
                  <c:v>5.3760000000000003</c:v>
                </c:pt>
                <c:pt idx="2689">
                  <c:v>5.3780000000000001</c:v>
                </c:pt>
                <c:pt idx="2690">
                  <c:v>5.38</c:v>
                </c:pt>
                <c:pt idx="2691">
                  <c:v>5.3819999999999997</c:v>
                </c:pt>
                <c:pt idx="2692">
                  <c:v>5.3840000000000003</c:v>
                </c:pt>
                <c:pt idx="2693">
                  <c:v>5.3860000000000001</c:v>
                </c:pt>
                <c:pt idx="2694">
                  <c:v>5.3879999999999999</c:v>
                </c:pt>
                <c:pt idx="2695">
                  <c:v>5.39</c:v>
                </c:pt>
                <c:pt idx="2696">
                  <c:v>5.3920000000000003</c:v>
                </c:pt>
                <c:pt idx="2697">
                  <c:v>5.3940000000000001</c:v>
                </c:pt>
                <c:pt idx="2698">
                  <c:v>5.3959999999999999</c:v>
                </c:pt>
                <c:pt idx="2699">
                  <c:v>5.3979999999999997</c:v>
                </c:pt>
                <c:pt idx="2700">
                  <c:v>5.4</c:v>
                </c:pt>
                <c:pt idx="2701">
                  <c:v>5.4020000000000001</c:v>
                </c:pt>
                <c:pt idx="2702">
                  <c:v>5.4039999999999999</c:v>
                </c:pt>
                <c:pt idx="2703">
                  <c:v>5.4059999999999997</c:v>
                </c:pt>
                <c:pt idx="2704">
                  <c:v>5.4080000000000004</c:v>
                </c:pt>
                <c:pt idx="2705">
                  <c:v>5.41</c:v>
                </c:pt>
                <c:pt idx="2706">
                  <c:v>5.4119999999999999</c:v>
                </c:pt>
                <c:pt idx="2707">
                  <c:v>5.4139999999999997</c:v>
                </c:pt>
                <c:pt idx="2708">
                  <c:v>5.4160000000000004</c:v>
                </c:pt>
                <c:pt idx="2709">
                  <c:v>5.4180000000000001</c:v>
                </c:pt>
                <c:pt idx="2710">
                  <c:v>5.42</c:v>
                </c:pt>
                <c:pt idx="2711">
                  <c:v>5.4219999999999997</c:v>
                </c:pt>
                <c:pt idx="2712">
                  <c:v>5.4240000000000004</c:v>
                </c:pt>
                <c:pt idx="2713">
                  <c:v>5.4260000000000002</c:v>
                </c:pt>
                <c:pt idx="2714">
                  <c:v>5.4279999999999999</c:v>
                </c:pt>
                <c:pt idx="2715">
                  <c:v>5.43</c:v>
                </c:pt>
                <c:pt idx="2716">
                  <c:v>5.4320000000000004</c:v>
                </c:pt>
                <c:pt idx="2717">
                  <c:v>5.4340000000000002</c:v>
                </c:pt>
                <c:pt idx="2718">
                  <c:v>5.4359999999999999</c:v>
                </c:pt>
                <c:pt idx="2719">
                  <c:v>5.4379999999999997</c:v>
                </c:pt>
                <c:pt idx="2720">
                  <c:v>5.44</c:v>
                </c:pt>
                <c:pt idx="2721">
                  <c:v>5.4420000000000002</c:v>
                </c:pt>
                <c:pt idx="2722">
                  <c:v>5.444</c:v>
                </c:pt>
                <c:pt idx="2723">
                  <c:v>5.4459999999999997</c:v>
                </c:pt>
                <c:pt idx="2724">
                  <c:v>5.4480000000000004</c:v>
                </c:pt>
                <c:pt idx="2725">
                  <c:v>5.45</c:v>
                </c:pt>
                <c:pt idx="2726">
                  <c:v>5.452</c:v>
                </c:pt>
                <c:pt idx="2727">
                  <c:v>5.4539999999999997</c:v>
                </c:pt>
                <c:pt idx="2728">
                  <c:v>5.4560000000000004</c:v>
                </c:pt>
                <c:pt idx="2729">
                  <c:v>5.4580000000000002</c:v>
                </c:pt>
                <c:pt idx="2730">
                  <c:v>5.46</c:v>
                </c:pt>
                <c:pt idx="2731">
                  <c:v>5.4619999999999997</c:v>
                </c:pt>
                <c:pt idx="2732">
                  <c:v>5.4640000000000004</c:v>
                </c:pt>
                <c:pt idx="2733">
                  <c:v>5.4660000000000002</c:v>
                </c:pt>
                <c:pt idx="2734">
                  <c:v>5.468</c:v>
                </c:pt>
                <c:pt idx="2735">
                  <c:v>5.47</c:v>
                </c:pt>
                <c:pt idx="2736">
                  <c:v>5.4720000000000004</c:v>
                </c:pt>
                <c:pt idx="2737">
                  <c:v>5.4740000000000002</c:v>
                </c:pt>
                <c:pt idx="2738">
                  <c:v>5.476</c:v>
                </c:pt>
                <c:pt idx="2739">
                  <c:v>5.4779999999999998</c:v>
                </c:pt>
                <c:pt idx="2740">
                  <c:v>5.48</c:v>
                </c:pt>
                <c:pt idx="2741">
                  <c:v>5.4820000000000002</c:v>
                </c:pt>
                <c:pt idx="2742">
                  <c:v>5.484</c:v>
                </c:pt>
                <c:pt idx="2743">
                  <c:v>5.4859999999999998</c:v>
                </c:pt>
                <c:pt idx="2744">
                  <c:v>5.4880000000000004</c:v>
                </c:pt>
                <c:pt idx="2745">
                  <c:v>5.49</c:v>
                </c:pt>
                <c:pt idx="2746">
                  <c:v>5.492</c:v>
                </c:pt>
                <c:pt idx="2747">
                  <c:v>5.4939999999999998</c:v>
                </c:pt>
                <c:pt idx="2748">
                  <c:v>5.4960000000000004</c:v>
                </c:pt>
                <c:pt idx="2749">
                  <c:v>5.4980000000000002</c:v>
                </c:pt>
                <c:pt idx="2750">
                  <c:v>5.5</c:v>
                </c:pt>
                <c:pt idx="2751">
                  <c:v>5.5019999999999998</c:v>
                </c:pt>
                <c:pt idx="2752">
                  <c:v>5.5039999999999996</c:v>
                </c:pt>
                <c:pt idx="2753">
                  <c:v>5.5060000000000002</c:v>
                </c:pt>
                <c:pt idx="2754">
                  <c:v>5.508</c:v>
                </c:pt>
                <c:pt idx="2755">
                  <c:v>5.51</c:v>
                </c:pt>
                <c:pt idx="2756">
                  <c:v>5.5119999999999996</c:v>
                </c:pt>
                <c:pt idx="2757">
                  <c:v>5.5140000000000002</c:v>
                </c:pt>
                <c:pt idx="2758">
                  <c:v>5.516</c:v>
                </c:pt>
                <c:pt idx="2759">
                  <c:v>5.5179999999999998</c:v>
                </c:pt>
                <c:pt idx="2760">
                  <c:v>5.52</c:v>
                </c:pt>
                <c:pt idx="2761">
                  <c:v>5.5220000000000002</c:v>
                </c:pt>
                <c:pt idx="2762">
                  <c:v>5.524</c:v>
                </c:pt>
                <c:pt idx="2763">
                  <c:v>5.5259999999999998</c:v>
                </c:pt>
                <c:pt idx="2764">
                  <c:v>5.5279999999999996</c:v>
                </c:pt>
                <c:pt idx="2765">
                  <c:v>5.53</c:v>
                </c:pt>
                <c:pt idx="2766">
                  <c:v>5.532</c:v>
                </c:pt>
                <c:pt idx="2767">
                  <c:v>5.5339999999999998</c:v>
                </c:pt>
                <c:pt idx="2768">
                  <c:v>5.5359999999999996</c:v>
                </c:pt>
                <c:pt idx="2769">
                  <c:v>5.5380000000000003</c:v>
                </c:pt>
                <c:pt idx="2770">
                  <c:v>5.54</c:v>
                </c:pt>
                <c:pt idx="2771">
                  <c:v>5.5419999999999998</c:v>
                </c:pt>
                <c:pt idx="2772">
                  <c:v>5.5439999999999996</c:v>
                </c:pt>
                <c:pt idx="2773">
                  <c:v>5.5460000000000003</c:v>
                </c:pt>
                <c:pt idx="2774">
                  <c:v>5.548</c:v>
                </c:pt>
                <c:pt idx="2775">
                  <c:v>5.55</c:v>
                </c:pt>
                <c:pt idx="2776">
                  <c:v>5.5519999999999996</c:v>
                </c:pt>
                <c:pt idx="2777">
                  <c:v>5.5540000000000003</c:v>
                </c:pt>
                <c:pt idx="2778">
                  <c:v>5.556</c:v>
                </c:pt>
                <c:pt idx="2779">
                  <c:v>5.5579999999999998</c:v>
                </c:pt>
                <c:pt idx="2780">
                  <c:v>5.56</c:v>
                </c:pt>
                <c:pt idx="2781">
                  <c:v>5.5620000000000003</c:v>
                </c:pt>
                <c:pt idx="2782">
                  <c:v>5.5640000000000001</c:v>
                </c:pt>
                <c:pt idx="2783">
                  <c:v>5.5659999999999998</c:v>
                </c:pt>
                <c:pt idx="2784">
                  <c:v>5.5679999999999996</c:v>
                </c:pt>
                <c:pt idx="2785">
                  <c:v>5.57</c:v>
                </c:pt>
                <c:pt idx="2786">
                  <c:v>5.5720000000000001</c:v>
                </c:pt>
                <c:pt idx="2787">
                  <c:v>5.5739999999999998</c:v>
                </c:pt>
                <c:pt idx="2788">
                  <c:v>5.5759999999999996</c:v>
                </c:pt>
                <c:pt idx="2789">
                  <c:v>5.5780000000000003</c:v>
                </c:pt>
                <c:pt idx="2790">
                  <c:v>5.58</c:v>
                </c:pt>
                <c:pt idx="2791">
                  <c:v>5.5819999999999999</c:v>
                </c:pt>
                <c:pt idx="2792">
                  <c:v>5.5839999999999996</c:v>
                </c:pt>
                <c:pt idx="2793">
                  <c:v>5.5860000000000003</c:v>
                </c:pt>
                <c:pt idx="2794">
                  <c:v>5.5880000000000001</c:v>
                </c:pt>
                <c:pt idx="2795">
                  <c:v>5.59</c:v>
                </c:pt>
                <c:pt idx="2796">
                  <c:v>5.5919999999999996</c:v>
                </c:pt>
                <c:pt idx="2797">
                  <c:v>5.5940000000000003</c:v>
                </c:pt>
                <c:pt idx="2798">
                  <c:v>5.5960000000000001</c:v>
                </c:pt>
                <c:pt idx="2799">
                  <c:v>5.5979999999999999</c:v>
                </c:pt>
                <c:pt idx="2800">
                  <c:v>5.6</c:v>
                </c:pt>
                <c:pt idx="2801">
                  <c:v>5.6020000000000003</c:v>
                </c:pt>
                <c:pt idx="2802">
                  <c:v>5.6040000000000001</c:v>
                </c:pt>
                <c:pt idx="2803">
                  <c:v>5.6059999999999999</c:v>
                </c:pt>
                <c:pt idx="2804">
                  <c:v>5.6079999999999997</c:v>
                </c:pt>
                <c:pt idx="2805">
                  <c:v>5.61</c:v>
                </c:pt>
                <c:pt idx="2806">
                  <c:v>5.6120000000000001</c:v>
                </c:pt>
                <c:pt idx="2807">
                  <c:v>5.6139999999999999</c:v>
                </c:pt>
                <c:pt idx="2808">
                  <c:v>5.6159999999999997</c:v>
                </c:pt>
                <c:pt idx="2809">
                  <c:v>5.6180000000000003</c:v>
                </c:pt>
                <c:pt idx="2810">
                  <c:v>5.62</c:v>
                </c:pt>
                <c:pt idx="2811">
                  <c:v>5.6219999999999999</c:v>
                </c:pt>
                <c:pt idx="2812">
                  <c:v>5.6239999999999997</c:v>
                </c:pt>
                <c:pt idx="2813">
                  <c:v>5.6260000000000003</c:v>
                </c:pt>
                <c:pt idx="2814">
                  <c:v>5.6280000000000001</c:v>
                </c:pt>
                <c:pt idx="2815">
                  <c:v>5.63</c:v>
                </c:pt>
                <c:pt idx="2816">
                  <c:v>5.6319999999999997</c:v>
                </c:pt>
                <c:pt idx="2817">
                  <c:v>5.6340000000000003</c:v>
                </c:pt>
                <c:pt idx="2818">
                  <c:v>5.6360000000000001</c:v>
                </c:pt>
                <c:pt idx="2819">
                  <c:v>5.6379999999999999</c:v>
                </c:pt>
                <c:pt idx="2820">
                  <c:v>5.64</c:v>
                </c:pt>
                <c:pt idx="2821">
                  <c:v>5.6420000000000003</c:v>
                </c:pt>
                <c:pt idx="2822">
                  <c:v>5.6440000000000001</c:v>
                </c:pt>
                <c:pt idx="2823">
                  <c:v>5.6459999999999999</c:v>
                </c:pt>
                <c:pt idx="2824">
                  <c:v>5.6479999999999997</c:v>
                </c:pt>
                <c:pt idx="2825">
                  <c:v>5.65</c:v>
                </c:pt>
                <c:pt idx="2826">
                  <c:v>5.6520000000000001</c:v>
                </c:pt>
                <c:pt idx="2827">
                  <c:v>5.6539999999999999</c:v>
                </c:pt>
                <c:pt idx="2828">
                  <c:v>5.6559999999999997</c:v>
                </c:pt>
                <c:pt idx="2829">
                  <c:v>5.6580000000000004</c:v>
                </c:pt>
                <c:pt idx="2830">
                  <c:v>5.66</c:v>
                </c:pt>
                <c:pt idx="2831">
                  <c:v>5.6619999999999999</c:v>
                </c:pt>
                <c:pt idx="2832">
                  <c:v>5.6639999999999997</c:v>
                </c:pt>
                <c:pt idx="2833">
                  <c:v>5.6660000000000004</c:v>
                </c:pt>
                <c:pt idx="2834">
                  <c:v>5.6680000000000001</c:v>
                </c:pt>
                <c:pt idx="2835">
                  <c:v>5.67</c:v>
                </c:pt>
                <c:pt idx="2836">
                  <c:v>5.6719999999999997</c:v>
                </c:pt>
                <c:pt idx="2837">
                  <c:v>5.6740000000000004</c:v>
                </c:pt>
                <c:pt idx="2838">
                  <c:v>5.6760000000000002</c:v>
                </c:pt>
                <c:pt idx="2839">
                  <c:v>5.6779999999999999</c:v>
                </c:pt>
                <c:pt idx="2840">
                  <c:v>5.68</c:v>
                </c:pt>
                <c:pt idx="2841">
                  <c:v>5.6820000000000004</c:v>
                </c:pt>
                <c:pt idx="2842">
                  <c:v>5.6840000000000002</c:v>
                </c:pt>
                <c:pt idx="2843">
                  <c:v>5.6859999999999999</c:v>
                </c:pt>
                <c:pt idx="2844">
                  <c:v>5.6879999999999997</c:v>
                </c:pt>
                <c:pt idx="2845">
                  <c:v>5.69</c:v>
                </c:pt>
                <c:pt idx="2846">
                  <c:v>5.6920000000000002</c:v>
                </c:pt>
                <c:pt idx="2847">
                  <c:v>5.694</c:v>
                </c:pt>
                <c:pt idx="2848">
                  <c:v>5.6959999999999997</c:v>
                </c:pt>
                <c:pt idx="2849">
                  <c:v>5.6980000000000004</c:v>
                </c:pt>
                <c:pt idx="2850">
                  <c:v>5.7</c:v>
                </c:pt>
                <c:pt idx="2851">
                  <c:v>5.702</c:v>
                </c:pt>
                <c:pt idx="2852">
                  <c:v>5.7039999999999997</c:v>
                </c:pt>
                <c:pt idx="2853">
                  <c:v>5.7060000000000004</c:v>
                </c:pt>
                <c:pt idx="2854">
                  <c:v>5.7080000000000002</c:v>
                </c:pt>
                <c:pt idx="2855">
                  <c:v>5.71</c:v>
                </c:pt>
                <c:pt idx="2856">
                  <c:v>5.7119999999999997</c:v>
                </c:pt>
                <c:pt idx="2857">
                  <c:v>5.7140000000000004</c:v>
                </c:pt>
                <c:pt idx="2858">
                  <c:v>5.7160000000000002</c:v>
                </c:pt>
                <c:pt idx="2859">
                  <c:v>5.718</c:v>
                </c:pt>
                <c:pt idx="2860">
                  <c:v>5.72</c:v>
                </c:pt>
                <c:pt idx="2861">
                  <c:v>5.7220000000000004</c:v>
                </c:pt>
                <c:pt idx="2862">
                  <c:v>5.7240000000000002</c:v>
                </c:pt>
                <c:pt idx="2863">
                  <c:v>5.726</c:v>
                </c:pt>
                <c:pt idx="2864">
                  <c:v>5.7279999999999998</c:v>
                </c:pt>
                <c:pt idx="2865">
                  <c:v>5.73</c:v>
                </c:pt>
                <c:pt idx="2866">
                  <c:v>5.7320000000000002</c:v>
                </c:pt>
                <c:pt idx="2867">
                  <c:v>5.734</c:v>
                </c:pt>
                <c:pt idx="2868">
                  <c:v>5.7359999999999998</c:v>
                </c:pt>
                <c:pt idx="2869">
                  <c:v>5.7380000000000004</c:v>
                </c:pt>
                <c:pt idx="2870">
                  <c:v>5.74</c:v>
                </c:pt>
                <c:pt idx="2871">
                  <c:v>5.742</c:v>
                </c:pt>
                <c:pt idx="2872">
                  <c:v>5.7439999999999998</c:v>
                </c:pt>
                <c:pt idx="2873">
                  <c:v>5.7460000000000004</c:v>
                </c:pt>
                <c:pt idx="2874">
                  <c:v>5.7480000000000002</c:v>
                </c:pt>
                <c:pt idx="2875">
                  <c:v>5.75</c:v>
                </c:pt>
                <c:pt idx="2876">
                  <c:v>5.7519999999999998</c:v>
                </c:pt>
                <c:pt idx="2877">
                  <c:v>5.7539999999999996</c:v>
                </c:pt>
                <c:pt idx="2878">
                  <c:v>5.7560000000000002</c:v>
                </c:pt>
                <c:pt idx="2879">
                  <c:v>5.758</c:v>
                </c:pt>
                <c:pt idx="2880">
                  <c:v>5.76</c:v>
                </c:pt>
                <c:pt idx="2881">
                  <c:v>5.7619999999999996</c:v>
                </c:pt>
                <c:pt idx="2882">
                  <c:v>5.7640000000000002</c:v>
                </c:pt>
                <c:pt idx="2883">
                  <c:v>5.766</c:v>
                </c:pt>
                <c:pt idx="2884">
                  <c:v>5.7679999999999998</c:v>
                </c:pt>
                <c:pt idx="2885">
                  <c:v>5.77</c:v>
                </c:pt>
                <c:pt idx="2886">
                  <c:v>5.7720000000000002</c:v>
                </c:pt>
                <c:pt idx="2887">
                  <c:v>5.774</c:v>
                </c:pt>
                <c:pt idx="2888">
                  <c:v>5.7759999999999998</c:v>
                </c:pt>
                <c:pt idx="2889">
                  <c:v>5.7779999999999996</c:v>
                </c:pt>
                <c:pt idx="2890">
                  <c:v>5.78</c:v>
                </c:pt>
                <c:pt idx="2891">
                  <c:v>5.782</c:v>
                </c:pt>
                <c:pt idx="2892">
                  <c:v>5.7839999999999998</c:v>
                </c:pt>
                <c:pt idx="2893">
                  <c:v>5.7859999999999996</c:v>
                </c:pt>
                <c:pt idx="2894">
                  <c:v>5.7880000000000003</c:v>
                </c:pt>
                <c:pt idx="2895">
                  <c:v>5.79</c:v>
                </c:pt>
                <c:pt idx="2896">
                  <c:v>5.7919999999999998</c:v>
                </c:pt>
                <c:pt idx="2897">
                  <c:v>5.7939999999999996</c:v>
                </c:pt>
                <c:pt idx="2898">
                  <c:v>5.7960000000000003</c:v>
                </c:pt>
                <c:pt idx="2899">
                  <c:v>5.798</c:v>
                </c:pt>
                <c:pt idx="2900">
                  <c:v>5.8</c:v>
                </c:pt>
                <c:pt idx="2901">
                  <c:v>5.8019999999999996</c:v>
                </c:pt>
                <c:pt idx="2902">
                  <c:v>5.8040000000000003</c:v>
                </c:pt>
                <c:pt idx="2903">
                  <c:v>5.806</c:v>
                </c:pt>
                <c:pt idx="2904">
                  <c:v>5.8079999999999998</c:v>
                </c:pt>
                <c:pt idx="2905">
                  <c:v>5.81</c:v>
                </c:pt>
                <c:pt idx="2906">
                  <c:v>5.8120000000000003</c:v>
                </c:pt>
                <c:pt idx="2907">
                  <c:v>5.8140000000000001</c:v>
                </c:pt>
                <c:pt idx="2908">
                  <c:v>5.8159999999999998</c:v>
                </c:pt>
                <c:pt idx="2909">
                  <c:v>5.8179999999999996</c:v>
                </c:pt>
                <c:pt idx="2910">
                  <c:v>5.82</c:v>
                </c:pt>
                <c:pt idx="2911">
                  <c:v>5.8220000000000001</c:v>
                </c:pt>
                <c:pt idx="2912">
                  <c:v>5.8239999999999998</c:v>
                </c:pt>
                <c:pt idx="2913">
                  <c:v>5.8259999999999996</c:v>
                </c:pt>
                <c:pt idx="2914">
                  <c:v>5.8280000000000003</c:v>
                </c:pt>
                <c:pt idx="2915">
                  <c:v>5.83</c:v>
                </c:pt>
                <c:pt idx="2916">
                  <c:v>5.8319999999999999</c:v>
                </c:pt>
                <c:pt idx="2917">
                  <c:v>5.8339999999999996</c:v>
                </c:pt>
                <c:pt idx="2918">
                  <c:v>5.8360000000000003</c:v>
                </c:pt>
                <c:pt idx="2919">
                  <c:v>5.8380000000000001</c:v>
                </c:pt>
                <c:pt idx="2920">
                  <c:v>5.84</c:v>
                </c:pt>
                <c:pt idx="2921">
                  <c:v>5.8419999999999996</c:v>
                </c:pt>
                <c:pt idx="2922">
                  <c:v>5.8440000000000003</c:v>
                </c:pt>
                <c:pt idx="2923">
                  <c:v>5.8460000000000001</c:v>
                </c:pt>
                <c:pt idx="2924">
                  <c:v>5.8479999999999999</c:v>
                </c:pt>
                <c:pt idx="2925">
                  <c:v>5.85</c:v>
                </c:pt>
                <c:pt idx="2926">
                  <c:v>5.8520000000000003</c:v>
                </c:pt>
                <c:pt idx="2927">
                  <c:v>5.8540000000000001</c:v>
                </c:pt>
                <c:pt idx="2928">
                  <c:v>5.8559999999999999</c:v>
                </c:pt>
                <c:pt idx="2929">
                  <c:v>5.8579999999999997</c:v>
                </c:pt>
                <c:pt idx="2930">
                  <c:v>5.86</c:v>
                </c:pt>
                <c:pt idx="2931">
                  <c:v>5.8620000000000001</c:v>
                </c:pt>
                <c:pt idx="2932">
                  <c:v>5.8639999999999999</c:v>
                </c:pt>
                <c:pt idx="2933">
                  <c:v>5.8659999999999997</c:v>
                </c:pt>
                <c:pt idx="2934">
                  <c:v>5.8680000000000003</c:v>
                </c:pt>
                <c:pt idx="2935">
                  <c:v>5.87</c:v>
                </c:pt>
                <c:pt idx="2936">
                  <c:v>5.8719999999999999</c:v>
                </c:pt>
                <c:pt idx="2937">
                  <c:v>5.8739999999999997</c:v>
                </c:pt>
                <c:pt idx="2938">
                  <c:v>5.8760000000000003</c:v>
                </c:pt>
                <c:pt idx="2939">
                  <c:v>5.8780000000000001</c:v>
                </c:pt>
                <c:pt idx="2940">
                  <c:v>5.88</c:v>
                </c:pt>
                <c:pt idx="2941">
                  <c:v>5.8819999999999997</c:v>
                </c:pt>
                <c:pt idx="2942">
                  <c:v>5.8840000000000003</c:v>
                </c:pt>
                <c:pt idx="2943">
                  <c:v>5.8860000000000001</c:v>
                </c:pt>
                <c:pt idx="2944">
                  <c:v>5.8879999999999999</c:v>
                </c:pt>
                <c:pt idx="2945">
                  <c:v>5.89</c:v>
                </c:pt>
                <c:pt idx="2946">
                  <c:v>5.8920000000000003</c:v>
                </c:pt>
                <c:pt idx="2947">
                  <c:v>5.8940000000000001</c:v>
                </c:pt>
                <c:pt idx="2948">
                  <c:v>5.8959999999999999</c:v>
                </c:pt>
                <c:pt idx="2949">
                  <c:v>5.8979999999999997</c:v>
                </c:pt>
                <c:pt idx="2950">
                  <c:v>5.9</c:v>
                </c:pt>
                <c:pt idx="2951">
                  <c:v>5.9020000000000001</c:v>
                </c:pt>
                <c:pt idx="2952">
                  <c:v>5.9039999999999999</c:v>
                </c:pt>
                <c:pt idx="2953">
                  <c:v>5.9059999999999997</c:v>
                </c:pt>
                <c:pt idx="2954">
                  <c:v>5.9080000000000004</c:v>
                </c:pt>
                <c:pt idx="2955">
                  <c:v>5.91</c:v>
                </c:pt>
                <c:pt idx="2956">
                  <c:v>5.9119999999999999</c:v>
                </c:pt>
                <c:pt idx="2957">
                  <c:v>5.9139999999999997</c:v>
                </c:pt>
                <c:pt idx="2958">
                  <c:v>5.9160000000000004</c:v>
                </c:pt>
                <c:pt idx="2959">
                  <c:v>5.9180000000000001</c:v>
                </c:pt>
                <c:pt idx="2960">
                  <c:v>5.92</c:v>
                </c:pt>
                <c:pt idx="2961">
                  <c:v>5.9219999999999997</c:v>
                </c:pt>
                <c:pt idx="2962">
                  <c:v>5.9240000000000004</c:v>
                </c:pt>
                <c:pt idx="2963">
                  <c:v>5.9260000000000002</c:v>
                </c:pt>
                <c:pt idx="2964">
                  <c:v>5.9279999999999999</c:v>
                </c:pt>
                <c:pt idx="2965">
                  <c:v>5.93</c:v>
                </c:pt>
                <c:pt idx="2966">
                  <c:v>5.9320000000000004</c:v>
                </c:pt>
                <c:pt idx="2967">
                  <c:v>5.9340000000000002</c:v>
                </c:pt>
                <c:pt idx="2968">
                  <c:v>5.9359999999999999</c:v>
                </c:pt>
                <c:pt idx="2969">
                  <c:v>5.9379999999999997</c:v>
                </c:pt>
                <c:pt idx="2970">
                  <c:v>5.94</c:v>
                </c:pt>
                <c:pt idx="2971">
                  <c:v>5.9420000000000002</c:v>
                </c:pt>
                <c:pt idx="2972">
                  <c:v>5.944</c:v>
                </c:pt>
                <c:pt idx="2973">
                  <c:v>5.9459999999999997</c:v>
                </c:pt>
                <c:pt idx="2974">
                  <c:v>5.9480000000000004</c:v>
                </c:pt>
                <c:pt idx="2975">
                  <c:v>5.95</c:v>
                </c:pt>
                <c:pt idx="2976">
                  <c:v>5.952</c:v>
                </c:pt>
                <c:pt idx="2977">
                  <c:v>5.9539999999999997</c:v>
                </c:pt>
                <c:pt idx="2978">
                  <c:v>5.9560000000000004</c:v>
                </c:pt>
                <c:pt idx="2979">
                  <c:v>5.9580000000000002</c:v>
                </c:pt>
                <c:pt idx="2980">
                  <c:v>5.96</c:v>
                </c:pt>
                <c:pt idx="2981">
                  <c:v>5.9619999999999997</c:v>
                </c:pt>
                <c:pt idx="2982">
                  <c:v>5.9640000000000004</c:v>
                </c:pt>
                <c:pt idx="2983">
                  <c:v>5.9660000000000002</c:v>
                </c:pt>
                <c:pt idx="2984">
                  <c:v>5.968</c:v>
                </c:pt>
                <c:pt idx="2985">
                  <c:v>5.97</c:v>
                </c:pt>
                <c:pt idx="2986">
                  <c:v>5.9720000000000004</c:v>
                </c:pt>
                <c:pt idx="2987">
                  <c:v>5.9740000000000002</c:v>
                </c:pt>
                <c:pt idx="2988">
                  <c:v>5.976</c:v>
                </c:pt>
                <c:pt idx="2989">
                  <c:v>5.9779999999999998</c:v>
                </c:pt>
                <c:pt idx="2990">
                  <c:v>5.98</c:v>
                </c:pt>
                <c:pt idx="2991">
                  <c:v>5.9820000000000002</c:v>
                </c:pt>
                <c:pt idx="2992">
                  <c:v>5.984</c:v>
                </c:pt>
                <c:pt idx="2993">
                  <c:v>5.9859999999999998</c:v>
                </c:pt>
                <c:pt idx="2994">
                  <c:v>5.9880000000000004</c:v>
                </c:pt>
                <c:pt idx="2995">
                  <c:v>5.99</c:v>
                </c:pt>
                <c:pt idx="2996">
                  <c:v>5.992</c:v>
                </c:pt>
                <c:pt idx="2997">
                  <c:v>5.9939999999999998</c:v>
                </c:pt>
                <c:pt idx="2998">
                  <c:v>5.9960000000000004</c:v>
                </c:pt>
                <c:pt idx="2999">
                  <c:v>5.9980000000000002</c:v>
                </c:pt>
                <c:pt idx="3000">
                  <c:v>6</c:v>
                </c:pt>
                <c:pt idx="3001">
                  <c:v>6.0019999999999998</c:v>
                </c:pt>
                <c:pt idx="3002">
                  <c:v>6.0039999999999996</c:v>
                </c:pt>
                <c:pt idx="3003">
                  <c:v>6.0060000000000002</c:v>
                </c:pt>
                <c:pt idx="3004">
                  <c:v>6.008</c:v>
                </c:pt>
                <c:pt idx="3005">
                  <c:v>6.01</c:v>
                </c:pt>
                <c:pt idx="3006">
                  <c:v>6.0119999999999996</c:v>
                </c:pt>
                <c:pt idx="3007">
                  <c:v>6.0140000000000002</c:v>
                </c:pt>
                <c:pt idx="3008">
                  <c:v>6.016</c:v>
                </c:pt>
                <c:pt idx="3009">
                  <c:v>6.0179999999999998</c:v>
                </c:pt>
                <c:pt idx="3010">
                  <c:v>6.02</c:v>
                </c:pt>
                <c:pt idx="3011">
                  <c:v>6.0220000000000002</c:v>
                </c:pt>
                <c:pt idx="3012">
                  <c:v>6.024</c:v>
                </c:pt>
                <c:pt idx="3013">
                  <c:v>6.0259999999999998</c:v>
                </c:pt>
                <c:pt idx="3014">
                  <c:v>6.0279999999999996</c:v>
                </c:pt>
                <c:pt idx="3015">
                  <c:v>6.03</c:v>
                </c:pt>
                <c:pt idx="3016">
                  <c:v>6.032</c:v>
                </c:pt>
                <c:pt idx="3017">
                  <c:v>6.0339999999999998</c:v>
                </c:pt>
                <c:pt idx="3018">
                  <c:v>6.0359999999999996</c:v>
                </c:pt>
                <c:pt idx="3019">
                  <c:v>6.0380000000000003</c:v>
                </c:pt>
                <c:pt idx="3020">
                  <c:v>6.04</c:v>
                </c:pt>
                <c:pt idx="3021">
                  <c:v>6.0419999999999998</c:v>
                </c:pt>
                <c:pt idx="3022">
                  <c:v>6.0439999999999996</c:v>
                </c:pt>
                <c:pt idx="3023">
                  <c:v>6.0460000000000003</c:v>
                </c:pt>
                <c:pt idx="3024">
                  <c:v>6.048</c:v>
                </c:pt>
                <c:pt idx="3025">
                  <c:v>6.05</c:v>
                </c:pt>
                <c:pt idx="3026">
                  <c:v>6.0519999999999996</c:v>
                </c:pt>
                <c:pt idx="3027">
                  <c:v>6.0540000000000003</c:v>
                </c:pt>
                <c:pt idx="3028">
                  <c:v>6.056</c:v>
                </c:pt>
                <c:pt idx="3029">
                  <c:v>6.0579999999999998</c:v>
                </c:pt>
                <c:pt idx="3030">
                  <c:v>6.06</c:v>
                </c:pt>
                <c:pt idx="3031">
                  <c:v>6.0620000000000003</c:v>
                </c:pt>
                <c:pt idx="3032">
                  <c:v>6.0640000000000001</c:v>
                </c:pt>
                <c:pt idx="3033">
                  <c:v>6.0659999999999998</c:v>
                </c:pt>
                <c:pt idx="3034">
                  <c:v>6.0679999999999996</c:v>
                </c:pt>
                <c:pt idx="3035">
                  <c:v>6.07</c:v>
                </c:pt>
                <c:pt idx="3036">
                  <c:v>6.0720000000000001</c:v>
                </c:pt>
                <c:pt idx="3037">
                  <c:v>6.0739999999999998</c:v>
                </c:pt>
                <c:pt idx="3038">
                  <c:v>6.0759999999999996</c:v>
                </c:pt>
                <c:pt idx="3039">
                  <c:v>6.0780000000000003</c:v>
                </c:pt>
                <c:pt idx="3040">
                  <c:v>6.08</c:v>
                </c:pt>
                <c:pt idx="3041">
                  <c:v>6.0819999999999999</c:v>
                </c:pt>
                <c:pt idx="3042">
                  <c:v>6.0839999999999996</c:v>
                </c:pt>
                <c:pt idx="3043">
                  <c:v>6.0860000000000003</c:v>
                </c:pt>
                <c:pt idx="3044">
                  <c:v>6.0880000000000001</c:v>
                </c:pt>
                <c:pt idx="3045">
                  <c:v>6.09</c:v>
                </c:pt>
                <c:pt idx="3046">
                  <c:v>6.0919999999999996</c:v>
                </c:pt>
                <c:pt idx="3047">
                  <c:v>6.0940000000000003</c:v>
                </c:pt>
                <c:pt idx="3048">
                  <c:v>6.0960000000000001</c:v>
                </c:pt>
                <c:pt idx="3049">
                  <c:v>6.0979999999999999</c:v>
                </c:pt>
                <c:pt idx="3050">
                  <c:v>6.1</c:v>
                </c:pt>
                <c:pt idx="3051">
                  <c:v>6.1020000000000003</c:v>
                </c:pt>
                <c:pt idx="3052">
                  <c:v>6.1040000000000001</c:v>
                </c:pt>
                <c:pt idx="3053">
                  <c:v>6.1059999999999999</c:v>
                </c:pt>
                <c:pt idx="3054">
                  <c:v>6.1079999999999997</c:v>
                </c:pt>
                <c:pt idx="3055">
                  <c:v>6.11</c:v>
                </c:pt>
                <c:pt idx="3056">
                  <c:v>6.1120000000000001</c:v>
                </c:pt>
                <c:pt idx="3057">
                  <c:v>6.1139999999999999</c:v>
                </c:pt>
                <c:pt idx="3058">
                  <c:v>6.1159999999999997</c:v>
                </c:pt>
                <c:pt idx="3059">
                  <c:v>6.1180000000000003</c:v>
                </c:pt>
                <c:pt idx="3060">
                  <c:v>6.12</c:v>
                </c:pt>
                <c:pt idx="3061">
                  <c:v>6.1219999999999999</c:v>
                </c:pt>
                <c:pt idx="3062">
                  <c:v>6.1239999999999997</c:v>
                </c:pt>
                <c:pt idx="3063">
                  <c:v>6.1260000000000003</c:v>
                </c:pt>
                <c:pt idx="3064">
                  <c:v>6.1280000000000001</c:v>
                </c:pt>
                <c:pt idx="3065">
                  <c:v>6.13</c:v>
                </c:pt>
                <c:pt idx="3066">
                  <c:v>6.1319999999999997</c:v>
                </c:pt>
                <c:pt idx="3067">
                  <c:v>6.1340000000000003</c:v>
                </c:pt>
                <c:pt idx="3068">
                  <c:v>6.1360000000000001</c:v>
                </c:pt>
                <c:pt idx="3069">
                  <c:v>6.1379999999999999</c:v>
                </c:pt>
                <c:pt idx="3070">
                  <c:v>6.14</c:v>
                </c:pt>
                <c:pt idx="3071">
                  <c:v>6.1420000000000003</c:v>
                </c:pt>
                <c:pt idx="3072">
                  <c:v>6.1440000000000001</c:v>
                </c:pt>
                <c:pt idx="3073">
                  <c:v>6.1459999999999999</c:v>
                </c:pt>
                <c:pt idx="3074">
                  <c:v>6.1479999999999997</c:v>
                </c:pt>
                <c:pt idx="3075">
                  <c:v>6.15</c:v>
                </c:pt>
                <c:pt idx="3076">
                  <c:v>6.1520000000000001</c:v>
                </c:pt>
                <c:pt idx="3077">
                  <c:v>6.1539999999999999</c:v>
                </c:pt>
                <c:pt idx="3078">
                  <c:v>6.1559999999999997</c:v>
                </c:pt>
                <c:pt idx="3079">
                  <c:v>6.1580000000000004</c:v>
                </c:pt>
                <c:pt idx="3080">
                  <c:v>6.16</c:v>
                </c:pt>
                <c:pt idx="3081">
                  <c:v>6.1619999999999999</c:v>
                </c:pt>
                <c:pt idx="3082">
                  <c:v>6.1639999999999997</c:v>
                </c:pt>
                <c:pt idx="3083">
                  <c:v>6.1660000000000004</c:v>
                </c:pt>
                <c:pt idx="3084">
                  <c:v>6.1680000000000001</c:v>
                </c:pt>
                <c:pt idx="3085">
                  <c:v>6.17</c:v>
                </c:pt>
                <c:pt idx="3086">
                  <c:v>6.1719999999999997</c:v>
                </c:pt>
                <c:pt idx="3087">
                  <c:v>6.1740000000000004</c:v>
                </c:pt>
                <c:pt idx="3088">
                  <c:v>6.1760000000000002</c:v>
                </c:pt>
                <c:pt idx="3089">
                  <c:v>6.1779999999999999</c:v>
                </c:pt>
                <c:pt idx="3090">
                  <c:v>6.18</c:v>
                </c:pt>
                <c:pt idx="3091">
                  <c:v>6.1820000000000004</c:v>
                </c:pt>
                <c:pt idx="3092">
                  <c:v>6.1840000000000002</c:v>
                </c:pt>
                <c:pt idx="3093">
                  <c:v>6.1859999999999999</c:v>
                </c:pt>
                <c:pt idx="3094">
                  <c:v>6.1879999999999997</c:v>
                </c:pt>
                <c:pt idx="3095">
                  <c:v>6.19</c:v>
                </c:pt>
                <c:pt idx="3096">
                  <c:v>6.1920000000000002</c:v>
                </c:pt>
                <c:pt idx="3097">
                  <c:v>6.194</c:v>
                </c:pt>
                <c:pt idx="3098">
                  <c:v>6.1959999999999997</c:v>
                </c:pt>
                <c:pt idx="3099">
                  <c:v>6.1980000000000004</c:v>
                </c:pt>
                <c:pt idx="3100">
                  <c:v>6.2</c:v>
                </c:pt>
                <c:pt idx="3101">
                  <c:v>6.202</c:v>
                </c:pt>
                <c:pt idx="3102">
                  <c:v>6.2039999999999997</c:v>
                </c:pt>
                <c:pt idx="3103">
                  <c:v>6.2060000000000004</c:v>
                </c:pt>
                <c:pt idx="3104">
                  <c:v>6.2080000000000002</c:v>
                </c:pt>
                <c:pt idx="3105">
                  <c:v>6.21</c:v>
                </c:pt>
                <c:pt idx="3106">
                  <c:v>6.2119999999999997</c:v>
                </c:pt>
                <c:pt idx="3107">
                  <c:v>6.2140000000000004</c:v>
                </c:pt>
                <c:pt idx="3108">
                  <c:v>6.2160000000000002</c:v>
                </c:pt>
                <c:pt idx="3109">
                  <c:v>6.218</c:v>
                </c:pt>
                <c:pt idx="3110">
                  <c:v>6.22</c:v>
                </c:pt>
                <c:pt idx="3111">
                  <c:v>6.2220000000000004</c:v>
                </c:pt>
                <c:pt idx="3112">
                  <c:v>6.2240000000000002</c:v>
                </c:pt>
                <c:pt idx="3113">
                  <c:v>6.226</c:v>
                </c:pt>
                <c:pt idx="3114">
                  <c:v>6.2279999999999998</c:v>
                </c:pt>
                <c:pt idx="3115">
                  <c:v>6.23</c:v>
                </c:pt>
                <c:pt idx="3116">
                  <c:v>6.2320000000000002</c:v>
                </c:pt>
                <c:pt idx="3117">
                  <c:v>6.234</c:v>
                </c:pt>
                <c:pt idx="3118">
                  <c:v>6.2359999999999998</c:v>
                </c:pt>
                <c:pt idx="3119">
                  <c:v>6.2380000000000004</c:v>
                </c:pt>
                <c:pt idx="3120">
                  <c:v>6.24</c:v>
                </c:pt>
                <c:pt idx="3121">
                  <c:v>6.242</c:v>
                </c:pt>
                <c:pt idx="3122">
                  <c:v>6.2439999999999998</c:v>
                </c:pt>
                <c:pt idx="3123">
                  <c:v>6.2460000000000004</c:v>
                </c:pt>
                <c:pt idx="3124">
                  <c:v>6.2480000000000002</c:v>
                </c:pt>
                <c:pt idx="3125">
                  <c:v>6.25</c:v>
                </c:pt>
                <c:pt idx="3126">
                  <c:v>6.2519999999999998</c:v>
                </c:pt>
                <c:pt idx="3127">
                  <c:v>6.2539999999999996</c:v>
                </c:pt>
                <c:pt idx="3128">
                  <c:v>6.2560000000000002</c:v>
                </c:pt>
                <c:pt idx="3129">
                  <c:v>6.258</c:v>
                </c:pt>
                <c:pt idx="3130">
                  <c:v>6.26</c:v>
                </c:pt>
                <c:pt idx="3131">
                  <c:v>6.2619999999999996</c:v>
                </c:pt>
                <c:pt idx="3132">
                  <c:v>6.2640000000000002</c:v>
                </c:pt>
                <c:pt idx="3133">
                  <c:v>6.266</c:v>
                </c:pt>
                <c:pt idx="3134">
                  <c:v>6.2679999999999998</c:v>
                </c:pt>
                <c:pt idx="3135">
                  <c:v>6.27</c:v>
                </c:pt>
                <c:pt idx="3136">
                  <c:v>6.2720000000000002</c:v>
                </c:pt>
                <c:pt idx="3137">
                  <c:v>6.274</c:v>
                </c:pt>
                <c:pt idx="3138">
                  <c:v>6.2759999999999998</c:v>
                </c:pt>
                <c:pt idx="3139">
                  <c:v>6.2779999999999996</c:v>
                </c:pt>
                <c:pt idx="3140">
                  <c:v>6.28</c:v>
                </c:pt>
                <c:pt idx="3141">
                  <c:v>6.282</c:v>
                </c:pt>
                <c:pt idx="3142">
                  <c:v>6.2839999999999998</c:v>
                </c:pt>
                <c:pt idx="3143">
                  <c:v>6.2859999999999996</c:v>
                </c:pt>
                <c:pt idx="3144">
                  <c:v>6.2880000000000003</c:v>
                </c:pt>
                <c:pt idx="3145">
                  <c:v>6.29</c:v>
                </c:pt>
                <c:pt idx="3146">
                  <c:v>6.2919999999999998</c:v>
                </c:pt>
                <c:pt idx="3147">
                  <c:v>6.2939999999999996</c:v>
                </c:pt>
                <c:pt idx="3148">
                  <c:v>6.2960000000000003</c:v>
                </c:pt>
                <c:pt idx="3149">
                  <c:v>6.298</c:v>
                </c:pt>
                <c:pt idx="3150">
                  <c:v>6.3</c:v>
                </c:pt>
                <c:pt idx="3151">
                  <c:v>6.3019999999999996</c:v>
                </c:pt>
                <c:pt idx="3152">
                  <c:v>6.3040000000000003</c:v>
                </c:pt>
                <c:pt idx="3153">
                  <c:v>6.306</c:v>
                </c:pt>
                <c:pt idx="3154">
                  <c:v>6.3079999999999998</c:v>
                </c:pt>
                <c:pt idx="3155">
                  <c:v>6.31</c:v>
                </c:pt>
                <c:pt idx="3156">
                  <c:v>6.3120000000000003</c:v>
                </c:pt>
                <c:pt idx="3157">
                  <c:v>6.3140000000000001</c:v>
                </c:pt>
                <c:pt idx="3158">
                  <c:v>6.3159999999999998</c:v>
                </c:pt>
                <c:pt idx="3159">
                  <c:v>6.3179999999999996</c:v>
                </c:pt>
                <c:pt idx="3160">
                  <c:v>6.32</c:v>
                </c:pt>
                <c:pt idx="3161">
                  <c:v>6.3220000000000001</c:v>
                </c:pt>
                <c:pt idx="3162">
                  <c:v>6.3239999999999998</c:v>
                </c:pt>
                <c:pt idx="3163">
                  <c:v>6.3259999999999996</c:v>
                </c:pt>
                <c:pt idx="3164">
                  <c:v>6.3280000000000003</c:v>
                </c:pt>
                <c:pt idx="3165">
                  <c:v>6.33</c:v>
                </c:pt>
                <c:pt idx="3166">
                  <c:v>6.3319999999999999</c:v>
                </c:pt>
                <c:pt idx="3167">
                  <c:v>6.3339999999999996</c:v>
                </c:pt>
                <c:pt idx="3168">
                  <c:v>6.3360000000000003</c:v>
                </c:pt>
                <c:pt idx="3169">
                  <c:v>6.3380000000000001</c:v>
                </c:pt>
                <c:pt idx="3170">
                  <c:v>6.34</c:v>
                </c:pt>
                <c:pt idx="3171">
                  <c:v>6.3419999999999996</c:v>
                </c:pt>
                <c:pt idx="3172">
                  <c:v>6.3440000000000003</c:v>
                </c:pt>
                <c:pt idx="3173">
                  <c:v>6.3460000000000001</c:v>
                </c:pt>
                <c:pt idx="3174">
                  <c:v>6.3479999999999999</c:v>
                </c:pt>
                <c:pt idx="3175">
                  <c:v>6.35</c:v>
                </c:pt>
                <c:pt idx="3176">
                  <c:v>6.3520000000000003</c:v>
                </c:pt>
                <c:pt idx="3177">
                  <c:v>6.3540000000000001</c:v>
                </c:pt>
                <c:pt idx="3178">
                  <c:v>6.3559999999999999</c:v>
                </c:pt>
                <c:pt idx="3179">
                  <c:v>6.3579999999999997</c:v>
                </c:pt>
                <c:pt idx="3180">
                  <c:v>6.36</c:v>
                </c:pt>
                <c:pt idx="3181">
                  <c:v>6.3620000000000001</c:v>
                </c:pt>
                <c:pt idx="3182">
                  <c:v>6.3639999999999999</c:v>
                </c:pt>
                <c:pt idx="3183">
                  <c:v>6.3659999999999997</c:v>
                </c:pt>
                <c:pt idx="3184">
                  <c:v>6.3680000000000003</c:v>
                </c:pt>
                <c:pt idx="3185">
                  <c:v>6.37</c:v>
                </c:pt>
                <c:pt idx="3186">
                  <c:v>6.3719999999999999</c:v>
                </c:pt>
                <c:pt idx="3187">
                  <c:v>6.3739999999999997</c:v>
                </c:pt>
                <c:pt idx="3188">
                  <c:v>6.3760000000000003</c:v>
                </c:pt>
                <c:pt idx="3189">
                  <c:v>6.3780000000000001</c:v>
                </c:pt>
                <c:pt idx="3190">
                  <c:v>6.38</c:v>
                </c:pt>
                <c:pt idx="3191">
                  <c:v>6.3819999999999997</c:v>
                </c:pt>
                <c:pt idx="3192">
                  <c:v>6.3840000000000003</c:v>
                </c:pt>
                <c:pt idx="3193">
                  <c:v>6.3860000000000001</c:v>
                </c:pt>
                <c:pt idx="3194">
                  <c:v>6.3879999999999999</c:v>
                </c:pt>
                <c:pt idx="3195">
                  <c:v>6.39</c:v>
                </c:pt>
                <c:pt idx="3196">
                  <c:v>6.3920000000000003</c:v>
                </c:pt>
                <c:pt idx="3197">
                  <c:v>6.3940000000000001</c:v>
                </c:pt>
                <c:pt idx="3198">
                  <c:v>6.3959999999999999</c:v>
                </c:pt>
                <c:pt idx="3199">
                  <c:v>6.3979999999999997</c:v>
                </c:pt>
                <c:pt idx="3200">
                  <c:v>6.4</c:v>
                </c:pt>
                <c:pt idx="3201">
                  <c:v>6.4020000000000001</c:v>
                </c:pt>
                <c:pt idx="3202">
                  <c:v>6.4039999999999999</c:v>
                </c:pt>
                <c:pt idx="3203">
                  <c:v>6.4059999999999997</c:v>
                </c:pt>
                <c:pt idx="3204">
                  <c:v>6.4080000000000004</c:v>
                </c:pt>
                <c:pt idx="3205">
                  <c:v>6.41</c:v>
                </c:pt>
                <c:pt idx="3206">
                  <c:v>6.4119999999999999</c:v>
                </c:pt>
                <c:pt idx="3207">
                  <c:v>6.4139999999999997</c:v>
                </c:pt>
                <c:pt idx="3208">
                  <c:v>6.4160000000000004</c:v>
                </c:pt>
                <c:pt idx="3209">
                  <c:v>6.4180000000000001</c:v>
                </c:pt>
                <c:pt idx="3210">
                  <c:v>6.42</c:v>
                </c:pt>
                <c:pt idx="3211">
                  <c:v>6.4219999999999997</c:v>
                </c:pt>
                <c:pt idx="3212">
                  <c:v>6.4240000000000004</c:v>
                </c:pt>
                <c:pt idx="3213">
                  <c:v>6.4260000000000002</c:v>
                </c:pt>
                <c:pt idx="3214">
                  <c:v>6.4279999999999999</c:v>
                </c:pt>
                <c:pt idx="3215">
                  <c:v>6.43</c:v>
                </c:pt>
                <c:pt idx="3216">
                  <c:v>6.4320000000000004</c:v>
                </c:pt>
                <c:pt idx="3217">
                  <c:v>6.4340000000000002</c:v>
                </c:pt>
                <c:pt idx="3218">
                  <c:v>6.4359999999999999</c:v>
                </c:pt>
                <c:pt idx="3219">
                  <c:v>6.4379999999999997</c:v>
                </c:pt>
                <c:pt idx="3220">
                  <c:v>6.44</c:v>
                </c:pt>
                <c:pt idx="3221">
                  <c:v>6.4420000000000002</c:v>
                </c:pt>
                <c:pt idx="3222">
                  <c:v>6.444</c:v>
                </c:pt>
                <c:pt idx="3223">
                  <c:v>6.4459999999999997</c:v>
                </c:pt>
                <c:pt idx="3224">
                  <c:v>6.4480000000000004</c:v>
                </c:pt>
                <c:pt idx="3225">
                  <c:v>6.45</c:v>
                </c:pt>
                <c:pt idx="3226">
                  <c:v>6.452</c:v>
                </c:pt>
                <c:pt idx="3227">
                  <c:v>6.4539999999999997</c:v>
                </c:pt>
                <c:pt idx="3228">
                  <c:v>6.4560000000000004</c:v>
                </c:pt>
                <c:pt idx="3229">
                  <c:v>6.4580000000000002</c:v>
                </c:pt>
                <c:pt idx="3230">
                  <c:v>6.46</c:v>
                </c:pt>
                <c:pt idx="3231">
                  <c:v>6.4619999999999997</c:v>
                </c:pt>
                <c:pt idx="3232">
                  <c:v>6.4640000000000004</c:v>
                </c:pt>
                <c:pt idx="3233">
                  <c:v>6.4660000000000002</c:v>
                </c:pt>
                <c:pt idx="3234">
                  <c:v>6.468</c:v>
                </c:pt>
                <c:pt idx="3235">
                  <c:v>6.47</c:v>
                </c:pt>
                <c:pt idx="3236">
                  <c:v>6.4720000000000004</c:v>
                </c:pt>
                <c:pt idx="3237">
                  <c:v>6.4740000000000002</c:v>
                </c:pt>
                <c:pt idx="3238">
                  <c:v>6.476</c:v>
                </c:pt>
                <c:pt idx="3239">
                  <c:v>6.4779999999999998</c:v>
                </c:pt>
                <c:pt idx="3240">
                  <c:v>6.48</c:v>
                </c:pt>
                <c:pt idx="3241">
                  <c:v>6.4820000000000002</c:v>
                </c:pt>
                <c:pt idx="3242">
                  <c:v>6.484</c:v>
                </c:pt>
                <c:pt idx="3243">
                  <c:v>6.4859999999999998</c:v>
                </c:pt>
                <c:pt idx="3244">
                  <c:v>6.4880000000000004</c:v>
                </c:pt>
                <c:pt idx="3245">
                  <c:v>6.49</c:v>
                </c:pt>
                <c:pt idx="3246">
                  <c:v>6.492</c:v>
                </c:pt>
                <c:pt idx="3247">
                  <c:v>6.4939999999999998</c:v>
                </c:pt>
                <c:pt idx="3248">
                  <c:v>6.4960000000000004</c:v>
                </c:pt>
                <c:pt idx="3249">
                  <c:v>6.4980000000000002</c:v>
                </c:pt>
                <c:pt idx="3250">
                  <c:v>6.5</c:v>
                </c:pt>
                <c:pt idx="3251">
                  <c:v>6.5019999999999998</c:v>
                </c:pt>
                <c:pt idx="3252">
                  <c:v>6.5039999999999996</c:v>
                </c:pt>
                <c:pt idx="3253">
                  <c:v>6.5060000000000002</c:v>
                </c:pt>
                <c:pt idx="3254">
                  <c:v>6.508</c:v>
                </c:pt>
                <c:pt idx="3255">
                  <c:v>6.51</c:v>
                </c:pt>
                <c:pt idx="3256">
                  <c:v>6.5119999999999996</c:v>
                </c:pt>
                <c:pt idx="3257">
                  <c:v>6.5140000000000002</c:v>
                </c:pt>
                <c:pt idx="3258">
                  <c:v>6.516</c:v>
                </c:pt>
                <c:pt idx="3259">
                  <c:v>6.5179999999999998</c:v>
                </c:pt>
                <c:pt idx="3260">
                  <c:v>6.52</c:v>
                </c:pt>
                <c:pt idx="3261">
                  <c:v>6.5220000000000002</c:v>
                </c:pt>
                <c:pt idx="3262">
                  <c:v>6.524</c:v>
                </c:pt>
                <c:pt idx="3263">
                  <c:v>6.5259999999999998</c:v>
                </c:pt>
                <c:pt idx="3264">
                  <c:v>6.5279999999999996</c:v>
                </c:pt>
                <c:pt idx="3265">
                  <c:v>6.53</c:v>
                </c:pt>
                <c:pt idx="3266">
                  <c:v>6.532</c:v>
                </c:pt>
                <c:pt idx="3267">
                  <c:v>6.5339999999999998</c:v>
                </c:pt>
                <c:pt idx="3268">
                  <c:v>6.5359999999999996</c:v>
                </c:pt>
                <c:pt idx="3269">
                  <c:v>6.5380000000000003</c:v>
                </c:pt>
                <c:pt idx="3270">
                  <c:v>6.54</c:v>
                </c:pt>
                <c:pt idx="3271">
                  <c:v>6.5419999999999998</c:v>
                </c:pt>
                <c:pt idx="3272">
                  <c:v>6.5439999999999996</c:v>
                </c:pt>
                <c:pt idx="3273">
                  <c:v>6.5460000000000003</c:v>
                </c:pt>
                <c:pt idx="3274">
                  <c:v>6.548</c:v>
                </c:pt>
                <c:pt idx="3275">
                  <c:v>6.55</c:v>
                </c:pt>
                <c:pt idx="3276">
                  <c:v>6.5519999999999996</c:v>
                </c:pt>
                <c:pt idx="3277">
                  <c:v>6.5540000000000003</c:v>
                </c:pt>
                <c:pt idx="3278">
                  <c:v>6.556</c:v>
                </c:pt>
                <c:pt idx="3279">
                  <c:v>6.5579999999999998</c:v>
                </c:pt>
                <c:pt idx="3280">
                  <c:v>6.56</c:v>
                </c:pt>
                <c:pt idx="3281">
                  <c:v>6.5620000000000003</c:v>
                </c:pt>
                <c:pt idx="3282">
                  <c:v>6.5640000000000001</c:v>
                </c:pt>
                <c:pt idx="3283">
                  <c:v>6.5659999999999998</c:v>
                </c:pt>
                <c:pt idx="3284">
                  <c:v>6.5679999999999996</c:v>
                </c:pt>
                <c:pt idx="3285">
                  <c:v>6.57</c:v>
                </c:pt>
                <c:pt idx="3286">
                  <c:v>6.5720000000000001</c:v>
                </c:pt>
                <c:pt idx="3287">
                  <c:v>6.5739999999999998</c:v>
                </c:pt>
                <c:pt idx="3288">
                  <c:v>6.5759999999999996</c:v>
                </c:pt>
                <c:pt idx="3289">
                  <c:v>6.5780000000000003</c:v>
                </c:pt>
                <c:pt idx="3290">
                  <c:v>6.58</c:v>
                </c:pt>
                <c:pt idx="3291">
                  <c:v>6.5819999999999999</c:v>
                </c:pt>
                <c:pt idx="3292">
                  <c:v>6.5839999999999996</c:v>
                </c:pt>
                <c:pt idx="3293">
                  <c:v>6.5860000000000003</c:v>
                </c:pt>
                <c:pt idx="3294">
                  <c:v>6.5880000000000001</c:v>
                </c:pt>
                <c:pt idx="3295">
                  <c:v>6.59</c:v>
                </c:pt>
                <c:pt idx="3296">
                  <c:v>6.5919999999999996</c:v>
                </c:pt>
                <c:pt idx="3297">
                  <c:v>6.5940000000000003</c:v>
                </c:pt>
                <c:pt idx="3298">
                  <c:v>6.5960000000000001</c:v>
                </c:pt>
                <c:pt idx="3299">
                  <c:v>6.5979999999999999</c:v>
                </c:pt>
                <c:pt idx="3300">
                  <c:v>6.6</c:v>
                </c:pt>
                <c:pt idx="3301">
                  <c:v>6.6020000000000003</c:v>
                </c:pt>
                <c:pt idx="3302">
                  <c:v>6.6040000000000001</c:v>
                </c:pt>
                <c:pt idx="3303">
                  <c:v>6.6059999999999999</c:v>
                </c:pt>
                <c:pt idx="3304">
                  <c:v>6.6079999999999997</c:v>
                </c:pt>
                <c:pt idx="3305">
                  <c:v>6.61</c:v>
                </c:pt>
                <c:pt idx="3306">
                  <c:v>6.6120000000000001</c:v>
                </c:pt>
                <c:pt idx="3307">
                  <c:v>6.6139999999999999</c:v>
                </c:pt>
                <c:pt idx="3308">
                  <c:v>6.6159999999999997</c:v>
                </c:pt>
                <c:pt idx="3309">
                  <c:v>6.6180000000000003</c:v>
                </c:pt>
                <c:pt idx="3310">
                  <c:v>6.62</c:v>
                </c:pt>
                <c:pt idx="3311">
                  <c:v>6.6219999999999999</c:v>
                </c:pt>
                <c:pt idx="3312">
                  <c:v>6.6239999999999997</c:v>
                </c:pt>
                <c:pt idx="3313">
                  <c:v>6.6260000000000003</c:v>
                </c:pt>
                <c:pt idx="3314">
                  <c:v>6.6280000000000001</c:v>
                </c:pt>
                <c:pt idx="3315">
                  <c:v>6.63</c:v>
                </c:pt>
                <c:pt idx="3316">
                  <c:v>6.6319999999999997</c:v>
                </c:pt>
                <c:pt idx="3317">
                  <c:v>6.6340000000000003</c:v>
                </c:pt>
                <c:pt idx="3318">
                  <c:v>6.6360000000000001</c:v>
                </c:pt>
                <c:pt idx="3319">
                  <c:v>6.6379999999999999</c:v>
                </c:pt>
                <c:pt idx="3320">
                  <c:v>6.64</c:v>
                </c:pt>
                <c:pt idx="3321">
                  <c:v>6.6420000000000003</c:v>
                </c:pt>
                <c:pt idx="3322">
                  <c:v>6.6440000000000001</c:v>
                </c:pt>
                <c:pt idx="3323">
                  <c:v>6.6459999999999999</c:v>
                </c:pt>
                <c:pt idx="3324">
                  <c:v>6.6479999999999997</c:v>
                </c:pt>
                <c:pt idx="3325">
                  <c:v>6.65</c:v>
                </c:pt>
                <c:pt idx="3326">
                  <c:v>6.6520000000000001</c:v>
                </c:pt>
                <c:pt idx="3327">
                  <c:v>6.6539999999999999</c:v>
                </c:pt>
                <c:pt idx="3328">
                  <c:v>6.6559999999999997</c:v>
                </c:pt>
                <c:pt idx="3329">
                  <c:v>6.6580000000000004</c:v>
                </c:pt>
                <c:pt idx="3330">
                  <c:v>6.66</c:v>
                </c:pt>
                <c:pt idx="3331">
                  <c:v>6.6619999999999999</c:v>
                </c:pt>
                <c:pt idx="3332">
                  <c:v>6.6639999999999997</c:v>
                </c:pt>
                <c:pt idx="3333">
                  <c:v>6.6660000000000004</c:v>
                </c:pt>
                <c:pt idx="3334">
                  <c:v>6.6680000000000001</c:v>
                </c:pt>
                <c:pt idx="3335">
                  <c:v>6.67</c:v>
                </c:pt>
                <c:pt idx="3336">
                  <c:v>6.6719999999999997</c:v>
                </c:pt>
                <c:pt idx="3337">
                  <c:v>6.6740000000000004</c:v>
                </c:pt>
                <c:pt idx="3338">
                  <c:v>6.6760000000000002</c:v>
                </c:pt>
                <c:pt idx="3339">
                  <c:v>6.6779999999999999</c:v>
                </c:pt>
                <c:pt idx="3340">
                  <c:v>6.68</c:v>
                </c:pt>
                <c:pt idx="3341">
                  <c:v>6.6820000000000004</c:v>
                </c:pt>
                <c:pt idx="3342">
                  <c:v>6.6840000000000002</c:v>
                </c:pt>
                <c:pt idx="3343">
                  <c:v>6.6859999999999999</c:v>
                </c:pt>
                <c:pt idx="3344">
                  <c:v>6.6879999999999997</c:v>
                </c:pt>
                <c:pt idx="3345">
                  <c:v>6.69</c:v>
                </c:pt>
                <c:pt idx="3346">
                  <c:v>6.6920000000000002</c:v>
                </c:pt>
                <c:pt idx="3347">
                  <c:v>6.694</c:v>
                </c:pt>
                <c:pt idx="3348">
                  <c:v>6.6959999999999997</c:v>
                </c:pt>
                <c:pt idx="3349">
                  <c:v>6.6980000000000004</c:v>
                </c:pt>
                <c:pt idx="3350">
                  <c:v>6.7</c:v>
                </c:pt>
              </c:numCache>
            </c:numRef>
          </c:xVal>
          <c:yVal>
            <c:numRef>
              <c:f>'C2_Raj_Carotid_Converted_select'!$B$2:$B$3352</c:f>
              <c:numCache>
                <c:formatCode>General</c:formatCode>
                <c:ptCount val="3351"/>
                <c:pt idx="0">
                  <c:v>-0.30799240775831999</c:v>
                </c:pt>
                <c:pt idx="1">
                  <c:v>-0.30762541822327399</c:v>
                </c:pt>
                <c:pt idx="2">
                  <c:v>-0.307264113060148</c:v>
                </c:pt>
                <c:pt idx="3">
                  <c:v>-0.30691132896303303</c:v>
                </c:pt>
                <c:pt idx="4">
                  <c:v>-0.306571072833142</c:v>
                </c:pt>
                <c:pt idx="5">
                  <c:v>-0.306248590544695</c:v>
                </c:pt>
                <c:pt idx="6">
                  <c:v>-0.30595040374825599</c:v>
                </c:pt>
                <c:pt idx="7">
                  <c:v>-0.30568431250970701</c:v>
                </c:pt>
                <c:pt idx="8">
                  <c:v>-0.30545936225403297</c:v>
                </c:pt>
                <c:pt idx="9">
                  <c:v>-0.30528577443313398</c:v>
                </c:pt>
                <c:pt idx="10">
                  <c:v>-0.30517484146925</c:v>
                </c:pt>
                <c:pt idx="11">
                  <c:v>-0.30513878764946201</c:v>
                </c:pt>
                <c:pt idx="12">
                  <c:v>-0.30519059861023101</c:v>
                </c:pt>
                <c:pt idx="13">
                  <c:v>-0.30534382281663203</c:v>
                </c:pt>
                <c:pt idx="14">
                  <c:v>-0.30561234907281498</c:v>
                </c:pt>
                <c:pt idx="15">
                  <c:v>-0.30601016469134301</c:v>
                </c:pt>
                <c:pt idx="16">
                  <c:v>-0.30655109954436299</c:v>
                </c:pt>
                <c:pt idx="17">
                  <c:v>-0.30724856178493498</c:v>
                </c:pt>
                <c:pt idx="18">
                  <c:v>-0.30811527147919299</c:v>
                </c:pt>
                <c:pt idx="19">
                  <c:v>-0.309162998654257</c:v>
                </c:pt>
                <c:pt idx="20">
                  <c:v>-0.31040231230583798</c:v>
                </c:pt>
                <c:pt idx="21">
                  <c:v>-0.31184234672031902</c:v>
                </c:pt>
                <c:pt idx="22">
                  <c:v>-0.31349059106317201</c:v>
                </c:pt>
                <c:pt idx="23">
                  <c:v>-0.31535270758723899</c:v>
                </c:pt>
                <c:pt idx="24">
                  <c:v>-0.317432383039362</c:v>
                </c:pt>
                <c:pt idx="25">
                  <c:v>-0.31973121689987699</c:v>
                </c:pt>
                <c:pt idx="26">
                  <c:v>-0.32224864896445499</c:v>
                </c:pt>
                <c:pt idx="27">
                  <c:v>-0.324981927489915</c:v>
                </c:pt>
                <c:pt idx="28">
                  <c:v>-0.32792611778053998</c:v>
                </c:pt>
                <c:pt idx="29">
                  <c:v>-0.331074149824509</c:v>
                </c:pt>
                <c:pt idx="30">
                  <c:v>-0.33441690245013</c:v>
                </c:pt>
                <c:pt idx="31">
                  <c:v>-0.33794332041360697</c:v>
                </c:pt>
                <c:pt idx="32">
                  <c:v>-0.34164055982768698</c:v>
                </c:pt>
                <c:pt idx="33">
                  <c:v>-0.34549415647026799</c:v>
                </c:pt>
                <c:pt idx="34">
                  <c:v>-0.34948821091236199</c:v>
                </c:pt>
                <c:pt idx="35">
                  <c:v>-0.35360558417504101</c:v>
                </c:pt>
                <c:pt idx="36">
                  <c:v>-0.35782809777817398</c:v>
                </c:pt>
                <c:pt idx="37">
                  <c:v>-0.36213673252172501</c:v>
                </c:pt>
                <c:pt idx="38">
                  <c:v>-0.36651182102281599</c:v>
                </c:pt>
                <c:pt idx="39">
                  <c:v>-0.37093322976234699</c:v>
                </c:pt>
                <c:pt idx="40">
                  <c:v>-0.37538052706091501</c:v>
                </c:pt>
                <c:pt idx="41">
                  <c:v>-0.37983313399781599</c:v>
                </c:pt>
                <c:pt idx="42">
                  <c:v>-0.38427045586462999</c:v>
                </c:pt>
                <c:pt idx="43">
                  <c:v>-0.38867199231840599</c:v>
                </c:pt>
                <c:pt idx="44">
                  <c:v>-0.39301742490079999</c:v>
                </c:pt>
                <c:pt idx="45">
                  <c:v>-0.397286680976082</c:v>
                </c:pt>
                <c:pt idx="46">
                  <c:v>-0.40145997352903101</c:v>
                </c:pt>
                <c:pt idx="47">
                  <c:v>-0.40551781688344601</c:v>
                </c:pt>
                <c:pt idx="48">
                  <c:v>-0.40944101938333399</c:v>
                </c:pt>
                <c:pt idx="49">
                  <c:v>-0.41321065533289802</c:v>
                </c:pt>
                <c:pt idx="50">
                  <c:v>-0.41680801982353999</c:v>
                </c:pt>
                <c:pt idx="51">
                  <c:v>-0.42021457134948897</c:v>
                </c:pt>
                <c:pt idx="52">
                  <c:v>-0.42341186825043398</c:v>
                </c:pt>
                <c:pt idx="53">
                  <c:v>-0.42638150589067197</c:v>
                </c:pt>
                <c:pt idx="54">
                  <c:v>-0.42910506190529102</c:v>
                </c:pt>
                <c:pt idx="55">
                  <c:v>-0.431564056699136</c:v>
                </c:pt>
                <c:pt idx="56">
                  <c:v>-0.43373993569164399</c:v>
                </c:pt>
                <c:pt idx="57">
                  <c:v>-0.43561407865139401</c:v>
                </c:pt>
                <c:pt idx="58">
                  <c:v>-0.43716783996591302</c:v>
                </c:pt>
                <c:pt idx="59">
                  <c:v>-0.43838262196710498</c:v>
                </c:pt>
                <c:pt idx="60">
                  <c:v>-0.43923998161146699</c:v>
                </c:pt>
                <c:pt idx="61">
                  <c:v>-0.43972176902219201</c:v>
                </c:pt>
                <c:pt idx="62">
                  <c:v>-0.43981029476559402</c:v>
                </c:pt>
                <c:pt idx="63">
                  <c:v>-0.43948852139362898</c:v>
                </c:pt>
                <c:pt idx="64">
                  <c:v>-0.43874027385835601</c:v>
                </c:pt>
                <c:pt idx="65">
                  <c:v>-0.43755046298507999</c:v>
                </c:pt>
                <c:pt idx="66">
                  <c:v>-0.43590531634799701</c:v>
                </c:pt>
                <c:pt idx="67">
                  <c:v>-0.43379261161302801</c:v>
                </c:pt>
                <c:pt idx="68">
                  <c:v>-0.43120190850415602</c:v>
                </c:pt>
                <c:pt idx="69">
                  <c:v>-0.428124776674498</c:v>
                </c:pt>
                <c:pt idx="70">
                  <c:v>-0.42455501762542502</c:v>
                </c:pt>
                <c:pt idx="71">
                  <c:v>-0.42048887928435302</c:v>
                </c:pt>
                <c:pt idx="72">
                  <c:v>-0.41592526191901602</c:v>
                </c:pt>
                <c:pt idx="73">
                  <c:v>-0.41086591376597198</c:v>
                </c:pt>
                <c:pt idx="74">
                  <c:v>-0.40531561412211198</c:v>
                </c:pt>
                <c:pt idx="75">
                  <c:v>-0.39928234076422298</c:v>
                </c:pt>
                <c:pt idx="76">
                  <c:v>-0.39277741757667201</c:v>
                </c:pt>
                <c:pt idx="77">
                  <c:v>-0.385815637392386</c:v>
                </c:pt>
                <c:pt idx="78">
                  <c:v>-0.378415354468773</c:v>
                </c:pt>
                <c:pt idx="79">
                  <c:v>-0.37059854082725302</c:v>
                </c:pt>
                <c:pt idx="80">
                  <c:v>-0.36239080092744202</c:v>
                </c:pt>
                <c:pt idx="81">
                  <c:v>-0.35382133985698799</c:v>
                </c:pt>
                <c:pt idx="82">
                  <c:v>-0.34492288139629701</c:v>
                </c:pt>
                <c:pt idx="83">
                  <c:v>-0.33573153386623</c:v>
                </c:pt>
                <c:pt idx="84">
                  <c:v>-0.32628660335659099</c:v>
                </c:pt>
                <c:pt idx="85">
                  <c:v>-0.31663035547949497</c:v>
                </c:pt>
                <c:pt idx="86">
                  <c:v>-0.30680772801844802</c:v>
                </c:pt>
                <c:pt idx="87">
                  <c:v>-0.29686599776767703</c:v>
                </c:pt>
                <c:pt idx="88">
                  <c:v>-0.28685440558333503</c:v>
                </c:pt>
                <c:pt idx="89">
                  <c:v>-0.276823744234514</c:v>
                </c:pt>
                <c:pt idx="90">
                  <c:v>-0.26682591401382899</c:v>
                </c:pt>
                <c:pt idx="91">
                  <c:v>-0.25691345128041998</c:v>
                </c:pt>
                <c:pt idx="92">
                  <c:v>-0.24713903532759801</c:v>
                </c:pt>
                <c:pt idx="93">
                  <c:v>-0.23755497937308501</c:v>
                </c:pt>
                <c:pt idx="94">
                  <c:v>-0.228212712095689</c:v>
                </c:pt>
                <c:pt idx="95">
                  <c:v>-0.21916225683214899</c:v>
                </c:pt>
                <c:pt idx="96">
                  <c:v>-0.21045171607554899</c:v>
                </c:pt>
                <c:pt idx="97">
                  <c:v>-0.20212676914848801</c:v>
                </c:pt>
                <c:pt idx="98">
                  <c:v>-0.194230190860672</c:v>
                </c:pt>
                <c:pt idx="99">
                  <c:v>-0.186801398642095</c:v>
                </c:pt>
                <c:pt idx="100">
                  <c:v>-0.17987603506869199</c:v>
                </c:pt>
                <c:pt idx="101">
                  <c:v>-0.17348559186457199</c:v>
                </c:pt>
                <c:pt idx="102">
                  <c:v>-0.16765708046121799</c:v>
                </c:pt>
                <c:pt idx="103">
                  <c:v>-0.162412753212134</c:v>
                </c:pt>
                <c:pt idx="104">
                  <c:v>-0.15776987860949199</c:v>
                </c:pt>
                <c:pt idx="105">
                  <c:v>-0.15374057342464101</c:v>
                </c:pt>
                <c:pt idx="106">
                  <c:v>-0.150331694503892</c:v>
                </c:pt>
                <c:pt idx="107">
                  <c:v>-0.14754479275771901</c:v>
                </c:pt>
                <c:pt idx="108">
                  <c:v>-0.14537613146456199</c:v>
                </c:pt>
                <c:pt idx="109">
                  <c:v>-0.143816770282304</c:v>
                </c:pt>
                <c:pt idx="110">
                  <c:v>-0.142852715337106</c:v>
                </c:pt>
                <c:pt idx="111">
                  <c:v>-0.142465134489379</c:v>
                </c:pt>
                <c:pt idx="112">
                  <c:v>-0.14263063544738899</c:v>
                </c:pt>
                <c:pt idx="113">
                  <c:v>-0.14332160295407601</c:v>
                </c:pt>
                <c:pt idx="114">
                  <c:v>-0.144506589943484</c:v>
                </c:pt>
                <c:pt idx="115">
                  <c:v>-0.14615075638008199</c:v>
                </c:pt>
                <c:pt idx="116">
                  <c:v>-0.14821634840553999</c:v>
                </c:pt>
                <c:pt idx="117">
                  <c:v>-0.15066320940539699</c:v>
                </c:pt>
                <c:pt idx="118">
                  <c:v>-0.15344931375780399</c:v>
                </c:pt>
                <c:pt idx="119">
                  <c:v>-0.15653131347174601</c:v>
                </c:pt>
                <c:pt idx="120">
                  <c:v>-0.15986508773553401</c:v>
                </c:pt>
                <c:pt idx="121">
                  <c:v>-0.16340628553425501</c:v>
                </c:pt>
                <c:pt idx="122">
                  <c:v>-0.16711085184940599</c:v>
                </c:pt>
                <c:pt idx="123">
                  <c:v>-0.17093552847171201</c:v>
                </c:pt>
                <c:pt idx="124">
                  <c:v>-0.17483832118633899</c:v>
                </c:pt>
                <c:pt idx="125">
                  <c:v>-0.17877892607913801</c:v>
                </c:pt>
                <c:pt idx="126">
                  <c:v>-0.182719108909322</c:v>
                </c:pt>
                <c:pt idx="127">
                  <c:v>-0.18662303275029499</c:v>
                </c:pt>
                <c:pt idx="128">
                  <c:v>-0.19045753028548701</c:v>
                </c:pt>
                <c:pt idx="129">
                  <c:v>-0.194192318256281</c:v>
                </c:pt>
                <c:pt idx="130">
                  <c:v>-0.19780015272183299</c:v>
                </c:pt>
                <c:pt idx="131">
                  <c:v>-0.20125692512562701</c:v>
                </c:pt>
                <c:pt idx="132">
                  <c:v>-0.204541700638385</c:v>
                </c:pt>
                <c:pt idx="133">
                  <c:v>-0.20763670169493201</c:v>
                </c:pt>
                <c:pt idx="134">
                  <c:v>-0.21052724092212599</c:v>
                </c:pt>
                <c:pt idx="135">
                  <c:v>-0.21320160875754099</c:v>
                </c:pt>
                <c:pt idx="136">
                  <c:v>-0.21565092205793601</c:v>
                </c:pt>
                <c:pt idx="137">
                  <c:v>-0.217868940918267</c:v>
                </c:pt>
                <c:pt idx="138">
                  <c:v>-0.219851861689254</c:v>
                </c:pt>
                <c:pt idx="139">
                  <c:v>-0.22159809468023101</c:v>
                </c:pt>
                <c:pt idx="140">
                  <c:v>-0.22310803519958999</c:v>
                </c:pt>
                <c:pt idx="141">
                  <c:v>-0.22438383639732801</c:v>
                </c:pt>
                <c:pt idx="142">
                  <c:v>-0.225429191809813</c:v>
                </c:pt>
                <c:pt idx="143">
                  <c:v>-0.22624913456280099</c:v>
                </c:pt>
                <c:pt idx="144">
                  <c:v>-0.226849858934148</c:v>
                </c:pt>
                <c:pt idx="145">
                  <c:v>-0.22723856852392099</c:v>
                </c:pt>
                <c:pt idx="146">
                  <c:v>-0.22742335371695899</c:v>
                </c:pt>
                <c:pt idx="147">
                  <c:v>-0.22741309951903799</c:v>
                </c:pt>
                <c:pt idx="148">
                  <c:v>-0.22721742327417299</c:v>
                </c:pt>
                <c:pt idx="149">
                  <c:v>-0.226846640289212</c:v>
                </c:pt>
                <c:pt idx="150">
                  <c:v>-0.226311754033964</c:v>
                </c:pt>
                <c:pt idx="151">
                  <c:v>-0.22562446637386799</c:v>
                </c:pt>
                <c:pt idx="152">
                  <c:v>-0.22479720227975999</c:v>
                </c:pt>
                <c:pt idx="153">
                  <c:v>-0.223843142718338</c:v>
                </c:pt>
                <c:pt idx="154">
                  <c:v>-0.22277625900672299</c:v>
                </c:pt>
                <c:pt idx="155">
                  <c:v>-0.221611341814174</c:v>
                </c:pt>
                <c:pt idx="156">
                  <c:v>-0.22036401818326901</c:v>
                </c:pt>
                <c:pt idx="157">
                  <c:v>-0.21905075040652</c:v>
                </c:pt>
                <c:pt idx="158">
                  <c:v>-0.21768881135423501</c:v>
                </c:pt>
                <c:pt idx="159">
                  <c:v>-0.21629623191991301</c:v>
                </c:pt>
                <c:pt idx="160">
                  <c:v>-0.21489171755966699</c:v>
                </c:pt>
                <c:pt idx="161">
                  <c:v>-0.21349453230141899</c:v>
                </c:pt>
                <c:pt idx="162">
                  <c:v>-0.21212434997552801</c:v>
                </c:pt>
                <c:pt idx="163">
                  <c:v>-0.210801073764178</c:v>
                </c:pt>
                <c:pt idx="164">
                  <c:v>-0.209544626486765</c:v>
                </c:pt>
                <c:pt idx="165">
                  <c:v>-0.208374715246681</c:v>
                </c:pt>
                <c:pt idx="166">
                  <c:v>-0.20731057506151501</c:v>
                </c:pt>
                <c:pt idx="167">
                  <c:v>-0.20637069692003701</c:v>
                </c:pt>
                <c:pt idx="168">
                  <c:v>-0.205572546511681</c:v>
                </c:pt>
                <c:pt idx="169">
                  <c:v>-0.20493228074330999</c:v>
                </c:pt>
                <c:pt idx="170">
                  <c:v>-0.204464469966604</c:v>
                </c:pt>
                <c:pt idx="171">
                  <c:v>-0.20418183433537801</c:v>
                </c:pt>
                <c:pt idx="172">
                  <c:v>-0.204095002761773</c:v>
                </c:pt>
                <c:pt idx="173">
                  <c:v>-0.204212302649174</c:v>
                </c:pt>
                <c:pt idx="174">
                  <c:v>-0.204539588138622</c:v>
                </c:pt>
                <c:pt idx="175">
                  <c:v>-0.205080114055705</c:v>
                </c:pt>
                <c:pt idx="176">
                  <c:v>-0.20583446194726299</c:v>
                </c:pt>
                <c:pt idx="177">
                  <c:v>-0.20680052339495</c:v>
                </c:pt>
                <c:pt idx="178">
                  <c:v>-0.207973544153397</c:v>
                </c:pt>
                <c:pt idx="179">
                  <c:v>-0.20934623067639599</c:v>
                </c:pt>
                <c:pt idx="180">
                  <c:v>-0.210908918389068</c:v>
                </c:pt>
                <c:pt idx="181">
                  <c:v>-0.212649798721287</c:v>
                </c:pt>
                <c:pt idx="182">
                  <c:v>-0.21455519948969701</c:v>
                </c:pt>
                <c:pt idx="183">
                  <c:v>-0.21660991077280001</c:v>
                </c:pt>
                <c:pt idx="184">
                  <c:v>-0.218797546085329</c:v>
                </c:pt>
                <c:pt idx="185">
                  <c:v>-0.22110092660081601</c:v>
                </c:pt>
                <c:pt idx="186">
                  <c:v>-0.22350247462806599</c:v>
                </c:pt>
                <c:pt idx="187">
                  <c:v>-0.22598460178350999</c:v>
                </c:pt>
                <c:pt idx="188">
                  <c:v>-0.22853007752125801</c:v>
                </c:pt>
                <c:pt idx="189">
                  <c:v>-0.231122364904608</c:v>
                </c:pt>
                <c:pt idx="190">
                  <c:v>-0.233745912537384</c:v>
                </c:pt>
                <c:pt idx="191">
                  <c:v>-0.23638639414995999</c:v>
                </c:pt>
                <c:pt idx="192">
                  <c:v>-0.23903089022151899</c:v>
                </c:pt>
                <c:pt idx="193">
                  <c:v>-0.241668009010963</c:v>
                </c:pt>
                <c:pt idx="194">
                  <c:v>-0.24428794721812799</c:v>
                </c:pt>
                <c:pt idx="195">
                  <c:v>-0.246882492944101</c:v>
                </c:pt>
                <c:pt idx="196">
                  <c:v>-0.249444975505137</c:v>
                </c:pt>
                <c:pt idx="197">
                  <c:v>-0.25197016800129401</c:v>
                </c:pt>
                <c:pt idx="198">
                  <c:v>-0.25445414948078299</c:v>
                </c:pt>
                <c:pt idx="199">
                  <c:v>-0.256894134177725</c:v>
                </c:pt>
                <c:pt idx="200">
                  <c:v>-0.25928827568805402</c:v>
                </c:pt>
                <c:pt idx="201">
                  <c:v>-0.261635454147292</c:v>
                </c:pt>
                <c:pt idx="202">
                  <c:v>-0.26393505452593302</c:v>
                </c:pt>
                <c:pt idx="203">
                  <c:v>-0.26618674403619003</c:v>
                </c:pt>
                <c:pt idx="204">
                  <c:v>-0.26839025631420199</c:v>
                </c:pt>
                <c:pt idx="205">
                  <c:v>-0.270545189515076</c:v>
                </c:pt>
                <c:pt idx="206">
                  <c:v>-0.27265082472694402</c:v>
                </c:pt>
                <c:pt idx="207">
                  <c:v>-0.27470597012305498</c:v>
                </c:pt>
                <c:pt idx="208">
                  <c:v>-0.27670883503288901</c:v>
                </c:pt>
                <c:pt idx="209">
                  <c:v>-0.27865693675512199</c:v>
                </c:pt>
                <c:pt idx="210">
                  <c:v>-0.28054704163883698</c:v>
                </c:pt>
                <c:pt idx="211">
                  <c:v>-0.282375140845601</c:v>
                </c:pt>
                <c:pt idx="212">
                  <c:v>-0.28413646030157103</c:v>
                </c:pt>
                <c:pt idx="213">
                  <c:v>-0.28582550362343601</c:v>
                </c:pt>
                <c:pt idx="214">
                  <c:v>-0.28743612619470299</c:v>
                </c:pt>
                <c:pt idx="215">
                  <c:v>-0.28896163801028502</c:v>
                </c:pt>
                <c:pt idx="216">
                  <c:v>-0.29039493233973401</c:v>
                </c:pt>
                <c:pt idx="217">
                  <c:v>-0.29172863665078702</c:v>
                </c:pt>
                <c:pt idx="218">
                  <c:v>-0.292955281587782</c:v>
                </c:pt>
                <c:pt idx="219">
                  <c:v>-0.29406748316592601</c:v>
                </c:pt>
                <c:pt idx="220">
                  <c:v>-0.29505813281279097</c:v>
                </c:pt>
                <c:pt idx="221">
                  <c:v>-0.29592058954073702</c:v>
                </c:pt>
                <c:pt idx="222">
                  <c:v>-0.296648868386509</c:v>
                </c:pt>
                <c:pt idx="223">
                  <c:v>-0.29723781925683801</c:v>
                </c:pt>
                <c:pt idx="224">
                  <c:v>-0.29768329041796598</c:v>
                </c:pt>
                <c:pt idx="225">
                  <c:v>-0.29798227111958397</c:v>
                </c:pt>
                <c:pt idx="226">
                  <c:v>-0.298133008442376</c:v>
                </c:pt>
                <c:pt idx="227">
                  <c:v>-0.29813509457707599</c:v>
                </c:pt>
                <c:pt idx="228">
                  <c:v>-0.297989522329898</c:v>
                </c:pt>
                <c:pt idx="229">
                  <c:v>-0.29769870838777901</c:v>
                </c:pt>
                <c:pt idx="230">
                  <c:v>-0.29726648537806699</c:v>
                </c:pt>
                <c:pt idx="231">
                  <c:v>-0.29669806480570998</c:v>
                </c:pt>
                <c:pt idx="232">
                  <c:v>-0.29599997356788099</c:v>
                </c:pt>
                <c:pt idx="233">
                  <c:v>-0.295179967052079</c:v>
                </c:pt>
                <c:pt idx="234">
                  <c:v>-0.29424692191315199</c:v>
                </c:pt>
                <c:pt idx="235">
                  <c:v>-0.29321071158509399</c:v>
                </c:pt>
                <c:pt idx="236">
                  <c:v>-0.29208206754154997</c:v>
                </c:pt>
                <c:pt idx="237">
                  <c:v>-0.29087242936072499</c:v>
                </c:pt>
                <c:pt idx="238">
                  <c:v>-0.28959378671661901</c:v>
                </c:pt>
                <c:pt idx="239">
                  <c:v>-0.28825851636859001</c:v>
                </c:pt>
                <c:pt idx="240">
                  <c:v>-0.28687921700005597</c:v>
                </c:pt>
                <c:pt idx="241">
                  <c:v>-0.28546854443035602</c:v>
                </c:pt>
                <c:pt idx="242">
                  <c:v>-0.28403904936695101</c:v>
                </c:pt>
                <c:pt idx="243">
                  <c:v>-0.28260301949424299</c:v>
                </c:pt>
                <c:pt idx="244">
                  <c:v>-0.28117232731802699</c:v>
                </c:pt>
                <c:pt idx="245">
                  <c:v>-0.27975828486825299</c:v>
                </c:pt>
                <c:pt idx="246">
                  <c:v>-0.27837150621525603</c:v>
                </c:pt>
                <c:pt idx="247">
                  <c:v>-0.27702177882294299</c:v>
                </c:pt>
                <c:pt idx="248">
                  <c:v>-0.27571794496720098</c:v>
                </c:pt>
                <c:pt idx="249">
                  <c:v>-0.27446779463882198</c:v>
                </c:pt>
                <c:pt idx="250">
                  <c:v>-0.27327797143058202</c:v>
                </c:pt>
                <c:pt idx="251">
                  <c:v>-0.27215389288860597</c:v>
                </c:pt>
                <c:pt idx="252">
                  <c:v>-0.27109968674470702</c:v>
                </c:pt>
                <c:pt idx="253">
                  <c:v>-0.270118144352753</c:v>
                </c:pt>
                <c:pt idx="254">
                  <c:v>-0.26921069249035801</c:v>
                </c:pt>
                <c:pt idx="255">
                  <c:v>-0.26837738442457099</c:v>
                </c:pt>
                <c:pt idx="256">
                  <c:v>-0.26761691079570699</c:v>
                </c:pt>
                <c:pt idx="257">
                  <c:v>-0.26692663052114102</c:v>
                </c:pt>
                <c:pt idx="258">
                  <c:v>-0.26630262165096402</c:v>
                </c:pt>
                <c:pt idx="259">
                  <c:v>-0.26573975196872801</c:v>
                </c:pt>
                <c:pt idx="260">
                  <c:v>-0.26523176911150897</c:v>
                </c:pt>
                <c:pt idx="261">
                  <c:v>-0.26477141002969501</c:v>
                </c:pt>
                <c:pt idx="262">
                  <c:v>-0.26435052962292099</c:v>
                </c:pt>
                <c:pt idx="263">
                  <c:v>-0.263960248247187</c:v>
                </c:pt>
                <c:pt idx="264">
                  <c:v>-0.26359111740278002</c:v>
                </c:pt>
                <c:pt idx="265">
                  <c:v>-0.26323330230178799</c:v>
                </c:pt>
                <c:pt idx="266">
                  <c:v>-0.26287677926471797</c:v>
                </c:pt>
                <c:pt idx="267">
                  <c:v>-0.26251154509074198</c:v>
                </c:pt>
                <c:pt idx="268">
                  <c:v>-0.26212783476415802</c:v>
                </c:pt>
                <c:pt idx="269">
                  <c:v>-0.26171634319585102</c:v>
                </c:pt>
                <c:pt idx="270">
                  <c:v>-0.261268446220984</c:v>
                </c:pt>
                <c:pt idx="271">
                  <c:v>-0.26077641578359501</c:v>
                </c:pt>
                <c:pt idx="272">
                  <c:v>-0.26023362409844603</c:v>
                </c:pt>
                <c:pt idx="273">
                  <c:v>-0.259634731531037</c:v>
                </c:pt>
                <c:pt idx="274">
                  <c:v>-0.25897585289265301</c:v>
                </c:pt>
                <c:pt idx="275">
                  <c:v>-0.25825469678284302</c:v>
                </c:pt>
                <c:pt idx="276">
                  <c:v>-0.25747067266477103</c:v>
                </c:pt>
                <c:pt idx="277">
                  <c:v>-0.25662496075839197</c:v>
                </c:pt>
                <c:pt idx="278">
                  <c:v>-0.25572054070725703</c:v>
                </c:pt>
                <c:pt idx="279">
                  <c:v>-0.254762176235376</c:v>
                </c:pt>
                <c:pt idx="280">
                  <c:v>-0.253756354443259</c:v>
                </c:pt>
                <c:pt idx="281">
                  <c:v>-0.25271117980410401</c:v>
                </c:pt>
                <c:pt idx="282">
                  <c:v>-0.25163622423691101</c:v>
                </c:pt>
                <c:pt idx="283">
                  <c:v>-0.25054233583323399</c:v>
                </c:pt>
                <c:pt idx="284">
                  <c:v>-0.24944140984697899</c:v>
                </c:pt>
                <c:pt idx="285">
                  <c:v>-0.248346126383067</c:v>
                </c:pt>
                <c:pt idx="286">
                  <c:v>-0.24726965987851299</c:v>
                </c:pt>
                <c:pt idx="287">
                  <c:v>-0.24622536602637701</c:v>
                </c:pt>
                <c:pt idx="288">
                  <c:v>-0.24522645228631901</c:v>
                </c:pt>
                <c:pt idx="289">
                  <c:v>-0.24428563857813301</c:v>
                </c:pt>
                <c:pt idx="290">
                  <c:v>-0.24341481519449201</c:v>
                </c:pt>
                <c:pt idx="291">
                  <c:v>-0.24262470540499101</c:v>
                </c:pt>
                <c:pt idx="292">
                  <c:v>-0.24192454061753599</c:v>
                </c:pt>
                <c:pt idx="293">
                  <c:v>-0.24132175621336199</c:v>
                </c:pt>
                <c:pt idx="294">
                  <c:v>-0.24082171613982001</c:v>
                </c:pt>
                <c:pt idx="295">
                  <c:v>-0.24042747395978101</c:v>
                </c:pt>
                <c:pt idx="296">
                  <c:v>-0.24013957739856001</c:v>
                </c:pt>
                <c:pt idx="297">
                  <c:v>-0.23995592266103299</c:v>
                </c:pt>
                <c:pt idx="298">
                  <c:v>-0.23987166399014001</c:v>
                </c:pt>
                <c:pt idx="299">
                  <c:v>-0.239879183025553</c:v>
                </c:pt>
                <c:pt idx="300">
                  <c:v>-0.239968121370086</c:v>
                </c:pt>
                <c:pt idx="301">
                  <c:v>-0.24012547833363199</c:v>
                </c:pt>
                <c:pt idx="302">
                  <c:v>-0.240335774130047</c:v>
                </c:pt>
                <c:pt idx="303">
                  <c:v>-0.24058127687952299</c:v>
                </c:pt>
                <c:pt idx="304">
                  <c:v>-0.240842289635844</c:v>
                </c:pt>
                <c:pt idx="305">
                  <c:v>-0.24109749140096701</c:v>
                </c:pt>
                <c:pt idx="306">
                  <c:v>-0.2413243239134</c:v>
                </c:pt>
                <c:pt idx="307">
                  <c:v>-0.24149941416332499</c:v>
                </c:pt>
                <c:pt idx="308">
                  <c:v>-0.24159902128695601</c:v>
                </c:pt>
                <c:pt idx="309">
                  <c:v>-0.24159949580378501</c:v>
                </c:pt>
                <c:pt idx="310">
                  <c:v>-0.24147773913253001</c:v>
                </c:pt>
                <c:pt idx="311">
                  <c:v>-0.24121165201448599</c:v>
                </c:pt>
                <c:pt idx="312">
                  <c:v>-0.24078056184675101</c:v>
                </c:pt>
                <c:pt idx="313">
                  <c:v>-0.24016562074421799</c:v>
                </c:pt>
                <c:pt idx="314">
                  <c:v>-0.239350168045603</c:v>
                </c:pt>
                <c:pt idx="315">
                  <c:v>-0.23832005264103601</c:v>
                </c:pt>
                <c:pt idx="316">
                  <c:v>-0.23706391177780101</c:v>
                </c:pt>
                <c:pt idx="317">
                  <c:v>-0.23557340391713499</c:v>
                </c:pt>
                <c:pt idx="318">
                  <c:v>-0.23384339387244599</c:v>
                </c:pt>
                <c:pt idx="319">
                  <c:v>-0.231872088945898</c:v>
                </c:pt>
                <c:pt idx="320">
                  <c:v>-0.22966112515031201</c:v>
                </c:pt>
                <c:pt idx="321">
                  <c:v>-0.22721560292446799</c:v>
                </c:pt>
                <c:pt idx="322">
                  <c:v>-0.22454407211853999</c:v>
                </c:pt>
                <c:pt idx="323">
                  <c:v>-0.22165846652167701</c:v>
                </c:pt>
                <c:pt idx="324">
                  <c:v>-0.21857398884037901</c:v>
                </c:pt>
                <c:pt idx="325">
                  <c:v>-0.21530894776734799</c:v>
                </c:pt>
                <c:pt idx="326">
                  <c:v>-0.21188454953935101</c:v>
                </c:pt>
                <c:pt idx="327">
                  <c:v>-0.20832464711406101</c:v>
                </c:pt>
                <c:pt idx="328">
                  <c:v>-0.204655450750174</c:v>
                </c:pt>
                <c:pt idx="329">
                  <c:v>-0.20090520429952999</c:v>
                </c:pt>
                <c:pt idx="330">
                  <c:v>-0.19710383188050101</c:v>
                </c:pt>
                <c:pt idx="331">
                  <c:v>-0.193282559810079</c:v>
                </c:pt>
                <c:pt idx="332">
                  <c:v>-0.18947351878639199</c:v>
                </c:pt>
                <c:pt idx="333">
                  <c:v>-0.185709331411474</c:v>
                </c:pt>
                <c:pt idx="334">
                  <c:v>-0.182022690292682</c:v>
                </c:pt>
                <c:pt idx="335">
                  <c:v>-0.178445932204847</c:v>
                </c:pt>
                <c:pt idx="336">
                  <c:v>-0.175010614136276</c:v>
                </c:pt>
                <c:pt idx="337">
                  <c:v>-0.17174709739923</c:v>
                </c:pt>
                <c:pt idx="338">
                  <c:v>-0.16868414621500499</c:v>
                </c:pt>
                <c:pt idx="339">
                  <c:v>-0.165848547164021</c:v>
                </c:pt>
                <c:pt idx="340">
                  <c:v>-0.16326475556532299</c:v>
                </c:pt>
                <c:pt idx="341">
                  <c:v>-0.16095457420986101</c:v>
                </c:pt>
                <c:pt idx="342">
                  <c:v>-0.15893686897781201</c:v>
                </c:pt>
                <c:pt idx="343">
                  <c:v>-0.15722732485107099</c:v>
                </c:pt>
                <c:pt idx="344">
                  <c:v>-0.155838244790833</c:v>
                </c:pt>
                <c:pt idx="345">
                  <c:v>-0.15477839290100001</c:v>
                </c:pt>
                <c:pt idx="346">
                  <c:v>-0.15405288224807301</c:v>
                </c:pt>
                <c:pt idx="347">
                  <c:v>-0.15366310676022299</c:v>
                </c:pt>
                <c:pt idx="348">
                  <c:v>-0.15360671596515199</c:v>
                </c:pt>
                <c:pt idx="349">
                  <c:v>-0.15387763110309499</c:v>
                </c:pt>
                <c:pt idx="350">
                  <c:v>-0.15446610138657799</c:v>
                </c:pt>
                <c:pt idx="351">
                  <c:v>-0.15535879970594599</c:v>
                </c:pt>
                <c:pt idx="352">
                  <c:v>-0.156538957612326</c:v>
                </c:pt>
                <c:pt idx="353">
                  <c:v>-0.15798653968915</c:v>
                </c:pt>
                <c:pt idx="354">
                  <c:v>-0.15967845731973701</c:v>
                </c:pt>
                <c:pt idx="355">
                  <c:v>-0.16158882134159799</c:v>
                </c:pt>
                <c:pt idx="356">
                  <c:v>-0.16368923217212</c:v>
                </c:pt>
                <c:pt idx="357">
                  <c:v>-0.16594910482229</c:v>
                </c:pt>
                <c:pt idx="358">
                  <c:v>-0.16833602505397299</c:v>
                </c:pt>
                <c:pt idx="359">
                  <c:v>-0.17081613207430499</c:v>
                </c:pt>
                <c:pt idx="360">
                  <c:v>-0.173354522715784</c:v>
                </c:pt>
                <c:pt idx="361">
                  <c:v>-0.17591567188545301</c:v>
                </c:pt>
                <c:pt idx="362">
                  <c:v>-0.17846386391231001</c:v>
                </c:pt>
                <c:pt idx="363">
                  <c:v>-0.18096362911285099</c:v>
                </c:pt>
                <c:pt idx="364">
                  <c:v>-0.18338017949229299</c:v>
                </c:pt>
                <c:pt idx="365">
                  <c:v>-0.185679837189759</c:v>
                </c:pt>
                <c:pt idx="366">
                  <c:v>-0.187830449192953</c:v>
                </c:pt>
                <c:pt idx="367">
                  <c:v>-0.18980178200860401</c:v>
                </c:pt>
                <c:pt idx="368">
                  <c:v>-0.19156589029762999</c:v>
                </c:pt>
                <c:pt idx="369">
                  <c:v>-0.19309745382851301</c:v>
                </c:pt>
                <c:pt idx="370">
                  <c:v>-0.194374077366989</c:v>
                </c:pt>
                <c:pt idx="371">
                  <c:v>-0.19537654832262699</c:v>
                </c:pt>
                <c:pt idx="372">
                  <c:v>-0.196089047207852</c:v>
                </c:pt>
                <c:pt idx="373">
                  <c:v>-0.19649930631407</c:v>
                </c:pt>
                <c:pt idx="374">
                  <c:v>-0.19659871253627501</c:v>
                </c:pt>
                <c:pt idx="375">
                  <c:v>-0.19638235105601801</c:v>
                </c:pt>
                <c:pt idx="376">
                  <c:v>-0.19584898767200301</c:v>
                </c:pt>
                <c:pt idx="377">
                  <c:v>-0.19500098890067499</c:v>
                </c:pt>
                <c:pt idx="378">
                  <c:v>-0.19384418041561299</c:v>
                </c:pt>
                <c:pt idx="379">
                  <c:v>-0.192387645827793</c:v>
                </c:pt>
                <c:pt idx="380">
                  <c:v>-0.190643469200241</c:v>
                </c:pt>
                <c:pt idx="381">
                  <c:v>-0.188626426060855</c:v>
                </c:pt>
                <c:pt idx="382">
                  <c:v>-0.18635362899288899</c:v>
                </c:pt>
                <c:pt idx="383">
                  <c:v>-0.183844135045378</c:v>
                </c:pt>
                <c:pt idx="384">
                  <c:v>-0.181118523132347</c:v>
                </c:pt>
                <c:pt idx="385">
                  <c:v>-0.178198450259828</c:v>
                </c:pt>
                <c:pt idx="386">
                  <c:v>-0.175106195834342</c:v>
                </c:pt>
                <c:pt idx="387">
                  <c:v>-0.17186420342800099</c:v>
                </c:pt>
                <c:pt idx="388">
                  <c:v>-0.168494629154193</c:v>
                </c:pt>
                <c:pt idx="389">
                  <c:v>-0.16501890525947799</c:v>
                </c:pt>
                <c:pt idx="390">
                  <c:v>-0.161457326753915</c:v>
                </c:pt>
                <c:pt idx="391">
                  <c:v>-0.15782866799006501</c:v>
                </c:pt>
                <c:pt idx="392">
                  <c:v>-0.15414983512762701</c:v>
                </c:pt>
                <c:pt idx="393">
                  <c:v>-0.15043555939578901</c:v>
                </c:pt>
                <c:pt idx="394">
                  <c:v>-0.14669813496140599</c:v>
                </c:pt>
                <c:pt idx="395">
                  <c:v>-0.142947204027291</c:v>
                </c:pt>
                <c:pt idx="396">
                  <c:v>-0.13918959059187999</c:v>
                </c:pt>
                <c:pt idx="397">
                  <c:v>-0.13542918320945899</c:v>
                </c:pt>
                <c:pt idx="398">
                  <c:v>-0.13166686619736201</c:v>
                </c:pt>
                <c:pt idx="399">
                  <c:v>-0.12790049811030399</c:v>
                </c:pt>
                <c:pt idx="400">
                  <c:v>-0.124124935943548</c:v>
                </c:pt>
                <c:pt idx="401">
                  <c:v>-0.12033210334059399</c:v>
                </c:pt>
                <c:pt idx="402">
                  <c:v>-0.11651110094570299</c:v>
                </c:pt>
                <c:pt idx="403">
                  <c:v>-0.112648356900478</c:v>
                </c:pt>
                <c:pt idx="404">
                  <c:v>-0.108727815311407</c:v>
                </c:pt>
                <c:pt idx="405">
                  <c:v>-0.10473116026064699</c:v>
                </c:pt>
                <c:pt idx="406">
                  <c:v>-0.100638072604346</c:v>
                </c:pt>
                <c:pt idx="407">
                  <c:v>-9.6426516536590706E-2</c:v>
                </c:pt>
                <c:pt idx="408">
                  <c:v>-9.2073052803954794E-2</c:v>
                </c:pt>
                <c:pt idx="409">
                  <c:v>-8.7553175445072295E-2</c:v>
                </c:pt>
                <c:pt idx="410">
                  <c:v>-8.2841668783933495E-2</c:v>
                </c:pt>
                <c:pt idx="411">
                  <c:v>-7.7912981010719001E-2</c:v>
                </c:pt>
                <c:pt idx="412">
                  <c:v>-7.2741610138868901E-2</c:v>
                </c:pt>
                <c:pt idx="413">
                  <c:v>-6.7302497650056303E-2</c:v>
                </c:pt>
                <c:pt idx="414">
                  <c:v>-6.1571424892462201E-2</c:v>
                </c:pt>
                <c:pt idx="415">
                  <c:v>-5.5525407279385902E-2</c:v>
                </c:pt>
                <c:pt idx="416">
                  <c:v>-4.9143081429017701E-2</c:v>
                </c:pt>
                <c:pt idx="417">
                  <c:v>-4.2405080513394998E-2</c:v>
                </c:pt>
                <c:pt idx="418">
                  <c:v>-3.5294393261371397E-2</c:v>
                </c:pt>
                <c:pt idx="419">
                  <c:v>-2.77967023360354E-2</c:v>
                </c:pt>
                <c:pt idx="420">
                  <c:v>-1.99006982158106E-2</c:v>
                </c:pt>
                <c:pt idx="421">
                  <c:v>-1.15983652470857E-2</c:v>
                </c:pt>
                <c:pt idx="422">
                  <c:v>-2.8852371129527098E-3</c:v>
                </c:pt>
                <c:pt idx="423">
                  <c:v>6.23938060460921E-3</c:v>
                </c:pt>
                <c:pt idx="424">
                  <c:v>1.5772222988267599E-2</c:v>
                </c:pt>
                <c:pt idx="425">
                  <c:v>2.5705916021721599E-2</c:v>
                </c:pt>
                <c:pt idx="426">
                  <c:v>3.6028867767881903E-2</c:v>
                </c:pt>
                <c:pt idx="427">
                  <c:v>4.6725204644649097E-2</c:v>
                </c:pt>
                <c:pt idx="428">
                  <c:v>5.7774757621903601E-2</c:v>
                </c:pt>
                <c:pt idx="429">
                  <c:v>6.9153103255852402E-2</c:v>
                </c:pt>
                <c:pt idx="430">
                  <c:v>8.0831663849529597E-2</c:v>
                </c:pt>
                <c:pt idx="431">
                  <c:v>9.2777869758818104E-2</c:v>
                </c:pt>
                <c:pt idx="432">
                  <c:v>0.104955385136731</c:v>
                </c:pt>
                <c:pt idx="433">
                  <c:v>0.11732439642503199</c:v>
                </c:pt>
                <c:pt idx="434">
                  <c:v>0.12984196083976701</c:v>
                </c:pt>
                <c:pt idx="435">
                  <c:v>0.142462410082419</c:v>
                </c:pt>
                <c:pt idx="436">
                  <c:v>0.15513780260599699</c:v>
                </c:pt>
                <c:pt idx="437">
                  <c:v>0.167818416035525</c:v>
                </c:pt>
                <c:pt idx="438">
                  <c:v>0.18045326991829899</c:v>
                </c:pt>
                <c:pt idx="439">
                  <c:v>0.192990668067066</c:v>
                </c:pt>
                <c:pt idx="440">
                  <c:v>0.205378749531889</c:v>
                </c:pt>
                <c:pt idx="441">
                  <c:v>0.21756603771007399</c:v>
                </c:pt>
                <c:pt idx="442">
                  <c:v>0.22950197809546</c:v>
                </c:pt>
                <c:pt idx="443">
                  <c:v>0.24113745639258</c:v>
                </c:pt>
                <c:pt idx="444">
                  <c:v>0.25242528994448798</c:v>
                </c:pt>
                <c:pt idx="445">
                  <c:v>0.26332068654980401</c:v>
                </c:pt>
                <c:pt idx="446">
                  <c:v>0.27378166579707203</c:v>
                </c:pt>
                <c:pt idx="447">
                  <c:v>0.28376943908594499</c:v>
                </c:pt>
                <c:pt idx="448">
                  <c:v>0.29324874553547797</c:v>
                </c:pt>
                <c:pt idx="449">
                  <c:v>0.30218814190037602</c:v>
                </c:pt>
                <c:pt idx="450">
                  <c:v>0.31056024533826199</c:v>
                </c:pt>
                <c:pt idx="451">
                  <c:v>0.31834192843612702</c:v>
                </c:pt>
                <c:pt idx="452">
                  <c:v>0.32551446643114101</c:v>
                </c:pt>
                <c:pt idx="453">
                  <c:v>0.33206363712971698</c:v>
                </c:pt>
                <c:pt idx="454">
                  <c:v>0.33797977465564899</c:v>
                </c:pt>
                <c:pt idx="455">
                  <c:v>0.34325777881899899</c:v>
                </c:pt>
                <c:pt idx="456">
                  <c:v>0.347897082520505</c:v>
                </c:pt>
                <c:pt idx="457">
                  <c:v>0.35190158007741601</c:v>
                </c:pt>
                <c:pt idx="458">
                  <c:v>0.35527951957355802</c:v>
                </c:pt>
                <c:pt idx="459">
                  <c:v>0.35804336227355599</c:v>
                </c:pt>
                <c:pt idx="460">
                  <c:v>0.36020961187220202</c:v>
                </c:pt>
                <c:pt idx="461">
                  <c:v>0.36179861600383401</c:v>
                </c:pt>
                <c:pt idx="462">
                  <c:v>0.36283434212482701</c:v>
                </c:pt>
                <c:pt idx="463">
                  <c:v>0.36334412966936902</c:v>
                </c:pt>
                <c:pt idx="464">
                  <c:v>0.36335842030729598</c:v>
                </c:pt>
                <c:pt idx="465">
                  <c:v>0.362910468232158</c:v>
                </c:pt>
                <c:pt idx="466">
                  <c:v>0.36203603265465101</c:v>
                </c:pt>
                <c:pt idx="467">
                  <c:v>0.36077305498099499</c:v>
                </c:pt>
                <c:pt idx="468">
                  <c:v>0.35916132341105</c:v>
                </c:pt>
                <c:pt idx="469">
                  <c:v>0.35724212780129999</c:v>
                </c:pt>
                <c:pt idx="470">
                  <c:v>0.35505790748839899</c:v>
                </c:pt>
                <c:pt idx="471">
                  <c:v>0.35265189426374699</c:v>
                </c:pt>
                <c:pt idx="472">
                  <c:v>0.350067751896045</c:v>
                </c:pt>
                <c:pt idx="473">
                  <c:v>0.34734921279070602</c:v>
                </c:pt>
                <c:pt idx="474">
                  <c:v>0.34453971184638099</c:v>
                </c:pt>
                <c:pt idx="475">
                  <c:v>0.34168201741376403</c:v>
                </c:pt>
                <c:pt idx="476">
                  <c:v>0.338817859368236</c:v>
                </c:pt>
                <c:pt idx="477">
                  <c:v>0.33598755454144802</c:v>
                </c:pt>
                <c:pt idx="478">
                  <c:v>0.33322963011352202</c:v>
                </c:pt>
                <c:pt idx="479">
                  <c:v>0.33058044614015197</c:v>
                </c:pt>
                <c:pt idx="480">
                  <c:v>0.32807381922644002</c:v>
                </c:pt>
                <c:pt idx="481">
                  <c:v>0.32574065040929701</c:v>
                </c:pt>
                <c:pt idx="482">
                  <c:v>0.323608561476599</c:v>
                </c:pt>
                <c:pt idx="483">
                  <c:v>0.321701545128669</c:v>
                </c:pt>
                <c:pt idx="484">
                  <c:v>0.32003963545285302</c:v>
                </c:pt>
                <c:pt idx="485">
                  <c:v>0.318638606030055</c:v>
                </c:pt>
                <c:pt idx="486">
                  <c:v>0.31750970356601299</c:v>
                </c:pt>
                <c:pt idx="487">
                  <c:v>0.31665942518537299</c:v>
                </c:pt>
                <c:pt idx="488">
                  <c:v>0.31608934737486999</c:v>
                </c:pt>
                <c:pt idx="489">
                  <c:v>0.31579601400025398</c:v>
                </c:pt>
                <c:pt idx="490">
                  <c:v>0.31577088992118202</c:v>
                </c:pt>
                <c:pt idx="491">
                  <c:v>0.316000385580815</c:v>
                </c:pt>
                <c:pt idx="492">
                  <c:v>0.31646595661577498</c:v>
                </c:pt>
                <c:pt idx="493">
                  <c:v>0.31714428105870102</c:v>
                </c:pt>
                <c:pt idx="494">
                  <c:v>0.31800751511924102</c:v>
                </c:pt>
                <c:pt idx="495">
                  <c:v>0.31902362685177799</c:v>
                </c:pt>
                <c:pt idx="496">
                  <c:v>0.32015680528475099</c:v>
                </c:pt>
                <c:pt idx="497">
                  <c:v>0.32136794085640902</c:v>
                </c:pt>
                <c:pt idx="498">
                  <c:v>0.32261517132886602</c:v>
                </c:pt>
                <c:pt idx="499">
                  <c:v>0.32385448575084302</c:v>
                </c:pt>
                <c:pt idx="500">
                  <c:v>0.32504037750812498</c:v>
                </c:pt>
                <c:pt idx="501">
                  <c:v>0.32612653607928599</c:v>
                </c:pt>
                <c:pt idx="502">
                  <c:v>0.32706656588698602</c:v>
                </c:pt>
                <c:pt idx="503">
                  <c:v>0.327814719678515</c:v>
                </c:pt>
                <c:pt idx="504">
                  <c:v>0.328326633221315</c:v>
                </c:pt>
                <c:pt idx="505">
                  <c:v>0.32856004776349002</c:v>
                </c:pt>
                <c:pt idx="506">
                  <c:v>0.32847550666889702</c:v>
                </c:pt>
                <c:pt idx="507">
                  <c:v>0.32803701288064202</c:v>
                </c:pt>
                <c:pt idx="508">
                  <c:v>0.32721263440864401</c:v>
                </c:pt>
                <c:pt idx="509">
                  <c:v>0.32597504589922199</c:v>
                </c:pt>
                <c:pt idx="510">
                  <c:v>0.32430199555181699</c:v>
                </c:pt>
                <c:pt idx="511">
                  <c:v>0.32217668821305401</c:v>
                </c:pt>
                <c:pt idx="512">
                  <c:v>0.31958807735454098</c:v>
                </c:pt>
                <c:pt idx="513">
                  <c:v>0.316531060703859</c:v>
                </c:pt>
                <c:pt idx="514">
                  <c:v>0.31300657640818602</c:v>
                </c:pt>
                <c:pt idx="515">
                  <c:v>0.30902159866551698</c:v>
                </c:pt>
                <c:pt idx="516">
                  <c:v>0.30458903370364598</c:v>
                </c:pt>
                <c:pt idx="517">
                  <c:v>0.29972751882204202</c:v>
                </c:pt>
                <c:pt idx="518">
                  <c:v>0.29446112897299698</c:v>
                </c:pt>
                <c:pt idx="519">
                  <c:v>0.28881899703630098</c:v>
                </c:pt>
                <c:pt idx="520">
                  <c:v>0.282834855452477</c:v>
                </c:pt>
                <c:pt idx="521">
                  <c:v>0.27654650816208898</c:v>
                </c:pt>
                <c:pt idx="522">
                  <c:v>0.26999524289905402</c:v>
                </c:pt>
                <c:pt idx="523">
                  <c:v>0.26322519490060098</c:v>
                </c:pt>
                <c:pt idx="524">
                  <c:v>0.25628267405156202</c:v>
                </c:pt>
                <c:pt idx="525">
                  <c:v>0.24921546830590599</c:v>
                </c:pt>
                <c:pt idx="526">
                  <c:v>0.242072136830629</c:v>
                </c:pt>
                <c:pt idx="527">
                  <c:v>0.234901306635936</c:v>
                </c:pt>
                <c:pt idx="528">
                  <c:v>0.227750986460865</c:v>
                </c:pt>
                <c:pt idx="529">
                  <c:v>0.22066791135102101</c:v>
                </c:pt>
                <c:pt idx="530">
                  <c:v>0.213696930654378</c:v>
                </c:pt>
                <c:pt idx="531">
                  <c:v>0.20688045103785499</c:v>
                </c:pt>
                <c:pt idx="532">
                  <c:v>0.200257944632106</c:v>
                </c:pt>
                <c:pt idx="533">
                  <c:v>0.19386553064859899</c:v>
                </c:pt>
                <c:pt idx="534">
                  <c:v>0.187735636855727</c:v>
                </c:pt>
                <c:pt idx="535">
                  <c:v>0.18189674516323501</c:v>
                </c:pt>
                <c:pt idx="536">
                  <c:v>0.17637322324256799</c:v>
                </c:pt>
                <c:pt idx="537">
                  <c:v>0.17118524160784701</c:v>
                </c:pt>
                <c:pt idx="538">
                  <c:v>0.16634877295072201</c:v>
                </c:pt>
                <c:pt idx="539">
                  <c:v>0.16187566792887001</c:v>
                </c:pt>
                <c:pt idx="540">
                  <c:v>0.157773799314818</c:v>
                </c:pt>
                <c:pt idx="541">
                  <c:v>0.154047264676763</c:v>
                </c:pt>
                <c:pt idx="542">
                  <c:v>0.150696636755665</c:v>
                </c:pt>
                <c:pt idx="543">
                  <c:v>0.14771925046345999</c:v>
                </c:pt>
                <c:pt idx="544">
                  <c:v>0.145109515854139</c:v>
                </c:pt>
                <c:pt idx="545">
                  <c:v>0.14285924730387101</c:v>
                </c:pt>
                <c:pt idx="546">
                  <c:v>0.14095800023549901</c:v>
                </c:pt>
                <c:pt idx="547">
                  <c:v>0.139393407844943</c:v>
                </c:pt>
                <c:pt idx="548">
                  <c:v>0.13815151136807399</c:v>
                </c:pt>
                <c:pt idx="549">
                  <c:v>0.13721707852369</c:v>
                </c:pt>
                <c:pt idx="550">
                  <c:v>0.136573905944151</c:v>
                </c:pt>
                <c:pt idx="551">
                  <c:v>0.13620510261212501</c:v>
                </c:pt>
                <c:pt idx="552">
                  <c:v>0.13609335240092901</c:v>
                </c:pt>
                <c:pt idx="553">
                  <c:v>0.13622115459630099</c:v>
                </c:pt>
                <c:pt idx="554">
                  <c:v>0.136571041677507</c:v>
                </c:pt>
                <c:pt idx="555">
                  <c:v>0.137125773696439</c:v>
                </c:pt>
                <c:pt idx="556">
                  <c:v>0.13786850845191601</c:v>
                </c:pt>
                <c:pt idx="557">
                  <c:v>0.13878294648264</c:v>
                </c:pt>
                <c:pt idx="558">
                  <c:v>0.13985344981668699</c:v>
                </c:pt>
                <c:pt idx="559">
                  <c:v>0.141065133450025</c:v>
                </c:pt>
                <c:pt idx="560">
                  <c:v>0.14240392867760099</c:v>
                </c:pt>
                <c:pt idx="561">
                  <c:v>0.14385661768297001</c:v>
                </c:pt>
                <c:pt idx="562">
                  <c:v>0.14541083923564699</c:v>
                </c:pt>
                <c:pt idx="563">
                  <c:v>0.14705506598278401</c:v>
                </c:pt>
                <c:pt idx="564">
                  <c:v>0.14877855467800399</c:v>
                </c:pt>
                <c:pt idx="565">
                  <c:v>0.150571271706781</c:v>
                </c:pt>
                <c:pt idx="566">
                  <c:v>0.15242379727292901</c:v>
                </c:pt>
                <c:pt idx="567">
                  <c:v>0.15432721243737099</c:v>
                </c:pt>
                <c:pt idx="568">
                  <c:v>0.15627297379671801</c:v>
                </c:pt>
                <c:pt idx="569">
                  <c:v>0.158252780980356</c:v>
                </c:pt>
                <c:pt idx="570">
                  <c:v>0.16025844233742001</c:v>
                </c:pt>
                <c:pt idx="571">
                  <c:v>0.16228174413327001</c:v>
                </c:pt>
                <c:pt idx="572">
                  <c:v>0.16431432822407899</c:v>
                </c:pt>
                <c:pt idx="573">
                  <c:v>0.16634758257155499</c:v>
                </c:pt>
                <c:pt idx="574">
                  <c:v>0.16837254827732601</c:v>
                </c:pt>
                <c:pt idx="575">
                  <c:v>0.17037984622424601</c:v>
                </c:pt>
                <c:pt idx="576">
                  <c:v>0.17235962589588699</c:v>
                </c:pt>
                <c:pt idx="577">
                  <c:v>0.17430153837784701</c:v>
                </c:pt>
                <c:pt idx="578">
                  <c:v>0.17619473488186799</c:v>
                </c:pt>
                <c:pt idx="579">
                  <c:v>0.178027891452675</c:v>
                </c:pt>
                <c:pt idx="580">
                  <c:v>0.179789259860236</c:v>
                </c:pt>
                <c:pt idx="581">
                  <c:v>0.181466743992969</c:v>
                </c:pt>
                <c:pt idx="582">
                  <c:v>0.18304800033082</c:v>
                </c:pt>
                <c:pt idx="583">
                  <c:v>0.18452056037728801</c:v>
                </c:pt>
                <c:pt idx="584">
                  <c:v>0.185871972351211</c:v>
                </c:pt>
                <c:pt idx="585">
                  <c:v>0.187089958991144</c:v>
                </c:pt>
                <c:pt idx="586">
                  <c:v>0.18816258799975799</c:v>
                </c:pt>
                <c:pt idx="587">
                  <c:v>0.18907845147230601</c:v>
                </c:pt>
                <c:pt idx="588">
                  <c:v>0.18982685063107199</c:v>
                </c:pt>
                <c:pt idx="589">
                  <c:v>0.19039798230958499</c:v>
                </c:pt>
                <c:pt idx="590">
                  <c:v>0.19078312380054199</c:v>
                </c:pt>
                <c:pt idx="591">
                  <c:v>0.19097481272764599</c:v>
                </c:pt>
                <c:pt idx="592">
                  <c:v>0.19096701838751201</c:v>
                </c:pt>
                <c:pt idx="593">
                  <c:v>0.19075530055583201</c:v>
                </c:pt>
                <c:pt idx="594">
                  <c:v>0.19033695123904501</c:v>
                </c:pt>
                <c:pt idx="595">
                  <c:v>0.189711114515592</c:v>
                </c:pt>
                <c:pt idx="596">
                  <c:v>0.188878879635341</c:v>
                </c:pt>
                <c:pt idx="597">
                  <c:v>0.18784334297525501</c:v>
                </c:pt>
                <c:pt idx="598">
                  <c:v>0.186609635191164</c:v>
                </c:pt>
                <c:pt idx="599">
                  <c:v>0.18518491085511399</c:v>
                </c:pt>
                <c:pt idx="600">
                  <c:v>0.183578298996351</c:v>
                </c:pt>
                <c:pt idx="601">
                  <c:v>0.18180081426609199</c:v>
                </c:pt>
                <c:pt idx="602">
                  <c:v>0.179865229850487</c:v>
                </c:pt>
                <c:pt idx="603">
                  <c:v>0.177785914618866</c:v>
                </c:pt>
                <c:pt idx="604">
                  <c:v>0.175578638164436</c:v>
                </c:pt>
                <c:pt idx="605">
                  <c:v>0.17326034828641401</c:v>
                </c:pt>
                <c:pt idx="606">
                  <c:v>0.17084892608563099</c:v>
                </c:pt>
                <c:pt idx="607">
                  <c:v>0.16836292426471799</c:v>
                </c:pt>
                <c:pt idx="608">
                  <c:v>0.165821294487417</c:v>
                </c:pt>
                <c:pt idx="609">
                  <c:v>0.163243109762612</c:v>
                </c:pt>
                <c:pt idx="610">
                  <c:v>0.16064728776758</c:v>
                </c:pt>
                <c:pt idx="611">
                  <c:v>0.15805232081663301</c:v>
                </c:pt>
                <c:pt idx="612">
                  <c:v>0.15547601783273701</c:v>
                </c:pt>
                <c:pt idx="613">
                  <c:v>0.152935263232056</c:v>
                </c:pt>
                <c:pt idx="614">
                  <c:v>0.15044579716810499</c:v>
                </c:pt>
                <c:pt idx="615">
                  <c:v>0.148022021182767</c:v>
                </c:pt>
                <c:pt idx="616">
                  <c:v>0.14567683297785899</c:v>
                </c:pt>
                <c:pt idx="617">
                  <c:v>0.14342149367950099</c:v>
                </c:pt>
                <c:pt idx="618">
                  <c:v>0.14126553053750701</c:v>
                </c:pt>
                <c:pt idx="619">
                  <c:v>0.139216677450307</c:v>
                </c:pt>
                <c:pt idx="620">
                  <c:v>0.137280855044185</c:v>
                </c:pt>
                <c:pt idx="621">
                  <c:v>0.135462191268202</c:v>
                </c:pt>
                <c:pt idx="622">
                  <c:v>0.13376308255251901</c:v>
                </c:pt>
                <c:pt idx="623">
                  <c:v>0.13218429449577601</c:v>
                </c:pt>
                <c:pt idx="624">
                  <c:v>0.130725099857537</c:v>
                </c:pt>
                <c:pt idx="625">
                  <c:v>0.129383450414046</c:v>
                </c:pt>
                <c:pt idx="626">
                  <c:v>0.12815617801751</c:v>
                </c:pt>
                <c:pt idx="627">
                  <c:v>0.12703921901722001</c:v>
                </c:pt>
                <c:pt idx="628">
                  <c:v>0.12602785515065101</c:v>
                </c:pt>
                <c:pt idx="629">
                  <c:v>0.125116963208806</c:v>
                </c:pt>
                <c:pt idx="630">
                  <c:v>0.124301265326102</c:v>
                </c:pt>
                <c:pt idx="631">
                  <c:v>0.123575571711625</c:v>
                </c:pt>
                <c:pt idx="632">
                  <c:v>0.122935008013597</c:v>
                </c:pt>
                <c:pt idx="633">
                  <c:v>0.122375220215297</c:v>
                </c:pt>
                <c:pt idx="634">
                  <c:v>0.12189255093210299</c:v>
                </c:pt>
                <c:pt idx="635">
                  <c:v>0.12148418216179099</c:v>
                </c:pt>
                <c:pt idx="636">
                  <c:v>0.121148240836667</c:v>
                </c:pt>
                <c:pt idx="637">
                  <c:v>0.120883864820092</c:v>
                </c:pt>
                <c:pt idx="638">
                  <c:v>0.120691228240424</c:v>
                </c:pt>
                <c:pt idx="639">
                  <c:v>0.12057152630875</c:v>
                </c:pt>
                <c:pt idx="640">
                  <c:v>0.12052692105038799</c:v>
                </c:pt>
                <c:pt idx="641">
                  <c:v>0.120560450644092</c:v>
                </c:pt>
                <c:pt idx="642">
                  <c:v>0.12067590624052001</c:v>
                </c:pt>
                <c:pt idx="643">
                  <c:v>0.12087768117456001</c:v>
                </c:pt>
                <c:pt idx="644">
                  <c:v>0.12117059831544499</c:v>
                </c:pt>
                <c:pt idx="645">
                  <c:v>0.121559721803825</c:v>
                </c:pt>
                <c:pt idx="646">
                  <c:v>0.12205015953979299</c:v>
                </c:pt>
                <c:pt idx="647">
                  <c:v>0.122646862546052</c:v>
                </c:pt>
                <c:pt idx="648">
                  <c:v>0.12335442686615999</c:v>
                </c:pt>
                <c:pt idx="649">
                  <c:v>0.124176903106822</c:v>
                </c:pt>
                <c:pt idx="650">
                  <c:v>0.12511761812726599</c:v>
                </c:pt>
                <c:pt idx="651">
                  <c:v>0.12617901267631401</c:v>
                </c:pt>
                <c:pt idx="652">
                  <c:v>0.12736249802393099</c:v>
                </c:pt>
                <c:pt idx="653">
                  <c:v>0.12866833398793601</c:v>
                </c:pt>
                <c:pt idx="654">
                  <c:v>0.130095530329216</c:v>
                </c:pt>
                <c:pt idx="655">
                  <c:v>0.13164177323078299</c:v>
                </c:pt>
                <c:pt idx="656">
                  <c:v>0.133303378323058</c:v>
                </c:pt>
                <c:pt idx="657">
                  <c:v>0.13507527130823099</c:v>
                </c:pt>
                <c:pt idx="658">
                  <c:v>0.13695099661854501</c:v>
                </c:pt>
                <c:pt idx="659">
                  <c:v>0.138922753790892</c:v>
                </c:pt>
                <c:pt idx="660">
                  <c:v>0.14098146045464</c:v>
                </c:pt>
                <c:pt idx="661">
                  <c:v>0.14311684004466599</c:v>
                </c:pt>
                <c:pt idx="662">
                  <c:v>0.145317531557424</c:v>
                </c:pt>
                <c:pt idx="663">
                  <c:v>0.147571217893467</c:v>
                </c:pt>
                <c:pt idx="664">
                  <c:v>0.149864768679633</c:v>
                </c:pt>
                <c:pt idx="665">
                  <c:v>0.15218439309161599</c:v>
                </c:pt>
                <c:pt idx="666">
                  <c:v>0.154515798229689</c:v>
                </c:pt>
                <c:pt idx="667">
                  <c:v>0.15684434904665001</c:v>
                </c:pt>
                <c:pt idx="668">
                  <c:v>0.15915522657397299</c:v>
                </c:pt>
                <c:pt idx="669">
                  <c:v>0.16143358210806</c:v>
                </c:pt>
                <c:pt idx="670">
                  <c:v>0.16366468603707199</c:v>
                </c:pt>
                <c:pt idx="671">
                  <c:v>0.16583407104776399</c:v>
                </c:pt>
                <c:pt idx="672">
                  <c:v>0.16792767040131501</c:v>
                </c:pt>
                <c:pt idx="673">
                  <c:v>0.16993195262549801</c:v>
                </c:pt>
                <c:pt idx="674">
                  <c:v>0.17183405424401799</c:v>
                </c:pt>
                <c:pt idx="675">
                  <c:v>0.17362191202765101</c:v>
                </c:pt>
                <c:pt idx="676">
                  <c:v>0.17528439567523901</c:v>
                </c:pt>
                <c:pt idx="677">
                  <c:v>0.176811440838301</c:v>
                </c:pt>
                <c:pt idx="678">
                  <c:v>0.178194181152318</c:v>
                </c:pt>
                <c:pt idx="679">
                  <c:v>0.17942507667855201</c:v>
                </c:pt>
                <c:pt idx="680">
                  <c:v>0.18049803512293799</c:v>
                </c:pt>
                <c:pt idx="681">
                  <c:v>0.18140852153725001</c:v>
                </c:pt>
                <c:pt idx="682">
                  <c:v>0.18215365198005701</c:v>
                </c:pt>
                <c:pt idx="683">
                  <c:v>0.182732266805049</c:v>
                </c:pt>
                <c:pt idx="684">
                  <c:v>0.183144979793429</c:v>
                </c:pt>
                <c:pt idx="685">
                  <c:v>0.18339420013882299</c:v>
                </c:pt>
                <c:pt idx="686">
                  <c:v>0.18348412516055301</c:v>
                </c:pt>
                <c:pt idx="687">
                  <c:v>0.18342070242475</c:v>
                </c:pt>
                <c:pt idx="688">
                  <c:v>0.18321156064084201</c:v>
                </c:pt>
                <c:pt idx="689">
                  <c:v>0.18286590929445501</c:v>
                </c:pt>
                <c:pt idx="690">
                  <c:v>0.18239440753799999</c:v>
                </c:pt>
                <c:pt idx="691">
                  <c:v>0.18180900346416801</c:v>
                </c:pt>
                <c:pt idx="692">
                  <c:v>0.18112274557972599</c:v>
                </c:pt>
                <c:pt idx="693">
                  <c:v>0.18034956904973101</c:v>
                </c:pt>
                <c:pt idx="694">
                  <c:v>0.17950406002792599</c:v>
                </c:pt>
                <c:pt idx="695">
                  <c:v>0.178601202082488</c:v>
                </c:pt>
                <c:pt idx="696">
                  <c:v>0.17765610933673501</c:v>
                </c:pt>
                <c:pt idx="697">
                  <c:v>0.176683751422126</c:v>
                </c:pt>
                <c:pt idx="698">
                  <c:v>0.17569867566501501</c:v>
                </c:pt>
                <c:pt idx="699">
                  <c:v>0.17471473216696001</c:v>
                </c:pt>
                <c:pt idx="700">
                  <c:v>0.17374480767872</c:v>
                </c:pt>
                <c:pt idx="701">
                  <c:v>0.17280057439302701</c:v>
                </c:pt>
                <c:pt idx="702">
                  <c:v>0.17189225985527101</c:v>
                </c:pt>
                <c:pt idx="703">
                  <c:v>0.171028443971593</c:v>
                </c:pt>
                <c:pt idx="704">
                  <c:v>0.17021588854515901</c:v>
                </c:pt>
                <c:pt idx="705">
                  <c:v>0.16945940398414699</c:v>
                </c:pt>
                <c:pt idx="706">
                  <c:v>0.168761756933065</c:v>
                </c:pt>
                <c:pt idx="707">
                  <c:v>0.16812362168260001</c:v>
                </c:pt>
                <c:pt idx="708">
                  <c:v>0.167543577384026</c:v>
                </c:pt>
                <c:pt idx="709">
                  <c:v>0.16701815237980699</c:v>
                </c:pt>
                <c:pt idx="710">
                  <c:v>0.16654191632631299</c:v>
                </c:pt>
                <c:pt idx="711">
                  <c:v>0.16610762012095001</c:v>
                </c:pt>
                <c:pt idx="712">
                  <c:v>0.16570638289169501</c:v>
                </c:pt>
                <c:pt idx="713">
                  <c:v>0.16532792446168401</c:v>
                </c:pt>
                <c:pt idx="714">
                  <c:v>0.16496084072157799</c:v>
                </c:pt>
                <c:pt idx="715">
                  <c:v>0.16459291813823901</c:v>
                </c:pt>
                <c:pt idx="716">
                  <c:v>0.164211482199242</c:v>
                </c:pt>
                <c:pt idx="717">
                  <c:v>0.163803773083466</c:v>
                </c:pt>
                <c:pt idx="718">
                  <c:v>0.16335734044960701</c:v>
                </c:pt>
                <c:pt idx="719">
                  <c:v>0.162860448088925</c:v>
                </c:pt>
                <c:pt idx="720">
                  <c:v>0.162302478404029</c:v>
                </c:pt>
                <c:pt idx="721">
                  <c:v>0.161674326362853</c:v>
                </c:pt>
                <c:pt idx="722">
                  <c:v>0.16096877281511901</c:v>
                </c:pt>
                <c:pt idx="723">
                  <c:v>0.16018082782628401</c:v>
                </c:pt>
                <c:pt idx="724">
                  <c:v>0.15930803583761799</c:v>
                </c:pt>
                <c:pt idx="725">
                  <c:v>0.15835073578884101</c:v>
                </c:pt>
                <c:pt idx="726">
                  <c:v>0.157312270669619</c:v>
                </c:pt>
                <c:pt idx="727">
                  <c:v>0.156199142243931</c:v>
                </c:pt>
                <c:pt idx="728">
                  <c:v>0.15502110794446</c:v>
                </c:pt>
                <c:pt idx="729">
                  <c:v>0.15379121817715</c:v>
                </c:pt>
                <c:pt idx="730">
                  <c:v>0.15252579348259099</c:v>
                </c:pt>
                <c:pt idx="731">
                  <c:v>0.15124434215888399</c:v>
                </c:pt>
                <c:pt idx="732">
                  <c:v>0.14996942010209299</c:v>
                </c:pt>
                <c:pt idx="733">
                  <c:v>0.14872643583030801</c:v>
                </c:pt>
                <c:pt idx="734">
                  <c:v>0.147543404919077</c:v>
                </c:pt>
                <c:pt idx="735">
                  <c:v>0.14645065925068701</c:v>
                </c:pt>
                <c:pt idx="736">
                  <c:v>0.14548051737132101</c:v>
                </c:pt>
                <c:pt idx="737">
                  <c:v>0.14466692275149401</c:v>
                </c:pt>
                <c:pt idx="738">
                  <c:v>0.14404505687976901</c:v>
                </c:pt>
                <c:pt idx="739">
                  <c:v>0.143650933965008</c:v>
                </c:pt>
                <c:pt idx="740">
                  <c:v>0.14352098365907401</c:v>
                </c:pt>
                <c:pt idx="741">
                  <c:v>0.14369162772708499</c:v>
                </c:pt>
                <c:pt idx="742">
                  <c:v>0.14419885607250099</c:v>
                </c:pt>
                <c:pt idx="743">
                  <c:v>0.14507780703422099</c:v>
                </c:pt>
                <c:pt idx="744">
                  <c:v>0.146362356436852</c:v>
                </c:pt>
                <c:pt idx="745">
                  <c:v>0.14808471946250901</c:v>
                </c:pt>
                <c:pt idx="746">
                  <c:v>0.150275068942574</c:v>
                </c:pt>
                <c:pt idx="747">
                  <c:v>0.15296117306187701</c:v>
                </c:pt>
                <c:pt idx="748">
                  <c:v>0.15616805472727899</c:v>
                </c:pt>
                <c:pt idx="749">
                  <c:v>0.159917674095544</c:v>
                </c:pt>
                <c:pt idx="750">
                  <c:v>0.16422863515281599</c:v>
                </c:pt>
                <c:pt idx="751">
                  <c:v>0.16911591692047101</c:v>
                </c:pt>
                <c:pt idx="752">
                  <c:v>0.17459062987601401</c:v>
                </c:pt>
                <c:pt idx="753">
                  <c:v>0.18065979846803401</c:v>
                </c:pt>
                <c:pt idx="754">
                  <c:v>0.18732617103414201</c:v>
                </c:pt>
                <c:pt idx="755">
                  <c:v>0.19458805887973199</c:v>
                </c:pt>
                <c:pt idx="756">
                  <c:v>0.20243920670347901</c:v>
                </c:pt>
                <c:pt idx="757">
                  <c:v>0.210868696933217</c:v>
                </c:pt>
                <c:pt idx="758">
                  <c:v>0.21986089078475199</c:v>
                </c:pt>
                <c:pt idx="759">
                  <c:v>0.22939540890418</c:v>
                </c:pt>
                <c:pt idx="760">
                  <c:v>0.239447154284918</c:v>
                </c:pt>
                <c:pt idx="761">
                  <c:v>0.24998637979860699</c:v>
                </c:pt>
                <c:pt idx="762">
                  <c:v>0.26097880222986802</c:v>
                </c:pt>
                <c:pt idx="763">
                  <c:v>0.27238576424782401</c:v>
                </c:pt>
                <c:pt idx="764">
                  <c:v>0.284164445276753</c:v>
                </c:pt>
                <c:pt idx="765">
                  <c:v>0.29626812163302002</c:v>
                </c:pt>
                <c:pt idx="766">
                  <c:v>0.308646475462306</c:v>
                </c:pt>
                <c:pt idx="767">
                  <c:v>0.32124595092587299</c:v>
                </c:pt>
                <c:pt idx="768">
                  <c:v>0.33401015486185598</c:v>
                </c:pt>
                <c:pt idx="769">
                  <c:v>0.34688029798571601</c:v>
                </c:pt>
                <c:pt idx="770">
                  <c:v>0.35979567177097299</c:v>
                </c:pt>
                <c:pt idx="771">
                  <c:v>0.37269415553750901</c:v>
                </c:pt>
                <c:pt idx="772">
                  <c:v>0.38551274792534801</c:v>
                </c:pt>
                <c:pt idx="773">
                  <c:v>0.39818811673999199</c:v>
                </c:pt>
                <c:pt idx="774">
                  <c:v>0.41065716102578798</c:v>
                </c:pt>
                <c:pt idx="775">
                  <c:v>0.42285757913223199</c:v>
                </c:pt>
                <c:pt idx="776">
                  <c:v>0.43472843653590998</c:v>
                </c:pt>
                <c:pt idx="777">
                  <c:v>0.44621072732241002</c:v>
                </c:pt>
                <c:pt idx="778">
                  <c:v>0.45724792349693599</c:v>
                </c:pt>
                <c:pt idx="779">
                  <c:v>0.46778650659247001</c:v>
                </c:pt>
                <c:pt idx="780">
                  <c:v>0.47777647630078501</c:v>
                </c:pt>
                <c:pt idx="781">
                  <c:v>0.48717183102023498</c:v>
                </c:pt>
                <c:pt idx="782">
                  <c:v>0.495931015271111</c:v>
                </c:pt>
                <c:pt idx="783">
                  <c:v>0.50401732888283901</c:v>
                </c:pt>
                <c:pt idx="784">
                  <c:v>0.51139929278458596</c:v>
                </c:pt>
                <c:pt idx="785">
                  <c:v>0.51805096627344505</c:v>
                </c:pt>
                <c:pt idx="786">
                  <c:v>0.52395221094007705</c:v>
                </c:pt>
                <c:pt idx="787">
                  <c:v>0.52908889708140705</c:v>
                </c:pt>
                <c:pt idx="788">
                  <c:v>0.533453049393247</c:v>
                </c:pt>
                <c:pt idx="789">
                  <c:v>0.53704292988805702</c:v>
                </c:pt>
                <c:pt idx="790">
                  <c:v>0.53986305717452698</c:v>
                </c:pt>
                <c:pt idx="791">
                  <c:v>0.54192416234487295</c:v>
                </c:pt>
                <c:pt idx="792">
                  <c:v>0.54324308267841204</c:v>
                </c:pt>
                <c:pt idx="793">
                  <c:v>0.543842595214864</c:v>
                </c:pt>
                <c:pt idx="794">
                  <c:v>0.54375119306922703</c:v>
                </c:pt>
                <c:pt idx="795">
                  <c:v>0.54300280815865298</c:v>
                </c:pt>
                <c:pt idx="796">
                  <c:v>0.54163648461490799</c:v>
                </c:pt>
                <c:pt idx="797">
                  <c:v>0.53969600731554002</c:v>
                </c:pt>
                <c:pt idx="798">
                  <c:v>0.53722948956841099</c:v>
                </c:pt>
                <c:pt idx="799">
                  <c:v>0.53428892314562004</c:v>
                </c:pt>
                <c:pt idx="800">
                  <c:v>0.53092969285537095</c:v>
                </c:pt>
                <c:pt idx="801">
                  <c:v>0.52721005693570699</c:v>
                </c:pt>
                <c:pt idx="802">
                  <c:v>0.52319059394404299</c:v>
                </c:pt>
                <c:pt idx="803">
                  <c:v>0.51893361663082804</c:v>
                </c:pt>
                <c:pt idx="804">
                  <c:v>0.51450255361608799</c:v>
                </c:pt>
                <c:pt idx="805">
                  <c:v>0.50996130055693301</c:v>
                </c:pt>
                <c:pt idx="806">
                  <c:v>0.50537354382169397</c:v>
                </c:pt>
                <c:pt idx="807">
                  <c:v>0.50080206133348903</c:v>
                </c:pt>
                <c:pt idx="808">
                  <c:v>0.49630800711680201</c:v>
                </c:pt>
                <c:pt idx="809">
                  <c:v>0.49195018811956198</c:v>
                </c:pt>
                <c:pt idx="810">
                  <c:v>0.48778434393933201</c:v>
                </c:pt>
                <c:pt idx="811">
                  <c:v>0.48386244186079003</c:v>
                </c:pt>
                <c:pt idx="812">
                  <c:v>0.48023200082491202</c:v>
                </c:pt>
                <c:pt idx="813">
                  <c:v>0.47693545846855001</c:v>
                </c:pt>
                <c:pt idx="814">
                  <c:v>0.474009595202039</c:v>
                </c:pt>
                <c:pt idx="815">
                  <c:v>0.471485028478486</c:v>
                </c:pt>
                <c:pt idx="816">
                  <c:v>0.46938578901269901</c:v>
                </c:pt>
                <c:pt idx="817">
                  <c:v>0.46772898883979602</c:v>
                </c:pt>
                <c:pt idx="818">
                  <c:v>0.46652458893085802</c:v>
                </c:pt>
                <c:pt idx="819">
                  <c:v>0.46577527178411698</c:v>
                </c:pt>
                <c:pt idx="820">
                  <c:v>0.46547642211305001</c:v>
                </c:pt>
                <c:pt idx="821">
                  <c:v>0.46561621654670599</c:v>
                </c:pt>
                <c:pt idx="822">
                  <c:v>0.466175821238275</c:v>
                </c:pt>
                <c:pt idx="823">
                  <c:v>0.46712969448510999</c:v>
                </c:pt>
                <c:pt idx="824">
                  <c:v>0.46844598978315499</c:v>
                </c:pt>
                <c:pt idx="825">
                  <c:v>0.470087052990878</c:v>
                </c:pt>
                <c:pt idx="826">
                  <c:v>0.47201000542201299</c:v>
                </c:pt>
                <c:pt idx="827">
                  <c:v>0.47416740288762999</c:v>
                </c:pt>
                <c:pt idx="828">
                  <c:v>0.47650795921587102</c:v>
                </c:pt>
                <c:pt idx="829">
                  <c:v>0.47897732175702701</c:v>
                </c:pt>
                <c:pt idx="830">
                  <c:v>0.481518885830031</c:v>
                </c:pt>
                <c:pt idx="831">
                  <c:v>0.48407463488408498</c:v>
                </c:pt>
                <c:pt idx="832">
                  <c:v>0.48658599327047303</c:v>
                </c:pt>
                <c:pt idx="833">
                  <c:v>0.48899467893912502</c:v>
                </c:pt>
                <c:pt idx="834">
                  <c:v>0.49124354405987702</c:v>
                </c:pt>
                <c:pt idx="835">
                  <c:v>0.49327739238665802</c:v>
                </c:pt>
                <c:pt idx="836">
                  <c:v>0.49504376292237001</c:v>
                </c:pt>
                <c:pt idx="837">
                  <c:v>0.496493669931171</c:v>
                </c:pt>
                <c:pt idx="838">
                  <c:v>0.49758228958743</c:v>
                </c:pt>
                <c:pt idx="839">
                  <c:v>0.49826958374368502</c:v>
                </c:pt>
                <c:pt idx="840">
                  <c:v>0.49852085169824401</c:v>
                </c:pt>
                <c:pt idx="841">
                  <c:v>0.49830720158937403</c:v>
                </c:pt>
                <c:pt idx="842">
                  <c:v>0.49760593413277898</c:v>
                </c:pt>
                <c:pt idx="843">
                  <c:v>0.49640083281632502</c:v>
                </c:pt>
                <c:pt idx="844">
                  <c:v>0.494682356366272</c:v>
                </c:pt>
                <c:pt idx="845">
                  <c:v>0.49244773123246099</c:v>
                </c:pt>
                <c:pt idx="846">
                  <c:v>0.48970094381673102</c:v>
                </c:pt>
                <c:pt idx="847">
                  <c:v>0.486452634007845</c:v>
                </c:pt>
                <c:pt idx="848">
                  <c:v>0.48271989323184999</c:v>
                </c:pt>
                <c:pt idx="849">
                  <c:v>0.478525971708814</c:v>
                </c:pt>
                <c:pt idx="850">
                  <c:v>0.473899900959108</c:v>
                </c:pt>
                <c:pt idx="851">
                  <c:v>0.46887603884401602</c:v>
                </c:pt>
                <c:pt idx="852">
                  <c:v>0.463493545551865</c:v>
                </c:pt>
                <c:pt idx="853">
                  <c:v>0.45779579991188502</c:v>
                </c:pt>
                <c:pt idx="854">
                  <c:v>0.45182976618566001</c:v>
                </c:pt>
                <c:pt idx="855">
                  <c:v>0.44564532200998402</c:v>
                </c:pt>
                <c:pt idx="856">
                  <c:v>0.43929455838842901</c:v>
                </c:pt>
                <c:pt idx="857">
                  <c:v>0.43283106250368603</c:v>
                </c:pt>
                <c:pt idx="858">
                  <c:v>0.42630919370783699</c:v>
                </c:pt>
                <c:pt idx="859">
                  <c:v>0.41978336253818599</c:v>
                </c:pt>
                <c:pt idx="860">
                  <c:v>0.41330732219870597</c:v>
                </c:pt>
                <c:pt idx="861">
                  <c:v>0.40693348168004001</c:v>
                </c:pt>
                <c:pt idx="862">
                  <c:v>0.40071224945502698</c:v>
                </c:pt>
                <c:pt idx="863">
                  <c:v>0.39469141637407601</c:v>
                </c:pt>
                <c:pt idx="864">
                  <c:v>0.38891558598756598</c:v>
                </c:pt>
                <c:pt idx="865">
                  <c:v>0.38342566007441298</c:v>
                </c:pt>
                <c:pt idx="866">
                  <c:v>0.37825838660467997</c:v>
                </c:pt>
                <c:pt idx="867">
                  <c:v>0.373445976559586</c:v>
                </c:pt>
                <c:pt idx="868">
                  <c:v>0.36901579486939301</c:v>
                </c:pt>
                <c:pt idx="869">
                  <c:v>0.36499012924893198</c:v>
                </c:pt>
                <c:pt idx="870">
                  <c:v>0.36138603903576599</c:v>
                </c:pt>
                <c:pt idx="871">
                  <c:v>0.35821528438095301</c:v>
                </c:pt>
                <c:pt idx="872">
                  <c:v>0.35548433439240901</c:v>
                </c:pt>
                <c:pt idx="873">
                  <c:v>0.35319445115436898</c:v>
                </c:pt>
                <c:pt idx="874">
                  <c:v>0.35134184500278698</c:v>
                </c:pt>
                <c:pt idx="875">
                  <c:v>0.34991789508468202</c:v>
                </c:pt>
                <c:pt idx="876">
                  <c:v>0.34890942810777598</c:v>
                </c:pt>
                <c:pt idx="877">
                  <c:v>0.34829904731049699</c:v>
                </c:pt>
                <c:pt idx="878">
                  <c:v>0.34806550310085999</c:v>
                </c:pt>
                <c:pt idx="879">
                  <c:v>0.34818409662738298</c:v>
                </c:pt>
                <c:pt idx="880">
                  <c:v>0.34862710783096401</c:v>
                </c:pt>
                <c:pt idx="881">
                  <c:v>0.34936424026299001</c:v>
                </c:pt>
                <c:pt idx="882">
                  <c:v>0.35036307601168798</c:v>
                </c:pt>
                <c:pt idx="883">
                  <c:v>0.35158953520825598</c:v>
                </c:pt>
                <c:pt idx="884">
                  <c:v>0.35300833548951099</c:v>
                </c:pt>
                <c:pt idx="885">
                  <c:v>0.35458344728376301</c:v>
                </c:pt>
                <c:pt idx="886">
                  <c:v>0.35627854085780802</c:v>
                </c:pt>
                <c:pt idx="887">
                  <c:v>0.35805742083549402</c:v>
                </c:pt>
                <c:pt idx="888">
                  <c:v>0.35988444354197402</c:v>
                </c:pt>
                <c:pt idx="889">
                  <c:v>0.36172491224379899</c:v>
                </c:pt>
                <c:pt idx="890">
                  <c:v>0.36354544533379501</c:v>
                </c:pt>
                <c:pt idx="891">
                  <c:v>0.365314312835466</c:v>
                </c:pt>
                <c:pt idx="892">
                  <c:v>0.36700173721629997</c:v>
                </c:pt>
                <c:pt idx="893">
                  <c:v>0.36858015529808102</c:v>
                </c:pt>
                <c:pt idx="894">
                  <c:v>0.37002443897420001</c:v>
                </c:pt>
                <c:pt idx="895">
                  <c:v>0.37131207343641798</c:v>
                </c:pt>
                <c:pt idx="896">
                  <c:v>0.37242329258967199</c:v>
                </c:pt>
                <c:pt idx="897">
                  <c:v>0.37334117223507701</c:v>
                </c:pt>
                <c:pt idx="898">
                  <c:v>0.374051682440662</c:v>
                </c:pt>
                <c:pt idx="899">
                  <c:v>0.37454370130505898</c:v>
                </c:pt>
                <c:pt idx="900">
                  <c:v>0.374808992987469</c:v>
                </c:pt>
                <c:pt idx="901">
                  <c:v>0.374842153311856</c:v>
                </c:pt>
                <c:pt idx="902">
                  <c:v>0.37464052636359801</c:v>
                </c:pt>
                <c:pt idx="903">
                  <c:v>0.37420409531200199</c:v>
                </c:pt>
                <c:pt idx="904">
                  <c:v>0.37353535036830798</c:v>
                </c:pt>
                <c:pt idx="905">
                  <c:v>0.372639136470304</c:v>
                </c:pt>
                <c:pt idx="906">
                  <c:v>0.37152248300782298</c:v>
                </c:pt>
                <c:pt idx="907">
                  <c:v>0.37019441767471301</c:v>
                </c:pt>
                <c:pt idx="908">
                  <c:v>0.36866576640356602</c:v>
                </c:pt>
                <c:pt idx="909">
                  <c:v>0.36694894134554201</c:v>
                </c:pt>
                <c:pt idx="910">
                  <c:v>0.36505771896012801</c:v>
                </c:pt>
                <c:pt idx="911">
                  <c:v>0.36300701040622202</c:v>
                </c:pt>
                <c:pt idx="912">
                  <c:v>0.360812626555781</c:v>
                </c:pt>
                <c:pt idx="913">
                  <c:v>0.35849104016111699</c:v>
                </c:pt>
                <c:pt idx="914">
                  <c:v>0.35605914811265699</c:v>
                </c:pt>
                <c:pt idx="915">
                  <c:v>0.35353403734914202</c:v>
                </c:pt>
                <c:pt idx="916">
                  <c:v>0.35093275868113699</c:v>
                </c:pt>
                <c:pt idx="917">
                  <c:v>0.34827211329927099</c:v>
                </c:pt>
                <c:pt idx="918">
                  <c:v>0.34556845680115</c:v>
                </c:pt>
                <c:pt idx="919">
                  <c:v>0.34283752502801801</c:v>
                </c:pt>
                <c:pt idx="920">
                  <c:v>0.340094284853663</c:v>
                </c:pt>
                <c:pt idx="921">
                  <c:v>0.33735281148079699</c:v>
                </c:pt>
                <c:pt idx="922">
                  <c:v>0.33462619205338401</c:v>
                </c:pt>
                <c:pt idx="923">
                  <c:v>0.33192645376563301</c:v>
                </c:pt>
                <c:pt idx="924">
                  <c:v>0.32926451332963003</c:v>
                </c:pt>
                <c:pt idx="925">
                  <c:v>0.32665014375271201</c:v>
                </c:pt>
                <c:pt idx="926">
                  <c:v>0.32409195389517498</c:v>
                </c:pt>
                <c:pt idx="927">
                  <c:v>0.32159737618259798</c:v>
                </c:pt>
                <c:pt idx="928">
                  <c:v>0.31917265808644901</c:v>
                </c:pt>
                <c:pt idx="929">
                  <c:v>0.31682285357527401</c:v>
                </c:pt>
                <c:pt idx="930">
                  <c:v>0.31455181168775098</c:v>
                </c:pt>
                <c:pt idx="931">
                  <c:v>0.31236216058093402</c:v>
                </c:pt>
                <c:pt idx="932">
                  <c:v>0.31025528664423502</c:v>
                </c:pt>
                <c:pt idx="933">
                  <c:v>0.30823130934197901</c:v>
                </c:pt>
                <c:pt idx="934">
                  <c:v>0.30628905327866401</c:v>
                </c:pt>
                <c:pt idx="935">
                  <c:v>0.30442601961096999</c:v>
                </c:pt>
                <c:pt idx="936">
                  <c:v>0.302638359408894</c:v>
                </c:pt>
                <c:pt idx="937">
                  <c:v>0.300920851877231</c:v>
                </c:pt>
                <c:pt idx="938">
                  <c:v>0.299266890453662</c:v>
                </c:pt>
                <c:pt idx="939">
                  <c:v>0.29766847974349098</c:v>
                </c:pt>
                <c:pt idx="940">
                  <c:v>0.29611624612106602</c:v>
                </c:pt>
                <c:pt idx="941">
                  <c:v>0.29459946464051001</c:v>
                </c:pt>
                <c:pt idx="942">
                  <c:v>0.29310610458791198</c:v>
                </c:pt>
                <c:pt idx="943">
                  <c:v>0.29162289554453003</c:v>
                </c:pt>
                <c:pt idx="944">
                  <c:v>0.29013541529213099</c:v>
                </c:pt>
                <c:pt idx="945">
                  <c:v>0.28862820037096398</c:v>
                </c:pt>
                <c:pt idx="946">
                  <c:v>0.287084879585571</c:v>
                </c:pt>
                <c:pt idx="947">
                  <c:v>0.28548833014310099</c:v>
                </c:pt>
                <c:pt idx="948">
                  <c:v>0.28382085536190299</c:v>
                </c:pt>
                <c:pt idx="949">
                  <c:v>0.282064382102231</c:v>
                </c:pt>
                <c:pt idx="950">
                  <c:v>0.28020067539510901</c:v>
                </c:pt>
                <c:pt idx="951">
                  <c:v>0.27821156725945601</c:v>
                </c:pt>
                <c:pt idx="952">
                  <c:v>0.27607919640074802</c:v>
                </c:pt>
                <c:pt idx="953">
                  <c:v>0.273786255367304</c:v>
                </c:pt>
                <c:pt idx="954">
                  <c:v>0.27131624182024699</c:v>
                </c:pt>
                <c:pt idx="955">
                  <c:v>0.26865371084812401</c:v>
                </c:pt>
                <c:pt idx="956">
                  <c:v>0.265784525630262</c:v>
                </c:pt>
                <c:pt idx="957">
                  <c:v>0.26269610400660098</c:v>
                </c:pt>
                <c:pt idx="958">
                  <c:v>0.25937765839300803</c:v>
                </c:pt>
                <c:pt idx="959">
                  <c:v>0.25582042588294701</c:v>
                </c:pt>
                <c:pt idx="960">
                  <c:v>0.25201788446335999</c:v>
                </c:pt>
                <c:pt idx="961">
                  <c:v>0.24796595038848199</c:v>
                </c:pt>
                <c:pt idx="962">
                  <c:v>0.24366315118640799</c:v>
                </c:pt>
                <c:pt idx="963">
                  <c:v>0.23911076861088701</c:v>
                </c:pt>
                <c:pt idx="964">
                  <c:v>0.23431294605835601</c:v>
                </c:pt>
                <c:pt idx="965">
                  <c:v>0.22927675551274099</c:v>
                </c:pt>
                <c:pt idx="966">
                  <c:v>0.22401221995680401</c:v>
                </c:pt>
                <c:pt idx="967">
                  <c:v>0.21853228836167299</c:v>
                </c:pt>
                <c:pt idx="968">
                  <c:v>0.21285276171176101</c:v>
                </c:pt>
                <c:pt idx="969">
                  <c:v>0.20699216987369301</c:v>
                </c:pt>
                <c:pt idx="970">
                  <c:v>0.20097160034921699</c:v>
                </c:pt>
                <c:pt idx="971">
                  <c:v>0.19481448101541199</c:v>
                </c:pt>
                <c:pt idx="972">
                  <c:v>0.18854631986655601</c:v>
                </c:pt>
                <c:pt idx="973">
                  <c:v>0.18219440556517899</c:v>
                </c:pt>
                <c:pt idx="974">
                  <c:v>0.17578747328352401</c:v>
                </c:pt>
                <c:pt idx="975">
                  <c:v>0.16935534083666401</c:v>
                </c:pt>
                <c:pt idx="976">
                  <c:v>0.162928520481432</c:v>
                </c:pt>
                <c:pt idx="977">
                  <c:v>0.15653781206605899</c:v>
                </c:pt>
                <c:pt idx="978">
                  <c:v>0.15021388357433299</c:v>
                </c:pt>
                <c:pt idx="979">
                  <c:v>0.14398684557418501</c:v>
                </c:pt>
                <c:pt idx="980">
                  <c:v>0.13788582662870399</c:v>
                </c:pt>
                <c:pt idx="981">
                  <c:v>0.131938557292821</c:v>
                </c:pt>
                <c:pt idx="982">
                  <c:v>0.12617097085282</c:v>
                </c:pt>
                <c:pt idx="983">
                  <c:v>0.120606829392901</c:v>
                </c:pt>
                <c:pt idx="984">
                  <c:v>0.11526738392226001</c:v>
                </c:pt>
                <c:pt idx="985">
                  <c:v>0.110171076974071</c:v>
                </c:pt>
                <c:pt idx="986">
                  <c:v>0.105333295222474</c:v>
                </c:pt>
                <c:pt idx="987">
                  <c:v>0.100766178340924</c:v>
                </c:pt>
                <c:pt idx="988">
                  <c:v>9.6478488711034996E-2</c:v>
                </c:pt>
                <c:pt idx="989">
                  <c:v>9.2475544830963805E-2</c:v>
                </c:pt>
                <c:pt idx="990">
                  <c:v>8.8759219438101E-2</c:v>
                </c:pt>
                <c:pt idx="991">
                  <c:v>8.5328001491978403E-2</c:v>
                </c:pt>
                <c:pt idx="992">
                  <c:v>8.2177119343997199E-2</c:v>
                </c:pt>
                <c:pt idx="993">
                  <c:v>7.9298720762233599E-2</c:v>
                </c:pt>
                <c:pt idx="994">
                  <c:v>7.6682104042981994E-2</c:v>
                </c:pt>
                <c:pt idx="995">
                  <c:v>7.4313993244075602E-2</c:v>
                </c:pt>
                <c:pt idx="996">
                  <c:v>7.2178849664298703E-2</c:v>
                </c:pt>
                <c:pt idx="997">
                  <c:v>7.02592111377629E-2</c:v>
                </c:pt>
                <c:pt idx="998">
                  <c:v>6.8536050544502097E-2</c:v>
                </c:pt>
                <c:pt idx="999">
                  <c:v>6.6989145127541103E-2</c:v>
                </c:pt>
                <c:pt idx="1000">
                  <c:v>6.5597448657062601E-2</c:v>
                </c:pt>
                <c:pt idx="1001">
                  <c:v>6.4339459062091597E-2</c:v>
                </c:pt>
                <c:pt idx="1002">
                  <c:v>6.31935747770761E-2</c:v>
                </c:pt>
                <c:pt idx="1003">
                  <c:v>6.2138433755303202E-2</c:v>
                </c:pt>
                <c:pt idx="1004">
                  <c:v>6.1153229960036803E-2</c:v>
                </c:pt>
                <c:pt idx="1005">
                  <c:v>6.0218003160706302E-2</c:v>
                </c:pt>
                <c:pt idx="1006">
                  <c:v>5.9313898940415097E-2</c:v>
                </c:pt>
                <c:pt idx="1007">
                  <c:v>5.8423396840094399E-2</c:v>
                </c:pt>
                <c:pt idx="1008">
                  <c:v>5.7530505437313598E-2</c:v>
                </c:pt>
                <c:pt idx="1009">
                  <c:v>5.6620923856773697E-2</c:v>
                </c:pt>
                <c:pt idx="1010">
                  <c:v>5.5682169764490801E-2</c:v>
                </c:pt>
                <c:pt idx="1011">
                  <c:v>5.4703674350378498E-2</c:v>
                </c:pt>
                <c:pt idx="1012">
                  <c:v>5.3676845160745397E-2</c:v>
                </c:pt>
                <c:pt idx="1013">
                  <c:v>5.2595097913060301E-2</c:v>
                </c:pt>
                <c:pt idx="1014">
                  <c:v>5.14538586900967E-2</c:v>
                </c:pt>
                <c:pt idx="1015">
                  <c:v>5.0250538267353297E-2</c:v>
                </c:pt>
                <c:pt idx="1016">
                  <c:v>4.89844807667007E-2</c:v>
                </c:pt>
                <c:pt idx="1017">
                  <c:v>4.7656889205777403E-2</c:v>
                </c:pt>
                <c:pt idx="1018">
                  <c:v>4.6270730650596198E-2</c:v>
                </c:pt>
                <c:pt idx="1019">
                  <c:v>4.4830623500517801E-2</c:v>
                </c:pt>
                <c:pt idx="1020">
                  <c:v>4.3342709020128399E-2</c:v>
                </c:pt>
                <c:pt idx="1021">
                  <c:v>4.1814508752478198E-2</c:v>
                </c:pt>
                <c:pt idx="1022">
                  <c:v>4.0254769034636401E-2</c:v>
                </c:pt>
                <c:pt idx="1023">
                  <c:v>3.86732935439748E-2</c:v>
                </c:pt>
                <c:pt idx="1024">
                  <c:v>3.7080764663513198E-2</c:v>
                </c:pt>
                <c:pt idx="1025">
                  <c:v>3.54885544745819E-2</c:v>
                </c:pt>
                <c:pt idx="1026">
                  <c:v>3.39085262903683E-2</c:v>
                </c:pt>
                <c:pt idx="1027">
                  <c:v>3.2352827702199903E-2</c:v>
                </c:pt>
                <c:pt idx="1028">
                  <c:v>3.0833676048412501E-2</c:v>
                </c:pt>
                <c:pt idx="1029">
                  <c:v>2.93631370931558E-2</c:v>
                </c:pt>
                <c:pt idx="1030">
                  <c:v>2.7952897660244499E-2</c:v>
                </c:pt>
                <c:pt idx="1031">
                  <c:v>2.66140331175274E-2</c:v>
                </c:pt>
                <c:pt idx="1032">
                  <c:v>2.5356770993296501E-2</c:v>
                </c:pt>
                <c:pt idx="1033">
                  <c:v>2.41902526353754E-2</c:v>
                </c:pt>
                <c:pt idx="1034">
                  <c:v>2.3122295679276199E-2</c:v>
                </c:pt>
                <c:pt idx="1035">
                  <c:v>2.21591611061717E-2</c:v>
                </c:pt>
                <c:pt idx="1036">
                  <c:v>2.1305329728423E-2</c:v>
                </c:pt>
                <c:pt idx="1037">
                  <c:v>2.0563293930644901E-2</c:v>
                </c:pt>
                <c:pt idx="1038">
                  <c:v>1.9933371354079001E-2</c:v>
                </c:pt>
                <c:pt idx="1039">
                  <c:v>1.9413547875594399E-2</c:v>
                </c:pt>
                <c:pt idx="1040">
                  <c:v>1.8999357534951699E-2</c:v>
                </c:pt>
                <c:pt idx="1041">
                  <c:v>1.86838067533945E-2</c:v>
                </c:pt>
                <c:pt idx="1042">
                  <c:v>1.8457349100974099E-2</c:v>
                </c:pt>
                <c:pt idx="1043">
                  <c:v>1.83079150815623E-2</c:v>
                </c:pt>
                <c:pt idx="1044">
                  <c:v>1.82209991708247E-2</c:v>
                </c:pt>
                <c:pt idx="1045">
                  <c:v>1.8179803962289701E-2</c:v>
                </c:pt>
                <c:pt idx="1046">
                  <c:v>1.8165438998871401E-2</c:v>
                </c:pt>
                <c:pt idx="1047">
                  <c:v>1.81571698657732E-2</c:v>
                </c:pt>
                <c:pt idx="1048">
                  <c:v>1.8132711519371399E-2</c:v>
                </c:pt>
                <c:pt idx="1049">
                  <c:v>1.8068558736763399E-2</c:v>
                </c:pt>
                <c:pt idx="1050">
                  <c:v>1.7940346064544501E-2</c:v>
                </c:pt>
                <c:pt idx="1051">
                  <c:v>1.7723229689111601E-2</c:v>
                </c:pt>
                <c:pt idx="1052">
                  <c:v>1.7392284104885299E-2</c:v>
                </c:pt>
                <c:pt idx="1053">
                  <c:v>1.6922907138292601E-2</c:v>
                </c:pt>
                <c:pt idx="1054">
                  <c:v>1.62912276083131E-2</c:v>
                </c:pt>
                <c:pt idx="1055">
                  <c:v>1.54745105166885E-2</c:v>
                </c:pt>
                <c:pt idx="1056">
                  <c:v>1.44515551163386E-2</c:v>
                </c:pt>
                <c:pt idx="1057">
                  <c:v>1.32030815821965E-2</c:v>
                </c:pt>
                <c:pt idx="1058">
                  <c:v>1.1712102382679499E-2</c:v>
                </c:pt>
                <c:pt idx="1059">
                  <c:v>9.9642747795612406E-3</c:v>
                </c:pt>
                <c:pt idx="1060">
                  <c:v>7.9482310677806908E-3</c:v>
                </c:pt>
                <c:pt idx="1061">
                  <c:v>5.655883193941E-3</c:v>
                </c:pt>
                <c:pt idx="1062">
                  <c:v>3.0826983617984098E-3</c:v>
                </c:pt>
                <c:pt idx="1063">
                  <c:v>2.2794225911981699E-4</c:v>
                </c:pt>
                <c:pt idx="1064">
                  <c:v>-2.9051133106032202E-3</c:v>
                </c:pt>
                <c:pt idx="1065">
                  <c:v>-6.3090213244396598E-3</c:v>
                </c:pt>
                <c:pt idx="1066">
                  <c:v>-9.97203152560577E-3</c:v>
                </c:pt>
                <c:pt idx="1067">
                  <c:v>-1.3878005709601999E-2</c:v>
                </c:pt>
                <c:pt idx="1068">
                  <c:v>-1.8006378324374E-2</c:v>
                </c:pt>
                <c:pt idx="1069">
                  <c:v>-2.2332164398015601E-2</c:v>
                </c:pt>
                <c:pt idx="1070">
                  <c:v>-2.6826016892859701E-2</c:v>
                </c:pt>
                <c:pt idx="1071">
                  <c:v>-3.1454335556950097E-2</c:v>
                </c:pt>
                <c:pt idx="1072">
                  <c:v>-3.6179429064812502E-2</c:v>
                </c:pt>
                <c:pt idx="1073">
                  <c:v>-4.0959731687102402E-2</c:v>
                </c:pt>
                <c:pt idx="1074">
                  <c:v>-4.5750074943485999E-2</c:v>
                </c:pt>
                <c:pt idx="1075">
                  <c:v>-5.0502013726311898E-2</c:v>
                </c:pt>
                <c:pt idx="1076">
                  <c:v>-5.51642053035825E-2</c:v>
                </c:pt>
                <c:pt idx="1077">
                  <c:v>-5.9682838522744003E-2</c:v>
                </c:pt>
                <c:pt idx="1078">
                  <c:v>-6.4002109556440506E-2</c:v>
                </c:pt>
                <c:pt idx="1079">
                  <c:v>-6.8064739750404002E-2</c:v>
                </c:pt>
                <c:pt idx="1080">
                  <c:v>-7.1812530631024801E-2</c:v>
                </c:pt>
                <c:pt idx="1081">
                  <c:v>-7.5186950956117798E-2</c:v>
                </c:pt>
                <c:pt idx="1082">
                  <c:v>-7.8129750771212605E-2</c:v>
                </c:pt>
                <c:pt idx="1083">
                  <c:v>-8.0583597509661306E-2</c:v>
                </c:pt>
                <c:pt idx="1084">
                  <c:v>-8.2492728961668593E-2</c:v>
                </c:pt>
                <c:pt idx="1085">
                  <c:v>-8.3803617364181904E-2</c:v>
                </c:pt>
                <c:pt idx="1086">
                  <c:v>-8.4465638126891507E-2</c:v>
                </c:pt>
                <c:pt idx="1087">
                  <c:v>-8.4431736054053297E-2</c:v>
                </c:pt>
                <c:pt idx="1088">
                  <c:v>-8.3659081408656605E-2</c:v>
                </c:pt>
                <c:pt idx="1089">
                  <c:v>-8.2109707681532598E-2</c:v>
                </c:pt>
                <c:pt idx="1090">
                  <c:v>-7.9751122368342101E-2</c:v>
                </c:pt>
                <c:pt idx="1091">
                  <c:v>-7.6556881431806903E-2</c:v>
                </c:pt>
                <c:pt idx="1092">
                  <c:v>-7.2507117517273803E-2</c:v>
                </c:pt>
                <c:pt idx="1093">
                  <c:v>-6.75890114913133E-2</c:v>
                </c:pt>
                <c:pt idx="1094">
                  <c:v>-6.1797196595662997E-2</c:v>
                </c:pt>
                <c:pt idx="1095">
                  <c:v>-5.5134084604485697E-2</c:v>
                </c:pt>
                <c:pt idx="1096">
                  <c:v>-4.7610104012741197E-2</c:v>
                </c:pt>
                <c:pt idx="1097">
                  <c:v>-3.9243841539796397E-2</c:v>
                </c:pt>
                <c:pt idx="1098">
                  <c:v>-3.00620799682682E-2</c:v>
                </c:pt>
                <c:pt idx="1099">
                  <c:v>-2.0099727300708199E-2</c:v>
                </c:pt>
                <c:pt idx="1100">
                  <c:v>-9.3996342655835105E-3</c:v>
                </c:pt>
                <c:pt idx="1101">
                  <c:v>1.9877006394574898E-3</c:v>
                </c:pt>
                <c:pt idx="1102">
                  <c:v>1.40045371009617E-2</c:v>
                </c:pt>
                <c:pt idx="1103">
                  <c:v>2.6586406179462899E-2</c:v>
                </c:pt>
                <c:pt idx="1104">
                  <c:v>3.9662724835053599E-2</c:v>
                </c:pt>
                <c:pt idx="1105">
                  <c:v>5.3157504039125399E-2</c:v>
                </c:pt>
                <c:pt idx="1106">
                  <c:v>6.6990141202768694E-2</c:v>
                </c:pt>
                <c:pt idx="1107">
                  <c:v>8.1076286379246798E-2</c:v>
                </c:pt>
                <c:pt idx="1108">
                  <c:v>9.53287705415852E-2</c:v>
                </c:pt>
                <c:pt idx="1109">
                  <c:v>0.109658583123592</c:v>
                </c:pt>
                <c:pt idx="1110">
                  <c:v>0.123975884947169</c:v>
                </c:pt>
                <c:pt idx="1111">
                  <c:v>0.13819104167917201</c:v>
                </c:pt>
                <c:pt idx="1112">
                  <c:v>0.152215662131922</c:v>
                </c:pt>
                <c:pt idx="1113">
                  <c:v>0.16596362513732099</c:v>
                </c:pt>
                <c:pt idx="1114">
                  <c:v>0.179352078478345</c:v>
                </c:pt>
                <c:pt idx="1115">
                  <c:v>0.192302393511815</c:v>
                </c:pt>
                <c:pt idx="1116">
                  <c:v>0.20474105968803699</c:v>
                </c:pt>
                <c:pt idx="1117">
                  <c:v>0.21660050417250401</c:v>
                </c:pt>
                <c:pt idx="1118">
                  <c:v>0.22781982319758101</c:v>
                </c:pt>
                <c:pt idx="1119">
                  <c:v>0.238345413597779</c:v>
                </c:pt>
                <c:pt idx="1120">
                  <c:v>0.24813149515153499</c:v>
                </c:pt>
                <c:pt idx="1121">
                  <c:v>0.25714051673613902</c:v>
                </c:pt>
                <c:pt idx="1122">
                  <c:v>0.26534344171755803</c:v>
                </c:pt>
                <c:pt idx="1123">
                  <c:v>0.27271991029188303</c:v>
                </c:pt>
                <c:pt idx="1124">
                  <c:v>0.27925827864043201</c:v>
                </c:pt>
                <c:pt idx="1125">
                  <c:v>0.28495553683463398</c:v>
                </c:pt>
                <c:pt idx="1126">
                  <c:v>0.28981710950469802</c:v>
                </c:pt>
                <c:pt idx="1127">
                  <c:v>0.29385654535015598</c:v>
                </c:pt>
                <c:pt idx="1128">
                  <c:v>0.29709510352552099</c:v>
                </c:pt>
                <c:pt idx="1129">
                  <c:v>0.29956124667713402</c:v>
                </c:pt>
                <c:pt idx="1130">
                  <c:v>0.301290051858359</c:v>
                </c:pt>
                <c:pt idx="1131">
                  <c:v>0.30232255163328198</c:v>
                </c:pt>
                <c:pt idx="1132">
                  <c:v>0.30270501832914398</c:v>
                </c:pt>
                <c:pt idx="1133">
                  <c:v>0.30248820462317799</c:v>
                </c:pt>
                <c:pt idx="1134">
                  <c:v>0.30172655353524702</c:v>
                </c:pt>
                <c:pt idx="1135">
                  <c:v>0.300477390522986</c:v>
                </c:pt>
                <c:pt idx="1136">
                  <c:v>0.29880010978368898</c:v>
                </c:pt>
                <c:pt idx="1137">
                  <c:v>0.29675536609880998</c:v>
                </c:pt>
                <c:pt idx="1138">
                  <c:v>0.29440428263574903</c:v>
                </c:pt>
                <c:pt idx="1139">
                  <c:v>0.29180768402129098</c:v>
                </c:pt>
                <c:pt idx="1140">
                  <c:v>0.28902536273115498</c:v>
                </c:pt>
                <c:pt idx="1141">
                  <c:v>0.28611538554933402</c:v>
                </c:pt>
                <c:pt idx="1142">
                  <c:v>0.28313344576521599</c:v>
                </c:pt>
                <c:pt idx="1143">
                  <c:v>0.28013226601229202</c:v>
                </c:pt>
                <c:pt idx="1144">
                  <c:v>0.27716105611175401</c:v>
                </c:pt>
                <c:pt idx="1145">
                  <c:v>0.27426502974743999</c:v>
                </c:pt>
                <c:pt idx="1146">
                  <c:v>0.27148498311444302</c:v>
                </c:pt>
                <c:pt idx="1147">
                  <c:v>0.26885693786340198</c:v>
                </c:pt>
                <c:pt idx="1148">
                  <c:v>0.26641184978847499</c:v>
                </c:pt>
                <c:pt idx="1149">
                  <c:v>0.26417538379508598</c:v>
                </c:pt>
                <c:pt idx="1150">
                  <c:v>0.26216775468785303</c:v>
                </c:pt>
                <c:pt idx="1151">
                  <c:v>0.26040363226900698</c:v>
                </c:pt>
                <c:pt idx="1152">
                  <c:v>0.25889210830186099</c:v>
                </c:pt>
                <c:pt idx="1153">
                  <c:v>0.25763672227857798</c:v>
                </c:pt>
                <c:pt idx="1154">
                  <c:v>0.25663554272810601</c:v>
                </c:pt>
                <c:pt idx="1155">
                  <c:v>0.25588130092813399</c:v>
                </c:pt>
                <c:pt idx="1156">
                  <c:v>0.25536157415921001</c:v>
                </c:pt>
                <c:pt idx="1157">
                  <c:v>0.25505901591371</c:v>
                </c:pt>
                <c:pt idx="1158">
                  <c:v>0.254951630748321</c:v>
                </c:pt>
                <c:pt idx="1159">
                  <c:v>0.25501309184446902</c:v>
                </c:pt>
                <c:pt idx="1160">
                  <c:v>0.255213099842861</c:v>
                </c:pt>
                <c:pt idx="1161">
                  <c:v>0.255517782008854</c:v>
                </c:pt>
                <c:pt idx="1162">
                  <c:v>0.255890131028777</c:v>
                </c:pt>
                <c:pt idx="1163">
                  <c:v>0.25629048251286402</c:v>
                </c:pt>
                <c:pt idx="1164">
                  <c:v>0.25667702946528098</c:v>
                </c:pt>
                <c:pt idx="1165">
                  <c:v>0.25700637059675902</c:v>
                </c:pt>
                <c:pt idx="1166">
                  <c:v>0.25723408755981197</c:v>
                </c:pt>
                <c:pt idx="1167">
                  <c:v>0.25731534423322699</c:v>
                </c:pt>
                <c:pt idx="1168">
                  <c:v>0.25720549936777698</c:v>
                </c:pt>
                <c:pt idx="1169">
                  <c:v>0.256860722493647</c:v>
                </c:pt>
                <c:pt idx="1170">
                  <c:v>0.25623860213240701</c:v>
                </c:pt>
                <c:pt idx="1171">
                  <c:v>0.25529873507772199</c:v>
                </c:pt>
                <c:pt idx="1172">
                  <c:v>0.25400328576005798</c:v>
                </c:pt>
                <c:pt idx="1173">
                  <c:v>0.25231750541520498</c:v>
                </c:pt>
                <c:pt idx="1174">
                  <c:v>0.25021020185628001</c:v>
                </c:pt>
                <c:pt idx="1175">
                  <c:v>0.24765415203379201</c:v>
                </c:pt>
                <c:pt idx="1176">
                  <c:v>0.244626451186197</c:v>
                </c:pt>
                <c:pt idx="1177">
                  <c:v>0.24110879415570899</c:v>
                </c:pt>
                <c:pt idx="1178">
                  <c:v>0.23708768630082699</c:v>
                </c:pt>
                <c:pt idx="1179">
                  <c:v>0.23255458331946199</c:v>
                </c:pt>
                <c:pt idx="1180">
                  <c:v>0.22750596114213101</c:v>
                </c:pt>
                <c:pt idx="1181">
                  <c:v>0.22194331878828599</c:v>
                </c:pt>
                <c:pt idx="1182">
                  <c:v>0.21587311860779901</c:v>
                </c:pt>
                <c:pt idx="1183">
                  <c:v>0.20930666952113899</c:v>
                </c:pt>
                <c:pt idx="1184">
                  <c:v>0.20225995955178799</c:v>
                </c:pt>
                <c:pt idx="1185">
                  <c:v>0.194753443957284</c:v>
                </c:pt>
                <c:pt idx="1186">
                  <c:v>0.186811794594201</c:v>
                </c:pt>
                <c:pt idx="1187">
                  <c:v>0.17846361501799399</c:v>
                </c:pt>
                <c:pt idx="1188">
                  <c:v>0.169741124622348</c:v>
                </c:pt>
                <c:pt idx="1189">
                  <c:v>0.16067981422338401</c:v>
                </c:pt>
                <c:pt idx="1190">
                  <c:v>0.15131807501769101</c:v>
                </c:pt>
                <c:pt idx="1191">
                  <c:v>0.14169680269974999</c:v>
                </c:pt>
                <c:pt idx="1192">
                  <c:v>0.13185897857774601</c:v>
                </c:pt>
                <c:pt idx="1193">
                  <c:v>0.1218492297199</c:v>
                </c:pt>
                <c:pt idx="1194">
                  <c:v>0.11171337050211</c:v>
                </c:pt>
                <c:pt idx="1195">
                  <c:v>0.101497928422928</c:v>
                </c:pt>
                <c:pt idx="1196">
                  <c:v>9.1249657729727401E-2</c:v>
                </c:pt>
                <c:pt idx="1197">
                  <c:v>8.1015045311537998E-2</c:v>
                </c:pt>
                <c:pt idx="1198">
                  <c:v>7.0839814448622598E-2</c:v>
                </c:pt>
                <c:pt idx="1199">
                  <c:v>6.0768433209969497E-2</c:v>
                </c:pt>
                <c:pt idx="1200">
                  <c:v>5.0843635324841097E-2</c:v>
                </c:pt>
                <c:pt idx="1201">
                  <c:v>4.1105962058221999E-2</c:v>
                </c:pt>
                <c:pt idx="1202">
                  <c:v>3.1593333912434102E-2</c:v>
                </c:pt>
                <c:pt idx="1203">
                  <c:v>2.23406607859046E-2</c:v>
                </c:pt>
                <c:pt idx="1204">
                  <c:v>1.3379498500714401E-2</c:v>
                </c:pt>
                <c:pt idx="1205">
                  <c:v>4.7377584358969903E-3</c:v>
                </c:pt>
                <c:pt idx="1206">
                  <c:v>-3.5605244670622498E-3</c:v>
                </c:pt>
                <c:pt idx="1207">
                  <c:v>-1.1495361697479001E-2</c:v>
                </c:pt>
                <c:pt idx="1208">
                  <c:v>-1.9050917263081901E-2</c:v>
                </c:pt>
                <c:pt idx="1209">
                  <c:v>-2.6215549680779798E-2</c:v>
                </c:pt>
                <c:pt idx="1210">
                  <c:v>-3.2981791258585601E-2</c:v>
                </c:pt>
                <c:pt idx="1211">
                  <c:v>-3.9346267424930997E-2</c:v>
                </c:pt>
                <c:pt idx="1212">
                  <c:v>-4.5309560017594001E-2</c:v>
                </c:pt>
                <c:pt idx="1213">
                  <c:v>-5.0876019408067803E-2</c:v>
                </c:pt>
                <c:pt idx="1214">
                  <c:v>-5.6053531082962703E-2</c:v>
                </c:pt>
                <c:pt idx="1215">
                  <c:v>-6.0853242780082598E-2</c:v>
                </c:pt>
                <c:pt idx="1216">
                  <c:v>-6.5289258494943006E-2</c:v>
                </c:pt>
                <c:pt idx="1217">
                  <c:v>-6.9378305734280402E-2</c:v>
                </c:pt>
                <c:pt idx="1218">
                  <c:v>-7.3139382391773394E-2</c:v>
                </c:pt>
                <c:pt idx="1219">
                  <c:v>-7.6593389567886305E-2</c:v>
                </c:pt>
                <c:pt idx="1220">
                  <c:v>-7.9762756526352105E-2</c:v>
                </c:pt>
                <c:pt idx="1221">
                  <c:v>-8.2671063802817801E-2</c:v>
                </c:pt>
                <c:pt idx="1222">
                  <c:v>-8.5342670311245997E-2</c:v>
                </c:pt>
                <c:pt idx="1223">
                  <c:v>-8.7802350115022507E-2</c:v>
                </c:pt>
                <c:pt idx="1224">
                  <c:v>-9.0074944239288302E-2</c:v>
                </c:pt>
                <c:pt idx="1225">
                  <c:v>-9.2185032385413798E-2</c:v>
                </c:pt>
                <c:pt idx="1226">
                  <c:v>-9.4156628622174401E-2</c:v>
                </c:pt>
                <c:pt idx="1227">
                  <c:v>-9.6012904127638299E-2</c:v>
                </c:pt>
                <c:pt idx="1228">
                  <c:v>-9.7775938975645599E-2</c:v>
                </c:pt>
                <c:pt idx="1229">
                  <c:v>-9.9466503936037995E-2</c:v>
                </c:pt>
                <c:pt idx="1230">
                  <c:v>-0.10110387236911</c:v>
                </c:pt>
                <c:pt idx="1231">
                  <c:v>-0.102705661578957</c:v>
                </c:pt>
                <c:pt idx="1232">
                  <c:v>-0.10428770245797001</c:v>
                </c:pt>
                <c:pt idx="1233">
                  <c:v>-0.105863935898873</c:v>
                </c:pt>
                <c:pt idx="1234">
                  <c:v>-0.107446334280665</c:v>
                </c:pt>
                <c:pt idx="1235">
                  <c:v>-0.10904484637702801</c:v>
                </c:pt>
                <c:pt idx="1236">
                  <c:v>-0.110667364267239</c:v>
                </c:pt>
                <c:pt idx="1237">
                  <c:v>-0.112319711158492</c:v>
                </c:pt>
                <c:pt idx="1238">
                  <c:v>-0.114005649370443</c:v>
                </c:pt>
                <c:pt idx="1239">
                  <c:v>-0.115726908065448</c:v>
                </c:pt>
                <c:pt idx="1240">
                  <c:v>-0.117483230632433</c:v>
                </c:pt>
                <c:pt idx="1241">
                  <c:v>-0.119272441928547</c:v>
                </c:pt>
                <c:pt idx="1242">
                  <c:v>-0.121090535815558</c:v>
                </c:pt>
                <c:pt idx="1243">
                  <c:v>-0.12293178356522701</c:v>
                </c:pt>
                <c:pt idx="1244">
                  <c:v>-0.124788863719225</c:v>
                </c:pt>
                <c:pt idx="1245">
                  <c:v>-0.12665301385226299</c:v>
                </c:pt>
                <c:pt idx="1246">
                  <c:v>-0.12851420440349301</c:v>
                </c:pt>
                <c:pt idx="1247">
                  <c:v>-0.130361334328748</c:v>
                </c:pt>
                <c:pt idx="1248">
                  <c:v>-0.13218244778473301</c:v>
                </c:pt>
                <c:pt idx="1249">
                  <c:v>-0.13396497035177199</c:v>
                </c:pt>
                <c:pt idx="1250">
                  <c:v>-0.13569596241249199</c:v>
                </c:pt>
                <c:pt idx="1251">
                  <c:v>-0.13736238629352299</c:v>
                </c:pt>
                <c:pt idx="1252">
                  <c:v>-0.138951382800515</c:v>
                </c:pt>
                <c:pt idx="1253">
                  <c:v>-0.14045055200102</c:v>
                </c:pt>
                <c:pt idx="1254">
                  <c:v>-0.141848232631653</c:v>
                </c:pt>
                <c:pt idx="1255">
                  <c:v>-0.143133774328356</c:v>
                </c:pt>
                <c:pt idx="1256">
                  <c:v>-0.14429779695380399</c:v>
                </c:pt>
                <c:pt idx="1257">
                  <c:v>-0.14533243158172399</c:v>
                </c:pt>
                <c:pt idx="1258">
                  <c:v>-0.146231538158417</c:v>
                </c:pt>
                <c:pt idx="1259">
                  <c:v>-0.146990895444715</c:v>
                </c:pt>
                <c:pt idx="1260">
                  <c:v>-0.14760835950602699</c:v>
                </c:pt>
                <c:pt idx="1261">
                  <c:v>-0.14808398776501999</c:v>
                </c:pt>
                <c:pt idx="1262">
                  <c:v>-0.148420126447974</c:v>
                </c:pt>
                <c:pt idx="1263">
                  <c:v>-0.148621460051368</c:v>
                </c:pt>
                <c:pt idx="1264">
                  <c:v>-0.14869502211591801</c:v>
                </c:pt>
                <c:pt idx="1265">
                  <c:v>-0.14865016711717799</c:v>
                </c:pt>
                <c:pt idx="1266">
                  <c:v>-0.14849850381500601</c:v>
                </c:pt>
                <c:pt idx="1267">
                  <c:v>-0.148253791121046</c:v>
                </c:pt>
                <c:pt idx="1268">
                  <c:v>-0.147931798448483</c:v>
                </c:pt>
                <c:pt idx="1269">
                  <c:v>-0.14755013341728901</c:v>
                </c:pt>
                <c:pt idx="1270">
                  <c:v>-0.147128040511909</c:v>
                </c:pt>
                <c:pt idx="1271">
                  <c:v>-0.14668617478975099</c:v>
                </c:pt>
                <c:pt idx="1272">
                  <c:v>-0.14624635507249301</c:v>
                </c:pt>
                <c:pt idx="1273">
                  <c:v>-0.145831301211337</c:v>
                </c:pt>
                <c:pt idx="1274">
                  <c:v>-0.14546435991812601</c:v>
                </c:pt>
                <c:pt idx="1275">
                  <c:v>-0.14516922326836801</c:v>
                </c:pt>
                <c:pt idx="1276">
                  <c:v>-0.1449696434378</c:v>
                </c:pt>
                <c:pt idx="1277">
                  <c:v>-0.14488914676173401</c:v>
                </c:pt>
                <c:pt idx="1278">
                  <c:v>-0.14495074998141799</c:v>
                </c:pt>
                <c:pt idx="1279">
                  <c:v>-0.14517668155916799</c:v>
                </c:pt>
                <c:pt idx="1280">
                  <c:v>-0.14558811102411001</c:v>
                </c:pt>
                <c:pt idx="1281">
                  <c:v>-0.146204889230058</c:v>
                </c:pt>
                <c:pt idx="1282">
                  <c:v>-0.14704530205720101</c:v>
                </c:pt>
                <c:pt idx="1283">
                  <c:v>-0.14812583953199299</c:v>
                </c:pt>
                <c:pt idx="1284">
                  <c:v>-0.14946098174045</c:v>
                </c:pt>
                <c:pt idx="1285">
                  <c:v>-0.15106300245441101</c:v>
                </c:pt>
                <c:pt idx="1286">
                  <c:v>-0.15294179125137899</c:v>
                </c:pt>
                <c:pt idx="1287">
                  <c:v>-0.15510469520335099</c:v>
                </c:pt>
                <c:pt idx="1288">
                  <c:v>-0.157556381920124</c:v>
                </c:pt>
                <c:pt idx="1289">
                  <c:v>-0.16029872667403899</c:v>
                </c:pt>
                <c:pt idx="1290">
                  <c:v>-0.16333072722244099</c:v>
                </c:pt>
                <c:pt idx="1291">
                  <c:v>-0.166648450519369</c:v>
                </c:pt>
                <c:pt idx="1292">
                  <c:v>-0.170245015645207</c:v>
                </c:pt>
                <c:pt idx="1293">
                  <c:v>-0.174110617021519</c:v>
                </c:pt>
                <c:pt idx="1294">
                  <c:v>-0.178232591430912</c:v>
                </c:pt>
                <c:pt idx="1295">
                  <c:v>-0.182595531614544</c:v>
                </c:pt>
                <c:pt idx="1296">
                  <c:v>-0.187181448318083</c:v>
                </c:pt>
                <c:pt idx="1297">
                  <c:v>-0.19196998163624701</c:v>
                </c:pt>
                <c:pt idx="1298">
                  <c:v>-0.19693866138991101</c:v>
                </c:pt>
                <c:pt idx="1299">
                  <c:v>-0.20206321504665001</c:v>
                </c:pt>
                <c:pt idx="1300">
                  <c:v>-0.207317920339919</c:v>
                </c:pt>
                <c:pt idx="1301">
                  <c:v>-0.21267599827861799</c:v>
                </c:pt>
                <c:pt idx="1302">
                  <c:v>-0.218110040759426</c:v>
                </c:pt>
                <c:pt idx="1303">
                  <c:v>-0.22359246559035101</c:v>
                </c:pt>
                <c:pt idx="1304">
                  <c:v>-0.22909599044342599</c:v>
                </c:pt>
                <c:pt idx="1305">
                  <c:v>-0.23459411610355899</c:v>
                </c:pt>
                <c:pt idx="1306">
                  <c:v>-0.24006160845277399</c:v>
                </c:pt>
                <c:pt idx="1307">
                  <c:v>-0.245474968064546</c:v>
                </c:pt>
                <c:pt idx="1308">
                  <c:v>-0.250812876186986</c:v>
                </c:pt>
                <c:pt idx="1309">
                  <c:v>-0.25605660623078402</c:v>
                </c:pt>
                <c:pt idx="1310">
                  <c:v>-0.26119039048944898</c:v>
                </c:pt>
                <c:pt idx="1311">
                  <c:v>-0.26620173259454</c:v>
                </c:pt>
                <c:pt idx="1312">
                  <c:v>-0.27108165720942701</c:v>
                </c:pt>
                <c:pt idx="1313">
                  <c:v>-0.27582488983533099</c:v>
                </c:pt>
                <c:pt idx="1314">
                  <c:v>-0.28042996137866599</c:v>
                </c:pt>
                <c:pt idx="1315">
                  <c:v>-0.284899234177248</c:v>
                </c:pt>
                <c:pt idx="1316">
                  <c:v>-0.289238848312381</c:v>
                </c:pt>
                <c:pt idx="1317">
                  <c:v>-0.293458589124731</c:v>
                </c:pt>
                <c:pt idx="1318">
                  <c:v>-0.29757167887786601</c:v>
                </c:pt>
                <c:pt idx="1319">
                  <c:v>-0.30159449744254302</c:v>
                </c:pt>
                <c:pt idx="1320">
                  <c:v>-0.30554623858845797</c:v>
                </c:pt>
                <c:pt idx="1321">
                  <c:v>-0.30944850982191202</c:v>
                </c:pt>
                <c:pt idx="1322">
                  <c:v>-0.313324884673018</c:v>
                </c:pt>
                <c:pt idx="1323">
                  <c:v>-0.31720041707156799</c:v>
                </c:pt>
                <c:pt idx="1324">
                  <c:v>-0.32110112819150799</c:v>
                </c:pt>
                <c:pt idx="1325">
                  <c:v>-0.32505347703859799</c:v>
                </c:pt>
                <c:pt idx="1326">
                  <c:v>-0.32908382706528</c:v>
                </c:pt>
                <c:pt idx="1327">
                  <c:v>-0.33321792200261002</c:v>
                </c:pt>
                <c:pt idx="1328">
                  <c:v>-0.33748038460718699</c:v>
                </c:pt>
                <c:pt idx="1329">
                  <c:v>-0.34189425189941303</c:v>
                </c:pt>
                <c:pt idx="1330">
                  <c:v>-0.34648055963430702</c:v>
                </c:pt>
                <c:pt idx="1331">
                  <c:v>-0.35125798725623703</c:v>
                </c:pt>
                <c:pt idx="1332">
                  <c:v>-0.35624257259793801</c:v>
                </c:pt>
                <c:pt idx="1333">
                  <c:v>-0.361447503295793</c:v>
                </c:pt>
                <c:pt idx="1334">
                  <c:v>-0.36688298949786402</c:v>
                </c:pt>
                <c:pt idx="1335">
                  <c:v>-0.37255622003217398</c:v>
                </c:pt>
                <c:pt idx="1336">
                  <c:v>-0.37847140175657001</c:v>
                </c:pt>
                <c:pt idx="1337">
                  <c:v>-0.38462987927739201</c:v>
                </c:pt>
                <c:pt idx="1338">
                  <c:v>-0.39103032963933498</c:v>
                </c:pt>
                <c:pt idx="1339">
                  <c:v>-0.39766902411114902</c:v>
                </c:pt>
                <c:pt idx="1340">
                  <c:v>-0.40454014703083402</c:v>
                </c:pt>
                <c:pt idx="1341">
                  <c:v>-0.41163615998785802</c:v>
                </c:pt>
                <c:pt idx="1342">
                  <c:v>-0.41894819845755998</c:v>
                </c:pt>
                <c:pt idx="1343">
                  <c:v>-0.42646648732496301</c:v>
                </c:pt>
                <c:pt idx="1344">
                  <c:v>-0.43418076148424001</c:v>
                </c:pt>
                <c:pt idx="1345">
                  <c:v>-0.44208067786060501</c:v>
                </c:pt>
                <c:pt idx="1346">
                  <c:v>-0.45015620579969501</c:v>
                </c:pt>
                <c:pt idx="1347">
                  <c:v>-0.45839798381325803</c:v>
                </c:pt>
                <c:pt idx="1348">
                  <c:v>-0.46679763210890501</c:v>
                </c:pt>
                <c:pt idx="1349">
                  <c:v>-0.475348012090966</c:v>
                </c:pt>
                <c:pt idx="1350">
                  <c:v>-0.48404342603654699</c:v>
                </c:pt>
                <c:pt idx="1351">
                  <c:v>-0.49287975234863601</c:v>
                </c:pt>
                <c:pt idx="1352">
                  <c:v>-0.50185451403880799</c:v>
                </c:pt>
                <c:pt idx="1353">
                  <c:v>-0.51096688024278802</c:v>
                </c:pt>
                <c:pt idx="1354">
                  <c:v>-0.52021760249647797</c:v>
                </c:pt>
                <c:pt idx="1355">
                  <c:v>-0.52960888912875603</c:v>
                </c:pt>
                <c:pt idx="1356">
                  <c:v>-0.53914422247114602</c:v>
                </c:pt>
                <c:pt idx="1357">
                  <c:v>-0.54882812473979803</c:v>
                </c:pt>
                <c:pt idx="1358">
                  <c:v>-0.55866587952271696</c:v>
                </c:pt>
                <c:pt idx="1359">
                  <c:v>-0.56866321682582699</c:v>
                </c:pt>
                <c:pt idx="1360">
                  <c:v>-0.57882597052059903</c:v>
                </c:pt>
                <c:pt idx="1361">
                  <c:v>-0.58915971770462205</c:v>
                </c:pt>
                <c:pt idx="1362">
                  <c:v>-0.59966940987119799</c:v>
                </c:pt>
                <c:pt idx="1363">
                  <c:v>-0.61035900582135105</c:v>
                </c:pt>
                <c:pt idx="1364">
                  <c:v>-0.62123111588924496</c:v>
                </c:pt>
                <c:pt idx="1365">
                  <c:v>-0.63228666632106201</c:v>
                </c:pt>
                <c:pt idx="1366">
                  <c:v>-0.64352459170208498</c:v>
                </c:pt>
                <c:pt idx="1367">
                  <c:v>-0.65494156235651102</c:v>
                </c:pt>
                <c:pt idx="1368">
                  <c:v>-0.666531752724281</c:v>
                </c:pt>
                <c:pt idx="1369">
                  <c:v>-0.67828665576721303</c:v>
                </c:pt>
                <c:pt idx="1370">
                  <c:v>-0.69019494734347198</c:v>
                </c:pt>
                <c:pt idx="1371">
                  <c:v>-0.70224240315573905</c:v>
                </c:pt>
                <c:pt idx="1372">
                  <c:v>-0.71441186936568701</c:v>
                </c:pt>
                <c:pt idx="1373">
                  <c:v>-0.726683286393494</c:v>
                </c:pt>
                <c:pt idx="1374">
                  <c:v>-0.73903376391960895</c:v>
                </c:pt>
                <c:pt idx="1375">
                  <c:v>-0.75143770373401098</c:v>
                </c:pt>
                <c:pt idx="1376">
                  <c:v>-0.76386696579226299</c:v>
                </c:pt>
                <c:pt idx="1377">
                  <c:v>-0.77629107159687605</c:v>
                </c:pt>
                <c:pt idx="1378">
                  <c:v>-0.78867743788910405</c:v>
                </c:pt>
                <c:pt idx="1379">
                  <c:v>-0.80099163273371199</c:v>
                </c:pt>
                <c:pt idx="1380">
                  <c:v>-0.81319764546507001</c:v>
                </c:pt>
                <c:pt idx="1381">
                  <c:v>-0.82525816159337495</c:v>
                </c:pt>
                <c:pt idx="1382">
                  <c:v>-0.83713483361888597</c:v>
                </c:pt>
                <c:pt idx="1383">
                  <c:v>-0.84878853888986505</c:v>
                </c:pt>
                <c:pt idx="1384">
                  <c:v>-0.86017961636279605</c:v>
                </c:pt>
                <c:pt idx="1385">
                  <c:v>-0.87126807542617102</c:v>
                </c:pt>
                <c:pt idx="1386">
                  <c:v>-0.88201377165058903</c:v>
                </c:pt>
                <c:pt idx="1387">
                  <c:v>-0.89237654620765805</c:v>
                </c:pt>
                <c:pt idx="1388">
                  <c:v>-0.90231632766417602</c:v>
                </c:pt>
                <c:pt idx="1389">
                  <c:v>-0.91179319688543903</c:v>
                </c:pt>
                <c:pt idx="1390">
                  <c:v>-0.92076741780825999</c:v>
                </c:pt>
                <c:pt idx="1391">
                  <c:v>-0.92919943874741295</c:v>
                </c:pt>
                <c:pt idx="1392">
                  <c:v>-0.93704987054455802</c:v>
                </c:pt>
                <c:pt idx="1393">
                  <c:v>-0.94427944915895701</c:v>
                </c:pt>
                <c:pt idx="1394">
                  <c:v>-0.95084899120322097</c:v>
                </c:pt>
                <c:pt idx="1395">
                  <c:v>-0.95671935146963105</c:v>
                </c:pt>
                <c:pt idx="1396">
                  <c:v>-0.96185139171231904</c:v>
                </c:pt>
                <c:pt idx="1397">
                  <c:v>-0.96620596986583096</c:v>
                </c:pt>
                <c:pt idx="1398">
                  <c:v>-0.96974395848554495</c:v>
                </c:pt>
                <c:pt idx="1399">
                  <c:v>-0.972426300481257</c:v>
                </c:pt>
                <c:pt idx="1400">
                  <c:v>-0.97421410917348705</c:v>
                </c:pt>
                <c:pt idx="1401">
                  <c:v>-0.97506881829702896</c:v>
                </c:pt>
                <c:pt idx="1402">
                  <c:v>-0.97495238575447796</c:v>
                </c:pt>
                <c:pt idx="1403">
                  <c:v>-0.97382755270038401</c:v>
                </c:pt>
                <c:pt idx="1404">
                  <c:v>-0.97165815707967695</c:v>
                </c:pt>
                <c:pt idx="1405">
                  <c:v>-0.96840949833312795</c:v>
                </c:pt>
                <c:pt idx="1406">
                  <c:v>-0.96404874789176298</c:v>
                </c:pt>
                <c:pt idx="1407">
                  <c:v>-0.95854539847947895</c:v>
                </c:pt>
                <c:pt idx="1408">
                  <c:v>-0.95187174417331899</c:v>
                </c:pt>
                <c:pt idx="1409">
                  <c:v>-0.94400338260227601</c:v>
                </c:pt>
                <c:pt idx="1410">
                  <c:v>-0.93491973054133204</c:v>
                </c:pt>
                <c:pt idx="1411">
                  <c:v>-0.92460454440745099</c:v>
                </c:pt>
                <c:pt idx="1412">
                  <c:v>-0.91304643768087401</c:v>
                </c:pt>
                <c:pt idx="1413">
                  <c:v>-0.90023938789898295</c:v>
                </c:pt>
                <c:pt idx="1414">
                  <c:v>-0.88618322640966496</c:v>
                </c:pt>
                <c:pt idx="1415">
                  <c:v>-0.87088410435474795</c:v>
                </c:pt>
                <c:pt idx="1416">
                  <c:v>-0.85435492828071902</c:v>
                </c:pt>
                <c:pt idx="1417">
                  <c:v>-0.83661575832054302</c:v>
                </c:pt>
                <c:pt idx="1418">
                  <c:v>-0.81769416108976201</c:v>
                </c:pt>
                <c:pt idx="1419">
                  <c:v>-0.79762550838756496</c:v>
                </c:pt>
                <c:pt idx="1420">
                  <c:v>-0.77645321168442405</c:v>
                </c:pt>
                <c:pt idx="1421">
                  <c:v>-0.75422888149441902</c:v>
                </c:pt>
                <c:pt idx="1422">
                  <c:v>-0.73101240034149895</c:v>
                </c:pt>
                <c:pt idx="1423">
                  <c:v>-0.70687189829317798</c:v>
                </c:pt>
                <c:pt idx="1424">
                  <c:v>-0.68188362101969702</c:v>
                </c:pt>
                <c:pt idx="1425">
                  <c:v>-0.65613168209888795</c:v>
                </c:pt>
                <c:pt idx="1426">
                  <c:v>-0.62970769384220004</c:v>
                </c:pt>
                <c:pt idx="1427">
                  <c:v>-0.602710274116661</c:v>
                </c:pt>
                <c:pt idx="1428">
                  <c:v>-0.57524443018780802</c:v>
                </c:pt>
                <c:pt idx="1429">
                  <c:v>-0.54742082425974803</c:v>
                </c:pt>
                <c:pt idx="1430">
                  <c:v>-0.51935492902388602</c:v>
                </c:pt>
                <c:pt idx="1431">
                  <c:v>-0.49116608503833398</c:v>
                </c:pt>
                <c:pt idx="1432">
                  <c:v>-0.46297647492376298</c:v>
                </c:pt>
                <c:pt idx="1433">
                  <c:v>-0.43491003191927602</c:v>
                </c:pt>
                <c:pt idx="1434">
                  <c:v>-0.407091302156673</c:v>
                </c:pt>
                <c:pt idx="1435">
                  <c:v>-0.37964428110047799</c:v>
                </c:pt>
                <c:pt idx="1436">
                  <c:v>-0.35269124503122601</c:v>
                </c:pt>
                <c:pt idx="1437">
                  <c:v>-0.32635159823898502</c:v>
                </c:pt>
                <c:pt idx="1438">
                  <c:v>-0.30074075572405601</c:v>
                </c:pt>
                <c:pt idx="1439">
                  <c:v>-0.27596907969036699</c:v>
                </c:pt>
                <c:pt idx="1440">
                  <c:v>-0.25214088604537899</c:v>
                </c:pt>
                <c:pt idx="1441">
                  <c:v>-0.22935353460197799</c:v>
                </c:pt>
                <c:pt idx="1442">
                  <c:v>-0.20769661386136501</c:v>
                </c:pt>
                <c:pt idx="1443">
                  <c:v>-0.18725122835496599</c:v>
                </c:pt>
                <c:pt idx="1444">
                  <c:v>-0.16808939378762799</c:v>
                </c:pt>
                <c:pt idx="1445">
                  <c:v>-0.150273542855211</c:v>
                </c:pt>
                <c:pt idx="1446">
                  <c:v>-0.13385614271409799</c:v>
                </c:pt>
                <c:pt idx="1447">
                  <c:v>-0.118879423681023</c:v>
                </c:pt>
                <c:pt idx="1448">
                  <c:v>-0.105375217779447</c:v>
                </c:pt>
                <c:pt idx="1449">
                  <c:v>-9.3364905080171104E-2</c:v>
                </c:pt>
                <c:pt idx="1450">
                  <c:v>-8.2859465239468993E-2</c:v>
                </c:pt>
                <c:pt idx="1451">
                  <c:v>-7.3859631110451393E-2</c:v>
                </c:pt>
                <c:pt idx="1452">
                  <c:v>-6.6356140763756594E-2</c:v>
                </c:pt>
                <c:pt idx="1453">
                  <c:v>-6.0330083691319897E-2</c:v>
                </c:pt>
                <c:pt idx="1454">
                  <c:v>-5.5753336328121697E-2</c:v>
                </c:pt>
                <c:pt idx="1455">
                  <c:v>-5.2589081225327197E-2</c:v>
                </c:pt>
                <c:pt idx="1456">
                  <c:v>-5.0792403207089498E-2</c:v>
                </c:pt>
                <c:pt idx="1457">
                  <c:v>-5.0310954698798399E-2</c:v>
                </c:pt>
                <c:pt idx="1458">
                  <c:v>-5.1085681214930199E-2</c:v>
                </c:pt>
                <c:pt idx="1459">
                  <c:v>-5.3051596802122097E-2</c:v>
                </c:pt>
                <c:pt idx="1460">
                  <c:v>-5.6138598115345502E-2</c:v>
                </c:pt>
                <c:pt idx="1461">
                  <c:v>-6.0272304876903202E-2</c:v>
                </c:pt>
                <c:pt idx="1462">
                  <c:v>-6.5374913878850596E-2</c:v>
                </c:pt>
                <c:pt idx="1463">
                  <c:v>-7.1366053568834006E-2</c:v>
                </c:pt>
                <c:pt idx="1464">
                  <c:v>-7.8163626642389794E-2</c:v>
                </c:pt>
                <c:pt idx="1465">
                  <c:v>-8.5684628869299603E-2</c:v>
                </c:pt>
                <c:pt idx="1466">
                  <c:v>-9.3845933480684998E-2</c:v>
                </c:pt>
                <c:pt idx="1467">
                  <c:v>-0.10256503174409499</c:v>
                </c:pt>
                <c:pt idx="1468">
                  <c:v>-0.11176072180706099</c:v>
                </c:pt>
                <c:pt idx="1469">
                  <c:v>-0.12135373946808101</c:v>
                </c:pt>
                <c:pt idx="1470">
                  <c:v>-0.131267326197089</c:v>
                </c:pt>
                <c:pt idx="1471">
                  <c:v>-0.14142773137959599</c:v>
                </c:pt>
                <c:pt idx="1472">
                  <c:v>-0.15176464726533401</c:v>
                </c:pt>
                <c:pt idx="1473">
                  <c:v>-0.16221157638095901</c:v>
                </c:pt>
                <c:pt idx="1474">
                  <c:v>-0.172706132243133</c:v>
                </c:pt>
                <c:pt idx="1475">
                  <c:v>-0.18319027515904199</c:v>
                </c:pt>
                <c:pt idx="1476">
                  <c:v>-0.193610485771888</c:v>
                </c:pt>
                <c:pt idx="1477">
                  <c:v>-0.20391787981228299</c:v>
                </c:pt>
                <c:pt idx="1478">
                  <c:v>-0.214068268260586</c:v>
                </c:pt>
                <c:pt idx="1479">
                  <c:v>-0.224022167788509</c:v>
                </c:pt>
                <c:pt idx="1480">
                  <c:v>-0.23374476686249099</c:v>
                </c:pt>
                <c:pt idx="1481">
                  <c:v>-0.24320585321496599</c:v>
                </c:pt>
                <c:pt idx="1482">
                  <c:v>-0.25237970858922498</c:v>
                </c:pt>
                <c:pt idx="1483">
                  <c:v>-0.26124497684506098</c:v>
                </c:pt>
                <c:pt idx="1484">
                  <c:v>-0.26978451166577899</c:v>
                </c:pt>
                <c:pt idx="1485">
                  <c:v>-0.27798521008174898</c:v>
                </c:pt>
                <c:pt idx="1486">
                  <c:v>-0.28583783766920001</c:v>
                </c:pt>
                <c:pt idx="1487">
                  <c:v>-0.29333685056310199</c:v>
                </c:pt>
                <c:pt idx="1488">
                  <c:v>-0.30048021842507799</c:v>
                </c:pt>
                <c:pt idx="1489">
                  <c:v>-0.30726925135868999</c:v>
                </c:pt>
                <c:pt idx="1490">
                  <c:v>-0.31370843257882902</c:v>
                </c:pt>
                <c:pt idx="1491">
                  <c:v>-0.31980525750455302</c:v>
                </c:pt>
                <c:pt idx="1492">
                  <c:v>-0.32557007889985201</c:v>
                </c:pt>
                <c:pt idx="1493">
                  <c:v>-0.33101595672527601</c:v>
                </c:pt>
                <c:pt idx="1494">
                  <c:v>-0.336158510440631</c:v>
                </c:pt>
                <c:pt idx="1495">
                  <c:v>-0.34101577059373001</c:v>
                </c:pt>
                <c:pt idx="1496">
                  <c:v>-0.34560802569462401</c:v>
                </c:pt>
                <c:pt idx="1497">
                  <c:v>-0.34995765972311599</c:v>
                </c:pt>
                <c:pt idx="1498">
                  <c:v>-0.35408897527146399</c:v>
                </c:pt>
                <c:pt idx="1499">
                  <c:v>-0.358027997364744</c:v>
                </c:pt>
                <c:pt idx="1500">
                  <c:v>-0.36180225343170103</c:v>
                </c:pt>
                <c:pt idx="1501">
                  <c:v>-0.365440525635085</c:v>
                </c:pt>
                <c:pt idx="1502">
                  <c:v>-0.36897257269514899</c:v>
                </c:pt>
                <c:pt idx="1503">
                  <c:v>-0.37242881938012401</c:v>
                </c:pt>
                <c:pt idx="1504">
                  <c:v>-0.37584001298849201</c:v>
                </c:pt>
                <c:pt idx="1505">
                  <c:v>-0.37923684745035802</c:v>
                </c:pt>
                <c:pt idx="1506">
                  <c:v>-0.382649557177896</c:v>
                </c:pt>
                <c:pt idx="1507">
                  <c:v>-0.38610748448198601</c:v>
                </c:pt>
                <c:pt idx="1508">
                  <c:v>-0.38963862610535499</c:v>
                </c:pt>
                <c:pt idx="1509">
                  <c:v>-0.39326916600581402</c:v>
                </c:pt>
                <c:pt idx="1510">
                  <c:v>-0.39702300284918601</c:v>
                </c:pt>
                <c:pt idx="1511">
                  <c:v>-0.40092128176782099</c:v>
                </c:pt>
                <c:pt idx="1512">
                  <c:v>-0.40498194086986899</c:v>
                </c:pt>
                <c:pt idx="1513">
                  <c:v>-0.40921928372864602</c:v>
                </c:pt>
                <c:pt idx="1514">
                  <c:v>-0.41364358952598601</c:v>
                </c:pt>
                <c:pt idx="1515">
                  <c:v>-0.41826077254861999</c:v>
                </c:pt>
                <c:pt idx="1516">
                  <c:v>-0.423072102318097</c:v>
                </c:pt>
                <c:pt idx="1517">
                  <c:v>-0.428073994836977</c:v>
                </c:pt>
                <c:pt idx="1518">
                  <c:v>-0.433257884297097</c:v>
                </c:pt>
                <c:pt idx="1519">
                  <c:v>-0.43861018307254501</c:v>
                </c:pt>
                <c:pt idx="1520">
                  <c:v>-0.44411233586215099</c:v>
                </c:pt>
                <c:pt idx="1521">
                  <c:v>-0.449740971505105</c:v>
                </c:pt>
                <c:pt idx="1522">
                  <c:v>-0.45546815337704999</c:v>
                </c:pt>
                <c:pt idx="1523">
                  <c:v>-0.46126172643931102</c:v>
                </c:pt>
                <c:pt idx="1524">
                  <c:v>-0.46708575596933399</c:v>
                </c:pt>
                <c:pt idx="1525">
                  <c:v>-0.47290104981351</c:v>
                </c:pt>
                <c:pt idx="1526">
                  <c:v>-0.47866575287484298</c:v>
                </c:pt>
                <c:pt idx="1527">
                  <c:v>-0.48433599977807301</c:v>
                </c:pt>
                <c:pt idx="1528">
                  <c:v>-0.48986660954908301</c:v>
                </c:pt>
                <c:pt idx="1529">
                  <c:v>-0.49521180493593597</c:v>
                </c:pt>
                <c:pt idx="1530">
                  <c:v>-0.50032593879179599</c:v>
                </c:pt>
                <c:pt idx="1531">
                  <c:v>-0.50516421066529205</c:v>
                </c:pt>
                <c:pt idx="1532">
                  <c:v>-0.50968335816459898</c:v>
                </c:pt>
                <c:pt idx="1533">
                  <c:v>-0.513842309483176</c:v>
                </c:pt>
                <c:pt idx="1534">
                  <c:v>-0.51760278548680805</c:v>
                </c:pt>
                <c:pt idx="1535">
                  <c:v>-0.52092984188455504</c:v>
                </c:pt>
                <c:pt idx="1536">
                  <c:v>-0.52379234422165599</c:v>
                </c:pt>
                <c:pt idx="1537">
                  <c:v>-0.52616337068118202</c:v>
                </c:pt>
                <c:pt idx="1538">
                  <c:v>-0.52802053983305897</c:v>
                </c:pt>
                <c:pt idx="1539">
                  <c:v>-0.52934626236823801</c:v>
                </c:pt>
                <c:pt idx="1540">
                  <c:v>-0.53012791740438803</c:v>
                </c:pt>
                <c:pt idx="1541">
                  <c:v>-0.53035795516875295</c:v>
                </c:pt>
                <c:pt idx="1542">
                  <c:v>-0.53003392885131295</c:v>
                </c:pt>
                <c:pt idx="1543">
                  <c:v>-0.52915845921804805</c:v>
                </c:pt>
                <c:pt idx="1544">
                  <c:v>-0.52773913610854895</c:v>
                </c:pt>
                <c:pt idx="1545">
                  <c:v>-0.52578836114514704</c:v>
                </c:pt>
                <c:pt idx="1546">
                  <c:v>-0.52332313593635504</c:v>
                </c:pt>
                <c:pt idx="1547">
                  <c:v>-0.52036480000902396</c:v>
                </c:pt>
                <c:pt idx="1548">
                  <c:v>-0.51693872288792797</c:v>
                </c:pt>
                <c:pt idx="1549">
                  <c:v>-0.51307395521319799</c:v>
                </c:pt>
                <c:pt idx="1550">
                  <c:v>-0.50880284440680801</c:v>
                </c:pt>
                <c:pt idx="1551">
                  <c:v>-0.50416062098078696</c:v>
                </c:pt>
                <c:pt idx="1552">
                  <c:v>-0.49918496200290302</c:v>
                </c:pt>
                <c:pt idx="1553">
                  <c:v>-0.49391553845484198</c:v>
                </c:pt>
                <c:pt idx="1554">
                  <c:v>-0.48839355322109002</c:v>
                </c:pt>
                <c:pt idx="1555">
                  <c:v>-0.482661276247562</c:v>
                </c:pt>
                <c:pt idx="1556">
                  <c:v>-0.47676158305743399</c:v>
                </c:pt>
                <c:pt idx="1557">
                  <c:v>-0.47073750238540202</c:v>
                </c:pt>
                <c:pt idx="1558">
                  <c:v>-0.464631778263569</c:v>
                </c:pt>
                <c:pt idx="1559">
                  <c:v>-0.458486451480621</c:v>
                </c:pt>
                <c:pt idx="1560">
                  <c:v>-0.45234246487633101</c:v>
                </c:pt>
                <c:pt idx="1561">
                  <c:v>-0.44623929632086201</c:v>
                </c:pt>
                <c:pt idx="1562">
                  <c:v>-0.44021462240416298</c:v>
                </c:pt>
                <c:pt idx="1563">
                  <c:v>-0.43430401485437597</c:v>
                </c:pt>
                <c:pt idx="1564">
                  <c:v>-0.42854067059561102</c:v>
                </c:pt>
                <c:pt idx="1565">
                  <c:v>-0.42295517522884302</c:v>
                </c:pt>
                <c:pt idx="1566">
                  <c:v>-0.41757529868800503</c:v>
                </c:pt>
                <c:pt idx="1567">
                  <c:v>-0.41242582107691</c:v>
                </c:pt>
                <c:pt idx="1568">
                  <c:v>-0.40752838644269002</c:v>
                </c:pt>
                <c:pt idx="1569">
                  <c:v>-0.40290138256441599</c:v>
                </c:pt>
                <c:pt idx="1570">
                  <c:v>-0.39855984558866397</c:v>
                </c:pt>
                <c:pt idx="1571">
                  <c:v>-0.39451538925171498</c:v>
                </c:pt>
                <c:pt idx="1572">
                  <c:v>-0.39077615923842302</c:v>
                </c:pt>
                <c:pt idx="1573">
                  <c:v>-0.38734681379549502</c:v>
                </c:pt>
                <c:pt idx="1574">
                  <c:v>-0.38422853198995299</c:v>
                </c:pt>
                <c:pt idx="1575">
                  <c:v>-0.38141905098600298</c:v>
                </c:pt>
                <c:pt idx="1576">
                  <c:v>-0.37891273345771997</c:v>
                </c:pt>
                <c:pt idx="1577">
                  <c:v>-0.37670066584950501</c:v>
                </c:pt>
                <c:pt idx="1578">
                  <c:v>-0.37477078771340899</c:v>
                </c:pt>
                <c:pt idx="1579">
                  <c:v>-0.37310805181871098</c:v>
                </c:pt>
                <c:pt idx="1580">
                  <c:v>-0.37169461413944699</c:v>
                </c:pt>
                <c:pt idx="1581">
                  <c:v>-0.37051005215754901</c:v>
                </c:pt>
                <c:pt idx="1582">
                  <c:v>-0.36953160917139699</c:v>
                </c:pt>
                <c:pt idx="1583">
                  <c:v>-0.36873446156226503</c:v>
                </c:pt>
                <c:pt idx="1584">
                  <c:v>-0.368092005415042</c:v>
                </c:pt>
                <c:pt idx="1585">
                  <c:v>-0.367576158639698</c:v>
                </c:pt>
                <c:pt idx="1586">
                  <c:v>-0.367157674787847</c:v>
                </c:pt>
                <c:pt idx="1587">
                  <c:v>-0.36680646500527803</c:v>
                </c:pt>
                <c:pt idx="1588">
                  <c:v>-0.36649192489628801</c:v>
                </c:pt>
                <c:pt idx="1589">
                  <c:v>-0.36618326339581903</c:v>
                </c:pt>
                <c:pt idx="1590">
                  <c:v>-0.36584983095389501</c:v>
                </c:pt>
                <c:pt idx="1591">
                  <c:v>-0.365461444377641</c:v>
                </c:pt>
                <c:pt idx="1592">
                  <c:v>-0.364988705561064</c:v>
                </c:pt>
                <c:pt idx="1593">
                  <c:v>-0.36440331113181401</c:v>
                </c:pt>
                <c:pt idx="1594">
                  <c:v>-0.36367834986245601</c:v>
                </c:pt>
                <c:pt idx="1595">
                  <c:v>-0.36278858463658697</c:v>
                </c:pt>
                <c:pt idx="1596">
                  <c:v>-0.36171071587484599</c:v>
                </c:pt>
                <c:pt idx="1597">
                  <c:v>-0.360423623565641</c:v>
                </c:pt>
                <c:pt idx="1598">
                  <c:v>-0.35890858532212999</c:v>
                </c:pt>
                <c:pt idx="1599">
                  <c:v>-0.35714946816659698</c:v>
                </c:pt>
                <c:pt idx="1600">
                  <c:v>-0.35513289207203802</c:v>
                </c:pt>
                <c:pt idx="1601">
                  <c:v>-0.35284836373694101</c:v>
                </c:pt>
                <c:pt idx="1602">
                  <c:v>-0.350288379638589</c:v>
                </c:pt>
                <c:pt idx="1603">
                  <c:v>-0.34744849799128502</c:v>
                </c:pt>
                <c:pt idx="1604">
                  <c:v>-0.34432737965706101</c:v>
                </c:pt>
                <c:pt idx="1605">
                  <c:v>-0.34092679824039401</c:v>
                </c:pt>
                <c:pt idx="1606">
                  <c:v>-0.337251619649376</c:v>
                </c:pt>
                <c:pt idx="1607">
                  <c:v>-0.33330975153297598</c:v>
                </c:pt>
                <c:pt idx="1608">
                  <c:v>-0.32911206335083099</c:v>
                </c:pt>
                <c:pt idx="1609">
                  <c:v>-0.32467227835438101</c:v>
                </c:pt>
                <c:pt idx="1610">
                  <c:v>-0.32000683926016998</c:v>
                </c:pt>
                <c:pt idx="1611">
                  <c:v>-0.31513474968932598</c:v>
                </c:pt>
                <c:pt idx="1612">
                  <c:v>-0.31007739345809598</c:v>
                </c:pt>
                <c:pt idx="1613">
                  <c:v>-0.304858333553016</c:v>
                </c:pt>
                <c:pt idx="1614">
                  <c:v>-0.299503092170326</c:v>
                </c:pt>
                <c:pt idx="1615">
                  <c:v>-0.29403891262991599</c:v>
                </c:pt>
                <c:pt idx="1616">
                  <c:v>-0.28849450340460298</c:v>
                </c:pt>
                <c:pt idx="1617">
                  <c:v>-0.28289976406990902</c:v>
                </c:pt>
                <c:pt idx="1618">
                  <c:v>-0.27728549281186499</c:v>
                </c:pt>
                <c:pt idx="1619">
                  <c:v>-0.27168307532521901</c:v>
                </c:pt>
                <c:pt idx="1620">
                  <c:v>-0.26612415549480201</c:v>
                </c:pt>
                <c:pt idx="1621">
                  <c:v>-0.260640289072467</c:v>
                </c:pt>
                <c:pt idx="1622">
                  <c:v>-0.25526258248154898</c:v>
                </c:pt>
                <c:pt idx="1623">
                  <c:v>-0.25002131978903502</c:v>
                </c:pt>
                <c:pt idx="1624">
                  <c:v>-0.244945581757266</c:v>
                </c:pt>
                <c:pt idx="1625">
                  <c:v>-0.24006286172808999</c:v>
                </c:pt>
                <c:pt idx="1626">
                  <c:v>-0.23539868390819399</c:v>
                </c:pt>
                <c:pt idx="1627">
                  <c:v>-0.23097623042232299</c:v>
                </c:pt>
                <c:pt idx="1628">
                  <c:v>-0.22681598423442301</c:v>
                </c:pt>
                <c:pt idx="1629">
                  <c:v>-0.22293539556480799</c:v>
                </c:pt>
                <c:pt idx="1630">
                  <c:v>-0.219348579614351</c:v>
                </c:pt>
                <c:pt idx="1631">
                  <c:v>-0.21606605321935901</c:v>
                </c:pt>
                <c:pt idx="1632">
                  <c:v>-0.21309451758999001</c:v>
                </c:pt>
                <c:pt idx="1633">
                  <c:v>-0.210436693640183</c:v>
                </c:pt>
                <c:pt idx="1634">
                  <c:v>-0.20809121565710401</c:v>
                </c:pt>
                <c:pt idx="1635">
                  <c:v>-0.20605258818951799</c:v>
                </c:pt>
                <c:pt idx="1636">
                  <c:v>-0.20431121005707401</c:v>
                </c:pt>
                <c:pt idx="1637">
                  <c:v>-0.202853468318556</c:v>
                </c:pt>
                <c:pt idx="1638">
                  <c:v>-0.20166190392053901</c:v>
                </c:pt>
                <c:pt idx="1639">
                  <c:v>-0.20071544960455601</c:v>
                </c:pt>
                <c:pt idx="1640">
                  <c:v>-0.19998973947382301</c:v>
                </c:pt>
                <c:pt idx="1641">
                  <c:v>-0.199457488334669</c:v>
                </c:pt>
                <c:pt idx="1642">
                  <c:v>-0.199088937394686</c:v>
                </c:pt>
                <c:pt idx="1643">
                  <c:v>-0.19885236101144901</c:v>
                </c:pt>
                <c:pt idx="1644">
                  <c:v>-0.19871462696584899</c:v>
                </c:pt>
                <c:pt idx="1645">
                  <c:v>-0.198641800326499</c:v>
                </c:pt>
                <c:pt idx="1646">
                  <c:v>-0.19859977855181299</c:v>
                </c:pt>
                <c:pt idx="1647">
                  <c:v>-0.19855494321905101</c:v>
                </c:pt>
                <c:pt idx="1648">
                  <c:v>-0.198474811890307</c:v>
                </c:pt>
                <c:pt idx="1649">
                  <c:v>-0.198328672365023</c:v>
                </c:pt>
                <c:pt idx="1650">
                  <c:v>-0.19808818109814399</c:v>
                </c:pt>
                <c:pt idx="1651">
                  <c:v>-0.197727907959307</c:v>
                </c:pt>
                <c:pt idx="1652">
                  <c:v>-0.197225810819847</c:v>
                </c:pt>
                <c:pt idx="1653">
                  <c:v>-0.196563625695963</c:v>
                </c:pt>
                <c:pt idx="1654">
                  <c:v>-0.19572716124082601</c:v>
                </c:pt>
                <c:pt idx="1655">
                  <c:v>-0.19470649000946</c:v>
                </c:pt>
                <c:pt idx="1656">
                  <c:v>-0.19349603279729499</c:v>
                </c:pt>
                <c:pt idx="1657">
                  <c:v>-0.192094536200038</c:v>
                </c:pt>
                <c:pt idx="1658">
                  <c:v>-0.190504947163154</c:v>
                </c:pt>
                <c:pt idx="1659">
                  <c:v>-0.18873419151642101</c:v>
                </c:pt>
                <c:pt idx="1660">
                  <c:v>-0.18679286614003801</c:v>
                </c:pt>
                <c:pt idx="1661">
                  <c:v>-0.18469485633489</c:v>
                </c:pt>
                <c:pt idx="1662">
                  <c:v>-0.18245689114570099</c:v>
                </c:pt>
                <c:pt idx="1663">
                  <c:v>-0.18009804993706299</c:v>
                </c:pt>
                <c:pt idx="1664">
                  <c:v>-0.17763923367533499</c:v>
                </c:pt>
                <c:pt idx="1665">
                  <c:v>-0.17510261434663199</c:v>
                </c:pt>
                <c:pt idx="1666">
                  <c:v>-0.17251107583985301</c:v>
                </c:pt>
                <c:pt idx="1667">
                  <c:v>-0.169887659386872</c:v>
                </c:pt>
                <c:pt idx="1668">
                  <c:v>-0.16725502616870699</c:v>
                </c:pt>
                <c:pt idx="1669">
                  <c:v>-0.16463494890914501</c:v>
                </c:pt>
                <c:pt idx="1670">
                  <c:v>-0.162047843208138</c:v>
                </c:pt>
                <c:pt idx="1671">
                  <c:v>-0.15951234809624501</c:v>
                </c:pt>
                <c:pt idx="1672">
                  <c:v>-0.15704496390268699</c:v>
                </c:pt>
                <c:pt idx="1673">
                  <c:v>-0.15465975404190199</c:v>
                </c:pt>
                <c:pt idx="1674">
                  <c:v>-0.152368115682156</c:v>
                </c:pt>
                <c:pt idx="1675">
                  <c:v>-0.15017862242650601</c:v>
                </c:pt>
                <c:pt idx="1676">
                  <c:v>-0.14809694017877201</c:v>
                </c:pt>
                <c:pt idx="1677">
                  <c:v>-0.14612581544537101</c:v>
                </c:pt>
                <c:pt idx="1678">
                  <c:v>-0.14426513358773099</c:v>
                </c:pt>
                <c:pt idx="1679">
                  <c:v>-0.142512043046887</c:v>
                </c:pt>
                <c:pt idx="1680">
                  <c:v>-0.14086114029277699</c:v>
                </c:pt>
                <c:pt idx="1681">
                  <c:v>-0.13930470918012799</c:v>
                </c:pt>
                <c:pt idx="1682">
                  <c:v>-0.137833007523323</c:v>
                </c:pt>
                <c:pt idx="1683">
                  <c:v>-0.13643459304914801</c:v>
                </c:pt>
                <c:pt idx="1684">
                  <c:v>-0.13509668044416301</c:v>
                </c:pt>
                <c:pt idx="1685">
                  <c:v>-0.13380552094763501</c:v>
                </c:pt>
                <c:pt idx="1686">
                  <c:v>-0.13254679581759901</c:v>
                </c:pt>
                <c:pt idx="1687">
                  <c:v>-0.131306015001143</c:v>
                </c:pt>
                <c:pt idx="1688">
                  <c:v>-0.13006891244704799</c:v>
                </c:pt>
                <c:pt idx="1689">
                  <c:v>-0.128821829698259</c:v>
                </c:pt>
                <c:pt idx="1690">
                  <c:v>-0.12755207976463101</c:v>
                </c:pt>
                <c:pt idx="1691">
                  <c:v>-0.126248283921194</c:v>
                </c:pt>
                <c:pt idx="1692">
                  <c:v>-0.124900675024849</c:v>
                </c:pt>
                <c:pt idx="1693">
                  <c:v>-0.123501362055495</c:v>
                </c:pt>
                <c:pt idx="1694">
                  <c:v>-0.12204455166221501</c:v>
                </c:pt>
                <c:pt idx="1695">
                  <c:v>-0.120526723398634</c:v>
                </c:pt>
                <c:pt idx="1696">
                  <c:v>-0.118946756054369</c:v>
                </c:pt>
                <c:pt idx="1697">
                  <c:v>-0.117306003072987</c:v>
                </c:pt>
                <c:pt idx="1698">
                  <c:v>-0.115608315494384</c:v>
                </c:pt>
                <c:pt idx="1699">
                  <c:v>-0.11386001116575099</c:v>
                </c:pt>
                <c:pt idx="1700">
                  <c:v>-0.11206978921124899</c:v>
                </c:pt>
                <c:pt idx="1701">
                  <c:v>-0.110248589102394</c:v>
                </c:pt>
                <c:pt idx="1702">
                  <c:v>-0.108409394264117</c:v>
                </c:pt>
                <c:pt idx="1703">
                  <c:v>-0.10656698097279001</c:v>
                </c:pt>
                <c:pt idx="1704">
                  <c:v>-0.104737614206851</c:v>
                </c:pt>
                <c:pt idx="1705">
                  <c:v>-0.10293869298534</c:v>
                </c:pt>
                <c:pt idx="1706">
                  <c:v>-0.10118834861857499</c:v>
                </c:pt>
                <c:pt idx="1707">
                  <c:v>-9.9505000292839596E-2</c:v>
                </c:pt>
                <c:pt idx="1708">
                  <c:v>-9.7906873474512393E-2</c:v>
                </c:pt>
                <c:pt idx="1709">
                  <c:v>-9.6411487598320897E-2</c:v>
                </c:pt>
                <c:pt idx="1710">
                  <c:v>-9.5035120339196894E-2</c:v>
                </c:pt>
                <c:pt idx="1711">
                  <c:v>-9.37922565231539E-2</c:v>
                </c:pt>
                <c:pt idx="1712">
                  <c:v>-9.2695030432828396E-2</c:v>
                </c:pt>
                <c:pt idx="1713">
                  <c:v>-9.1752670814203602E-2</c:v>
                </c:pt>
                <c:pt idx="1714">
                  <c:v>-9.0970958222664003E-2</c:v>
                </c:pt>
                <c:pt idx="1715">
                  <c:v>-9.0351704529294696E-2</c:v>
                </c:pt>
                <c:pt idx="1716">
                  <c:v>-8.9892264560136603E-2</c:v>
                </c:pt>
                <c:pt idx="1717">
                  <c:v>-8.9585089983446303E-2</c:v>
                </c:pt>
                <c:pt idx="1718">
                  <c:v>-8.9417335614216803E-2</c:v>
                </c:pt>
                <c:pt idx="1719">
                  <c:v>-8.93705281636369E-2</c:v>
                </c:pt>
                <c:pt idx="1720">
                  <c:v>-8.94203070457186E-2</c:v>
                </c:pt>
                <c:pt idx="1721">
                  <c:v>-8.9536246191922103E-2</c:v>
                </c:pt>
                <c:pt idx="1722">
                  <c:v>-8.9681765067785496E-2</c:v>
                </c:pt>
                <c:pt idx="1723">
                  <c:v>-8.9814136357993304E-2</c:v>
                </c:pt>
                <c:pt idx="1724">
                  <c:v>-8.9884597046259507E-2</c:v>
                </c:pt>
                <c:pt idx="1725">
                  <c:v>-8.9838568739512001E-2</c:v>
                </c:pt>
                <c:pt idx="1726">
                  <c:v>-8.9615992020022295E-2</c:v>
                </c:pt>
                <c:pt idx="1727">
                  <c:v>-8.9151778354516598E-2</c:v>
                </c:pt>
                <c:pt idx="1728">
                  <c:v>-8.8376381600922899E-2</c:v>
                </c:pt>
                <c:pt idx="1729">
                  <c:v>-8.7216489339005804E-2</c:v>
                </c:pt>
                <c:pt idx="1730">
                  <c:v>-8.5595832007051897E-2</c:v>
                </c:pt>
                <c:pt idx="1731">
                  <c:v>-8.3436105076096598E-2</c:v>
                </c:pt>
                <c:pt idx="1732">
                  <c:v>-8.0657996291036205E-2</c:v>
                </c:pt>
                <c:pt idx="1733">
                  <c:v>-7.7182306608620799E-2</c:v>
                </c:pt>
                <c:pt idx="1734">
                  <c:v>-7.2931150194086997E-2</c:v>
                </c:pt>
                <c:pt idx="1735">
                  <c:v>-6.7829215891334602E-2</c:v>
                </c:pt>
                <c:pt idx="1736">
                  <c:v>-6.1805069942307903E-2</c:v>
                </c:pt>
                <c:pt idx="1737">
                  <c:v>-5.4792477320471399E-2</c:v>
                </c:pt>
                <c:pt idx="1738">
                  <c:v>-4.6731716903801797E-2</c:v>
                </c:pt>
                <c:pt idx="1739">
                  <c:v>-3.7570864052139899E-2</c:v>
                </c:pt>
                <c:pt idx="1740">
                  <c:v>-2.72670132318651E-2</c:v>
                </c:pt>
                <c:pt idx="1741">
                  <c:v>-1.5787413341120399E-2</c:v>
                </c:pt>
                <c:pt idx="1742">
                  <c:v>-3.1104893968839E-3</c:v>
                </c:pt>
                <c:pt idx="1743">
                  <c:v>1.0773273852276499E-2</c:v>
                </c:pt>
                <c:pt idx="1744">
                  <c:v>2.5860608262965799E-2</c:v>
                </c:pt>
                <c:pt idx="1745">
                  <c:v>4.2134917437818303E-2</c:v>
                </c:pt>
                <c:pt idx="1746">
                  <c:v>5.9565926077047603E-2</c:v>
                </c:pt>
                <c:pt idx="1747">
                  <c:v>7.8109535050500306E-2</c:v>
                </c:pt>
                <c:pt idx="1748">
                  <c:v>9.7707889467620906E-2</c:v>
                </c:pt>
                <c:pt idx="1749">
                  <c:v>0.118289662648</c:v>
                </c:pt>
                <c:pt idx="1750">
                  <c:v>0.13977055445762099</c:v>
                </c:pt>
                <c:pt idx="1751">
                  <c:v>0.16205399797689099</c:v>
                </c:pt>
                <c:pt idx="1752">
                  <c:v>0.1850320640309</c:v>
                </c:pt>
                <c:pt idx="1753">
                  <c:v>0.20858654898013201</c:v>
                </c:pt>
                <c:pt idx="1754">
                  <c:v>0.23259022750546901</c:v>
                </c:pt>
                <c:pt idx="1755">
                  <c:v>0.25690824896820602</c:v>
                </c:pt>
                <c:pt idx="1756">
                  <c:v>0.28139965331080602</c:v>
                </c:pt>
                <c:pt idx="1757">
                  <c:v>0.30591898043885801</c:v>
                </c:pt>
                <c:pt idx="1758">
                  <c:v>0.33031794563157602</c:v>
                </c:pt>
                <c:pt idx="1759">
                  <c:v>0.35444715277049099</c:v>
                </c:pt>
                <c:pt idx="1760">
                  <c:v>0.37815781699755202</c:v>
                </c:pt>
                <c:pt idx="1761">
                  <c:v>0.40130346872320699</c:v>
                </c:pt>
                <c:pt idx="1762">
                  <c:v>0.423741611671966</c:v>
                </c:pt>
                <c:pt idx="1763">
                  <c:v>0.44533530895165002</c:v>
                </c:pt>
                <c:pt idx="1764">
                  <c:v>0.465954673040886</c:v>
                </c:pt>
                <c:pt idx="1765">
                  <c:v>0.48547823810996499</c:v>
                </c:pt>
                <c:pt idx="1766">
                  <c:v>0.50379419622825306</c:v>
                </c:pt>
                <c:pt idx="1767">
                  <c:v>0.52080148279592198</c:v>
                </c:pt>
                <c:pt idx="1768">
                  <c:v>0.536410700842048</c:v>
                </c:pt>
                <c:pt idx="1769">
                  <c:v>0.55054487827248499</c:v>
                </c:pt>
                <c:pt idx="1770">
                  <c:v>0.56314005629269803</c:v>
                </c:pt>
                <c:pt idx="1771">
                  <c:v>0.57414571081546095</c:v>
                </c:pt>
                <c:pt idx="1772">
                  <c:v>0.583525011585592</c:v>
                </c:pt>
                <c:pt idx="1773">
                  <c:v>0.59125492592545803</c:v>
                </c:pt>
                <c:pt idx="1774">
                  <c:v>0.59732617536698895</c:v>
                </c:pt>
                <c:pt idx="1775">
                  <c:v>0.60174305406018502</c:v>
                </c:pt>
                <c:pt idx="1776">
                  <c:v>0.60452311793450197</c:v>
                </c:pt>
                <c:pt idx="1777">
                  <c:v>0.60569675334570705</c:v>
                </c:pt>
                <c:pt idx="1778">
                  <c:v>0.60530663350602298</c:v>
                </c:pt>
                <c:pt idx="1779">
                  <c:v>0.60340707051331399</c:v>
                </c:pt>
                <c:pt idx="1780">
                  <c:v>0.60006327048619601</c:v>
                </c:pt>
                <c:pt idx="1781">
                  <c:v>0.59535049938928297</c:v>
                </c:pt>
                <c:pt idx="1782">
                  <c:v>0.58935316767938695</c:v>
                </c:pt>
                <c:pt idx="1783">
                  <c:v>0.58216384284756495</c:v>
                </c:pt>
                <c:pt idx="1784">
                  <c:v>0.57388220006104196</c:v>
                </c:pt>
                <c:pt idx="1785">
                  <c:v>0.56461392212663497</c:v>
                </c:pt>
                <c:pt idx="1786">
                  <c:v>0.554469560687056</c:v>
                </c:pt>
                <c:pt idx="1787">
                  <c:v>0.54356337090471596</c:v>
                </c:pt>
                <c:pt idx="1788">
                  <c:v>0.53201213197045705</c:v>
                </c:pt>
                <c:pt idx="1789">
                  <c:v>0.51993396564862704</c:v>
                </c:pt>
                <c:pt idx="1790">
                  <c:v>0.50744716475500595</c:v>
                </c:pt>
                <c:pt idx="1791">
                  <c:v>0.49466904297987402</c:v>
                </c:pt>
                <c:pt idx="1792">
                  <c:v>0.48171481681329997</c:v>
                </c:pt>
                <c:pt idx="1793">
                  <c:v>0.46869652953177099</c:v>
                </c:pt>
                <c:pt idx="1794">
                  <c:v>0.45572202639704101</c:v>
                </c:pt>
                <c:pt idx="1795">
                  <c:v>0.44289398951741998</c:v>
                </c:pt>
                <c:pt idx="1796">
                  <c:v>0.43030904014598098</c:v>
                </c:pt>
                <c:pt idx="1797">
                  <c:v>0.418056915353887</c:v>
                </c:pt>
                <c:pt idx="1798">
                  <c:v>0.40621972502643899</c:v>
                </c:pt>
                <c:pt idx="1799">
                  <c:v>0.394871294217369</c:v>
                </c:pt>
                <c:pt idx="1800">
                  <c:v>0.38407659523175702</c:v>
                </c:pt>
                <c:pt idx="1801">
                  <c:v>0.37389127330338101</c:v>
                </c:pt>
                <c:pt idx="1802">
                  <c:v>0.3643612691848</c:v>
                </c:pt>
                <c:pt idx="1803">
                  <c:v>0.35552254126215699</c:v>
                </c:pt>
                <c:pt idx="1804">
                  <c:v>0.34740088892801002</c:v>
                </c:pt>
                <c:pt idx="1805">
                  <c:v>0.34001187791580501</c:v>
                </c:pt>
                <c:pt idx="1806">
                  <c:v>0.33336086719973601</c:v>
                </c:pt>
                <c:pt idx="1807">
                  <c:v>0.32744313607770498</c:v>
                </c:pt>
                <c:pt idx="1808">
                  <c:v>0.32224410940779702</c:v>
                </c:pt>
                <c:pt idx="1809">
                  <c:v>0.31773967878870002</c:v>
                </c:pt>
                <c:pt idx="1810">
                  <c:v>0.313896617659088</c:v>
                </c:pt>
                <c:pt idx="1811">
                  <c:v>0.31067308847171499</c:v>
                </c:pt>
                <c:pt idx="1812">
                  <c:v>0.30801923982896201</c:v>
                </c:pt>
                <c:pt idx="1813">
                  <c:v>0.305877890533994</c:v>
                </c:pt>
                <c:pt idx="1814">
                  <c:v>0.304185296042364</c:v>
                </c:pt>
                <c:pt idx="1815">
                  <c:v>0.30287199107663698</c:v>
                </c:pt>
                <c:pt idx="1816">
                  <c:v>0.30186370041761001</c:v>
                </c:pt>
                <c:pt idx="1817">
                  <c:v>0.30108230823644999</c:v>
                </c:pt>
                <c:pt idx="1818">
                  <c:v>0.300446874892356</c:v>
                </c:pt>
                <c:pt idx="1819">
                  <c:v>0.29987468904570802</c:v>
                </c:pt>
                <c:pt idx="1820">
                  <c:v>0.29928234235226903</c:v>
                </c:pt>
                <c:pt idx="1821">
                  <c:v>0.29858681384624902</c:v>
                </c:pt>
                <c:pt idx="1822">
                  <c:v>0.29770655115122602</c:v>
                </c:pt>
                <c:pt idx="1823">
                  <c:v>0.29656253570678598</c:v>
                </c:pt>
                <c:pt idx="1824">
                  <c:v>0.29507931930409698</c:v>
                </c:pt>
                <c:pt idx="1825">
                  <c:v>0.29318601950052597</c:v>
                </c:pt>
                <c:pt idx="1826">
                  <c:v>0.29081726194511498</c:v>
                </c:pt>
                <c:pt idx="1827">
                  <c:v>0.287914058197423</c:v>
                </c:pt>
                <c:pt idx="1828">
                  <c:v>0.28442460817836501</c:v>
                </c:pt>
                <c:pt idx="1829">
                  <c:v>0.28030501699368399</c:v>
                </c:pt>
                <c:pt idx="1830">
                  <c:v>0.27551991664911801</c:v>
                </c:pt>
                <c:pt idx="1831">
                  <c:v>0.270042984193477</c:v>
                </c:pt>
                <c:pt idx="1832">
                  <c:v>0.26385734903285102</c:v>
                </c:pt>
                <c:pt idx="1833">
                  <c:v>0.25695588351549198</c:v>
                </c:pt>
                <c:pt idx="1834">
                  <c:v>0.24934137237989801</c:v>
                </c:pt>
                <c:pt idx="1835">
                  <c:v>0.24102655820667199</c:v>
                </c:pt>
                <c:pt idx="1836">
                  <c:v>0.23203406150777101</c:v>
                </c:pt>
                <c:pt idx="1837">
                  <c:v>0.22239617550139801</c:v>
                </c:pt>
                <c:pt idx="1838">
                  <c:v>0.21215453697755901</c:v>
                </c:pt>
                <c:pt idx="1839">
                  <c:v>0.20135967596092899</c:v>
                </c:pt>
                <c:pt idx="1840">
                  <c:v>0.19007044819630101</c:v>
                </c:pt>
                <c:pt idx="1841">
                  <c:v>0.178353355988076</c:v>
                </c:pt>
                <c:pt idx="1842">
                  <c:v>0.166281764718088</c:v>
                </c:pt>
                <c:pt idx="1843">
                  <c:v>0.15393502434673201</c:v>
                </c:pt>
                <c:pt idx="1844">
                  <c:v>0.14139750717430299</c:v>
                </c:pt>
                <c:pt idx="1845">
                  <c:v>0.12875757494906401</c:v>
                </c:pt>
                <c:pt idx="1846">
                  <c:v>0.116106489932931</c:v>
                </c:pt>
                <c:pt idx="1847">
                  <c:v>0.10353728563376501</c:v>
                </c:pt>
                <c:pt idx="1848">
                  <c:v>9.1143613486073E-2</c:v>
                </c:pt>
                <c:pt idx="1849">
                  <c:v>7.9018581840145097E-2</c:v>
                </c:pt>
                <c:pt idx="1850">
                  <c:v>6.7253603371521004E-2</c:v>
                </c:pt>
                <c:pt idx="1851">
                  <c:v>5.5937266680122097E-2</c:v>
                </c:pt>
                <c:pt idx="1852">
                  <c:v>4.5154247551081703E-2</c:v>
                </c:pt>
                <c:pt idx="1853">
                  <c:v>3.4984275022030401E-2</c:v>
                </c:pt>
                <c:pt idx="1854">
                  <c:v>2.55011668562545E-2</c:v>
                </c:pt>
                <c:pt idx="1855">
                  <c:v>1.6771948150559299E-2</c:v>
                </c:pt>
                <c:pt idx="1856">
                  <c:v>8.8560655870881192E-3</c:v>
                </c:pt>
                <c:pt idx="1857">
                  <c:v>1.80470824651773E-3</c:v>
                </c:pt>
                <c:pt idx="1858">
                  <c:v>-4.33975601463672E-3</c:v>
                </c:pt>
                <c:pt idx="1859">
                  <c:v>-9.5442216628823899E-3</c:v>
                </c:pt>
                <c:pt idx="1860">
                  <c:v>-1.37851590781681E-2</c:v>
                </c:pt>
                <c:pt idx="1861">
                  <c:v>-1.7048797544141799E-2</c:v>
                </c:pt>
                <c:pt idx="1862">
                  <c:v>-1.9331176499900099E-2</c:v>
                </c:pt>
                <c:pt idx="1863">
                  <c:v>-2.06380660522128E-2</c:v>
                </c:pt>
                <c:pt idx="1864">
                  <c:v>-2.0984760049113899E-2</c:v>
                </c:pt>
                <c:pt idx="1865">
                  <c:v>-2.0395747346983E-2</c:v>
                </c:pt>
                <c:pt idx="1866">
                  <c:v>-1.8904269121100801E-2</c:v>
                </c:pt>
                <c:pt idx="1867">
                  <c:v>-1.6551772058511799E-2</c:v>
                </c:pt>
                <c:pt idx="1868">
                  <c:v>-1.3387268878885E-2</c:v>
                </c:pt>
                <c:pt idx="1869">
                  <c:v>-9.4666186639174501E-3</c:v>
                </c:pt>
                <c:pt idx="1870">
                  <c:v>-4.8517398492278398E-3</c:v>
                </c:pt>
                <c:pt idx="1871">
                  <c:v>3.9023143556679498E-4</c:v>
                </c:pt>
                <c:pt idx="1872">
                  <c:v>6.1878254592812598E-3</c:v>
                </c:pt>
                <c:pt idx="1873">
                  <c:v>1.2466153782284699E-2</c:v>
                </c:pt>
                <c:pt idx="1874">
                  <c:v>1.9147843959524999E-2</c:v>
                </c:pt>
                <c:pt idx="1875">
                  <c:v>2.6153983656313301E-2</c:v>
                </c:pt>
                <c:pt idx="1876">
                  <c:v>3.3405064134512302E-2</c:v>
                </c:pt>
                <c:pt idx="1877">
                  <c:v>4.0821913052717901E-2</c:v>
                </c:pt>
                <c:pt idx="1878">
                  <c:v>4.8326606207049101E-2</c:v>
                </c:pt>
                <c:pt idx="1879">
                  <c:v>5.5843347425071403E-2</c:v>
                </c:pt>
                <c:pt idx="1880">
                  <c:v>6.3299305509069495E-2</c:v>
                </c:pt>
                <c:pt idx="1881">
                  <c:v>7.0625397001066903E-2</c:v>
                </c:pt>
                <c:pt idx="1882">
                  <c:v>7.7757003653836199E-2</c:v>
                </c:pt>
                <c:pt idx="1883">
                  <c:v>8.4634613939148395E-2</c:v>
                </c:pt>
                <c:pt idx="1884">
                  <c:v>9.1204378846251793E-2</c:v>
                </c:pt>
                <c:pt idx="1885">
                  <c:v>9.7418573668541994E-2</c:v>
                </c:pt>
                <c:pt idx="1886">
                  <c:v>0.103235959354515</c:v>
                </c:pt>
                <c:pt idx="1887">
                  <c:v>0.10862203915684999</c:v>
                </c:pt>
                <c:pt idx="1888">
                  <c:v>0.113549208633015</c:v>
                </c:pt>
                <c:pt idx="1889">
                  <c:v>0.117996799512955</c:v>
                </c:pt>
                <c:pt idx="1890">
                  <c:v>0.12195102056269599</c:v>
                </c:pt>
                <c:pt idx="1891">
                  <c:v>0.12540480119512101</c:v>
                </c:pt>
                <c:pt idx="1892">
                  <c:v>0.12835754592089299</c:v>
                </c:pt>
                <c:pt idx="1893">
                  <c:v>0.13081480958643199</c:v>
                </c:pt>
                <c:pt idx="1894">
                  <c:v>0.13278790466901499</c:v>
                </c:pt>
                <c:pt idx="1895">
                  <c:v>0.134293452641922</c:v>
                </c:pt>
                <c:pt idx="1896">
                  <c:v>0.13535289147033899</c:v>
                </c:pt>
                <c:pt idx="1897">
                  <c:v>0.135991950649303</c:v>
                </c:pt>
                <c:pt idx="1898">
                  <c:v>0.13624010405836301</c:v>
                </c:pt>
                <c:pt idx="1899">
                  <c:v>0.13613000955912999</c:v>
                </c:pt>
                <c:pt idx="1900">
                  <c:v>0.13569694286740999</c:v>
                </c:pt>
                <c:pt idx="1901">
                  <c:v>0.134978231868153</c:v>
                </c:pt>
                <c:pt idx="1902">
                  <c:v>0.13401269631234899</c:v>
                </c:pt>
                <c:pt idx="1903">
                  <c:v>0.132840096874664</c:v>
                </c:pt>
                <c:pt idx="1904">
                  <c:v>0.13150059693035401</c:v>
                </c:pt>
                <c:pt idx="1905">
                  <c:v>0.130034240087602</c:v>
                </c:pt>
                <c:pt idx="1906">
                  <c:v>0.12848044637473299</c:v>
                </c:pt>
                <c:pt idx="1907">
                  <c:v>0.126877529957373</c:v>
                </c:pt>
                <c:pt idx="1908">
                  <c:v>0.12526224136933001</c:v>
                </c:pt>
                <c:pt idx="1909">
                  <c:v>0.123669337493443</c:v>
                </c:pt>
                <c:pt idx="1910">
                  <c:v>0.12213118282574301</c:v>
                </c:pt>
                <c:pt idx="1911">
                  <c:v>0.12067738577376</c:v>
                </c:pt>
                <c:pt idx="1912">
                  <c:v>0.119334473833501</c:v>
                </c:pt>
                <c:pt idx="1913">
                  <c:v>0.11812561144078999</c:v>
                </c:pt>
                <c:pt idx="1914">
                  <c:v>0.117070364048895</c:v>
                </c:pt>
                <c:pt idx="1915">
                  <c:v>0.116184511509873</c:v>
                </c:pt>
                <c:pt idx="1916">
                  <c:v>0.115479913162694</c:v>
                </c:pt>
                <c:pt idx="1917">
                  <c:v>0.114964426258792</c:v>
                </c:pt>
                <c:pt idx="1918">
                  <c:v>0.1146418786193</c:v>
                </c:pt>
                <c:pt idx="1919">
                  <c:v>0.114512095786204</c:v>
                </c:pt>
                <c:pt idx="1920">
                  <c:v>0.1145709823703</c:v>
                </c:pt>
                <c:pt idx="1921">
                  <c:v>0.114810656776674</c:v>
                </c:pt>
                <c:pt idx="1922">
                  <c:v>0.115219637998035</c:v>
                </c:pt>
                <c:pt idx="1923">
                  <c:v>0.115783082644385</c:v>
                </c:pt>
                <c:pt idx="1924">
                  <c:v>0.116483069717615</c:v>
                </c:pt>
                <c:pt idx="1925">
                  <c:v>0.117298929836162</c:v>
                </c:pt>
                <c:pt idx="1926">
                  <c:v>0.11820761479273199</c:v>
                </c:pt>
                <c:pt idx="1927">
                  <c:v>0.11918410259642</c:v>
                </c:pt>
                <c:pt idx="1928">
                  <c:v>0.120201832509606</c:v>
                </c:pt>
                <c:pt idx="1929">
                  <c:v>0.12123316401539599</c:v>
                </c:pt>
                <c:pt idx="1930">
                  <c:v>0.122249853196918</c:v>
                </c:pt>
                <c:pt idx="1931">
                  <c:v>0.123223539760526</c:v>
                </c:pt>
                <c:pt idx="1932">
                  <c:v>0.124126237886253</c:v>
                </c:pt>
                <c:pt idx="1933">
                  <c:v>0.12493082410098</c:v>
                </c:pt>
                <c:pt idx="1934">
                  <c:v>0.125611515221593</c:v>
                </c:pt>
                <c:pt idx="1935">
                  <c:v>0.12614432895861899</c:v>
                </c:pt>
                <c:pt idx="1936">
                  <c:v>0.12650751911033201</c:v>
                </c:pt>
                <c:pt idx="1937">
                  <c:v>0.126681976734524</c:v>
                </c:pt>
                <c:pt idx="1938">
                  <c:v>0.126651588518779</c:v>
                </c:pt>
                <c:pt idx="1939">
                  <c:v>0.12640354381968</c:v>
                </c:pt>
                <c:pt idx="1940">
                  <c:v>0.12592858247205799</c:v>
                </c:pt>
                <c:pt idx="1941">
                  <c:v>0.125221176521852</c:v>
                </c:pt>
                <c:pt idx="1942">
                  <c:v>0.124279640566289</c:v>
                </c:pt>
                <c:pt idx="1943">
                  <c:v>0.12310616736281201</c:v>
                </c:pt>
                <c:pt idx="1944">
                  <c:v>0.12170678768043899</c:v>
                </c:pt>
                <c:pt idx="1945">
                  <c:v>0.120091255859487</c:v>
                </c:pt>
                <c:pt idx="1946">
                  <c:v>0.11827286504078401</c:v>
                </c:pt>
                <c:pt idx="1947">
                  <c:v>0.11626819831837699</c:v>
                </c:pt>
                <c:pt idx="1948">
                  <c:v>0.11409682394769299</c:v>
                </c:pt>
                <c:pt idx="1949">
                  <c:v>0.11178094407203799</c:v>
                </c:pt>
                <c:pt idx="1950">
                  <c:v>0.109345007228632</c:v>
                </c:pt>
                <c:pt idx="1951">
                  <c:v>0.10681529525959201</c:v>
                </c:pt>
                <c:pt idx="1952">
                  <c:v>0.104219495269346</c:v>
                </c:pt>
                <c:pt idx="1953">
                  <c:v>0.10158626699331801</c:v>
                </c:pt>
                <c:pt idx="1954">
                  <c:v>9.8944815408357603E-2</c:v>
                </c:pt>
                <c:pt idx="1955">
                  <c:v>9.6324477614694495E-2</c:v>
                </c:pt>
                <c:pt idx="1956">
                  <c:v>9.3754331908235705E-2</c:v>
                </c:pt>
                <c:pt idx="1957">
                  <c:v>9.1262835569032794E-2</c:v>
                </c:pt>
                <c:pt idx="1958">
                  <c:v>8.8877496384456495E-2</c:v>
                </c:pt>
                <c:pt idx="1959">
                  <c:v>8.6624581477012894E-2</c:v>
                </c:pt>
                <c:pt idx="1960">
                  <c:v>8.4528865638161602E-2</c:v>
                </c:pt>
                <c:pt idx="1961">
                  <c:v>8.2613420042362398E-2</c:v>
                </c:pt>
                <c:pt idx="1962">
                  <c:v>8.089944100825E-2</c:v>
                </c:pt>
                <c:pt idx="1963">
                  <c:v>7.9406117533236398E-2</c:v>
                </c:pt>
                <c:pt idx="1964">
                  <c:v>7.8150535689134895E-2</c:v>
                </c:pt>
                <c:pt idx="1965">
                  <c:v>7.7147617505294003E-2</c:v>
                </c:pt>
                <c:pt idx="1966">
                  <c:v>7.6410091499685501E-2</c:v>
                </c:pt>
                <c:pt idx="1967">
                  <c:v>7.5948491433713197E-2</c:v>
                </c:pt>
                <c:pt idx="1968">
                  <c:v>7.5771179195821797E-2</c:v>
                </c:pt>
                <c:pt idx="1969">
                  <c:v>7.5884387109943705E-2</c:v>
                </c:pt>
                <c:pt idx="1970">
                  <c:v>7.6292274540769298E-2</c:v>
                </c:pt>
                <c:pt idx="1971">
                  <c:v>7.6996993428365995E-2</c:v>
                </c:pt>
                <c:pt idx="1972">
                  <c:v>7.7998757283813905E-2</c:v>
                </c:pt>
                <c:pt idx="1973">
                  <c:v>7.9295908281291697E-2</c:v>
                </c:pt>
                <c:pt idx="1974">
                  <c:v>8.0884977581117803E-2</c:v>
                </c:pt>
                <c:pt idx="1975">
                  <c:v>8.2760735045162501E-2</c:v>
                </c:pt>
                <c:pt idx="1976">
                  <c:v>8.4916225964390593E-2</c:v>
                </c:pt>
                <c:pt idx="1977">
                  <c:v>8.7342794042343602E-2</c:v>
                </c:pt>
                <c:pt idx="1978">
                  <c:v>9.0030091446163293E-2</c:v>
                </c:pt>
                <c:pt idx="1979">
                  <c:v>9.2966078162344701E-2</c:v>
                </c:pt>
                <c:pt idx="1980">
                  <c:v>9.6137014150682501E-2</c:v>
                </c:pt>
                <c:pt idx="1981">
                  <c:v>9.9527448844355201E-2</c:v>
                </c:pt>
                <c:pt idx="1982">
                  <c:v>0.10312021335226999</c:v>
                </c:pt>
                <c:pt idx="1983">
                  <c:v>0.10689642120331699</c:v>
                </c:pt>
                <c:pt idx="1984">
                  <c:v>0.11083548352829101</c:v>
                </c:pt>
                <c:pt idx="1985">
                  <c:v>0.114915144172684</c:v>
                </c:pt>
                <c:pt idx="1986">
                  <c:v>0.11911153948596</c:v>
                </c:pt>
                <c:pt idx="1987">
                  <c:v>0.123399286624632</c:v>
                </c:pt>
                <c:pt idx="1988">
                  <c:v>0.12775160323670701</c:v>
                </c:pt>
                <c:pt idx="1989">
                  <c:v>0.132140460331548</c:v>
                </c:pt>
                <c:pt idx="1990">
                  <c:v>0.13653676893248001</c:v>
                </c:pt>
                <c:pt idx="1991">
                  <c:v>0.14091059980045001</c:v>
                </c:pt>
                <c:pt idx="1992">
                  <c:v>0.145231434208242</c:v>
                </c:pt>
                <c:pt idx="1993">
                  <c:v>0.14946844251513999</c:v>
                </c:pt>
                <c:pt idx="1994">
                  <c:v>0.15359078617869201</c:v>
                </c:pt>
                <c:pt idx="1995">
                  <c:v>0.157567937881925</c:v>
                </c:pt>
                <c:pt idx="1996">
                  <c:v>0.16137001370950599</c:v>
                </c:pt>
                <c:pt idx="1997">
                  <c:v>0.16496811079176801</c:v>
                </c:pt>
                <c:pt idx="1998">
                  <c:v>0.16833464347669699</c:v>
                </c:pt>
                <c:pt idx="1999">
                  <c:v>0.17144367081081999</c:v>
                </c:pt>
                <c:pt idx="2000">
                  <c:v>0.17427120795827999</c:v>
                </c:pt>
                <c:pt idx="2001">
                  <c:v>0.17679551429606299</c:v>
                </c:pt>
                <c:pt idx="2002">
                  <c:v>0.17899735136001399</c:v>
                </c:pt>
                <c:pt idx="2003">
                  <c:v>0.180860204516885</c:v>
                </c:pt>
                <c:pt idx="2004">
                  <c:v>0.182370463072456</c:v>
                </c:pt>
                <c:pt idx="2005">
                  <c:v>0.183517554403061</c:v>
                </c:pt>
                <c:pt idx="2006">
                  <c:v>0.18429402862102701</c:v>
                </c:pt>
                <c:pt idx="2007">
                  <c:v>0.184695591340408</c:v>
                </c:pt>
                <c:pt idx="2008">
                  <c:v>0.18472108341062801</c:v>
                </c:pt>
                <c:pt idx="2009">
                  <c:v>0.18437240812251801</c:v>
                </c:pt>
                <c:pt idx="2010">
                  <c:v>0.183654408400239</c:v>
                </c:pt>
                <c:pt idx="2011">
                  <c:v>0.18257469880336599</c:v>
                </c:pt>
                <c:pt idx="2012">
                  <c:v>0.18114345956347999</c:v>
                </c:pt>
                <c:pt idx="2013">
                  <c:v>0.17937320209576499</c:v>
                </c:pt>
                <c:pt idx="2014">
                  <c:v>0.177278517237035</c:v>
                </c:pt>
                <c:pt idx="2015">
                  <c:v>0.174875818691867</c:v>
                </c:pt>
                <c:pt idx="2016">
                  <c:v>0.172183094643068</c:v>
                </c:pt>
                <c:pt idx="2017">
                  <c:v>0.169219680076063</c:v>
                </c:pt>
                <c:pt idx="2018">
                  <c:v>0.16600606106007099</c:v>
                </c:pt>
                <c:pt idx="2019">
                  <c:v>0.16256372010311401</c:v>
                </c:pt>
                <c:pt idx="2020">
                  <c:v>0.15891502895555801</c:v>
                </c:pt>
                <c:pt idx="2021">
                  <c:v>0.155083192229686</c:v>
                </c:pt>
                <c:pt idx="2022">
                  <c:v>0.15109224231057999</c:v>
                </c:pt>
                <c:pt idx="2023">
                  <c:v>0.14696708347628901</c:v>
                </c:pt>
                <c:pt idx="2024">
                  <c:v>0.14273358096375</c:v>
                </c:pt>
                <c:pt idx="2025">
                  <c:v>0.138418688905705</c:v>
                </c:pt>
                <c:pt idx="2026">
                  <c:v>0.13405060964176399</c:v>
                </c:pt>
                <c:pt idx="2027">
                  <c:v>0.129658975896665</c:v>
                </c:pt>
                <c:pt idx="2028">
                  <c:v>0.125275046724691</c:v>
                </c:pt>
                <c:pt idx="2029">
                  <c:v>0.120931907881367</c:v>
                </c:pt>
                <c:pt idx="2030">
                  <c:v>0.116664667247366</c:v>
                </c:pt>
                <c:pt idx="2031">
                  <c:v>0.112510635945162</c:v>
                </c:pt>
                <c:pt idx="2032">
                  <c:v>0.10850948584761699</c:v>
                </c:pt>
                <c:pt idx="2033">
                  <c:v>0.104703374390007</c:v>
                </c:pt>
                <c:pt idx="2034">
                  <c:v>0.101137028029994</c:v>
                </c:pt>
                <c:pt idx="2035">
                  <c:v>9.7857776271612795E-2</c:v>
                </c:pt>
                <c:pt idx="2036">
                  <c:v>9.4915528734679802E-2</c:v>
                </c:pt>
                <c:pt idx="2037">
                  <c:v>9.2362688301093496E-2</c:v>
                </c:pt>
                <c:pt idx="2038">
                  <c:v>9.0253994082694897E-2</c:v>
                </c:pt>
                <c:pt idx="2039">
                  <c:v>8.8646289020206701E-2</c:v>
                </c:pt>
                <c:pt idx="2040">
                  <c:v>8.7598208382678996E-2</c:v>
                </c:pt>
                <c:pt idx="2041">
                  <c:v>8.7169787220003098E-2</c:v>
                </c:pt>
                <c:pt idx="2042">
                  <c:v>8.7421986796250795E-2</c:v>
                </c:pt>
                <c:pt idx="2043">
                  <c:v>8.8416141983001906E-2</c:v>
                </c:pt>
                <c:pt idx="2044">
                  <c:v>9.0213333261522394E-2</c:v>
                </c:pt>
                <c:pt idx="2045">
                  <c:v>9.2873688261420603E-2</c:v>
                </c:pt>
                <c:pt idx="2046">
                  <c:v>9.6455618827150605E-2</c:v>
                </c:pt>
                <c:pt idx="2047">
                  <c:v>0.10101500080053499</c:v>
                </c:pt>
                <c:pt idx="2048">
                  <c:v>0.106604305321561</c:v>
                </c:pt>
                <c:pt idx="2049">
                  <c:v>0.11327169259235</c:v>
                </c:pt>
                <c:pt idx="2050">
                  <c:v>0.121060081679214</c:v>
                </c:pt>
                <c:pt idx="2051">
                  <c:v>0.130006212873504</c:v>
                </c:pt>
                <c:pt idx="2052">
                  <c:v>0.14013972213164499</c:v>
                </c:pt>
                <c:pt idx="2053">
                  <c:v>0.151482249864208</c:v>
                </c:pt>
                <c:pt idx="2054">
                  <c:v>0.16404660843521801</c:v>
                </c:pt>
                <c:pt idx="2055">
                  <c:v>0.17783603360099801</c:v>
                </c:pt>
                <c:pt idx="2056">
                  <c:v>0.19284354424949501</c:v>
                </c:pt>
                <c:pt idx="2057">
                  <c:v>0.209051432077173</c:v>
                </c:pt>
                <c:pt idx="2058">
                  <c:v>0.22643089864977101</c:v>
                </c:pt>
                <c:pt idx="2059">
                  <c:v>0.24494185236187299</c:v>
                </c:pt>
                <c:pt idx="2060">
                  <c:v>0.26453287290601601</c:v>
                </c:pt>
                <c:pt idx="2061">
                  <c:v>0.28514134648999001</c:v>
                </c:pt>
                <c:pt idx="2062">
                  <c:v>0.30669377132111802</c:v>
                </c:pt>
                <c:pt idx="2063">
                  <c:v>0.32910622969612902</c:v>
                </c:pt>
                <c:pt idx="2064">
                  <c:v>0.35228502024555702</c:v>
                </c:pt>
                <c:pt idx="2065">
                  <c:v>0.37612744131973602</c:v>
                </c:pt>
                <c:pt idx="2066">
                  <c:v>0.40052271396177802</c:v>
                </c:pt>
                <c:pt idx="2067">
                  <c:v>0.42535303022756099</c:v>
                </c:pt>
                <c:pt idx="2068">
                  <c:v>0.45049470982255402</c:v>
                </c:pt>
                <c:pt idx="2069">
                  <c:v>0.47581944543626897</c:v>
                </c:pt>
                <c:pt idx="2070">
                  <c:v>0.50119561522346601</c:v>
                </c:pt>
                <c:pt idx="2071">
                  <c:v>0.52648963998331799</c:v>
                </c:pt>
                <c:pt idx="2072">
                  <c:v>0.551567362818143</c:v>
                </c:pt>
                <c:pt idx="2073">
                  <c:v>0.576295430177034</c:v>
                </c:pt>
                <c:pt idx="2074">
                  <c:v>0.60054265478726199</c:v>
                </c:pt>
                <c:pt idx="2075">
                  <c:v>0.62418134267020697</c:v>
                </c:pt>
                <c:pt idx="2076">
                  <c:v>0.64708856802702297</c:v>
                </c:pt>
                <c:pt idx="2077">
                  <c:v>0.669147381237577</c:v>
                </c:pt>
                <c:pt idx="2078">
                  <c:v>0.69024793662173201</c:v>
                </c:pt>
                <c:pt idx="2079">
                  <c:v>0.71028852803708498</c:v>
                </c:pt>
                <c:pt idx="2080">
                  <c:v>0.72917652185236204</c:v>
                </c:pt>
                <c:pt idx="2081">
                  <c:v>0.74682917836909002</c:v>
                </c:pt>
                <c:pt idx="2082">
                  <c:v>0.76317435441628301</c:v>
                </c:pt>
                <c:pt idx="2083">
                  <c:v>0.77815108157706703</c:v>
                </c:pt>
                <c:pt idx="2084">
                  <c:v>0.79171001617115699</c:v>
                </c:pt>
                <c:pt idx="2085">
                  <c:v>0.80381375859246296</c:v>
                </c:pt>
                <c:pt idx="2086">
                  <c:v>0.81443704089994695</c:v>
                </c:pt>
                <c:pt idx="2087">
                  <c:v>0.82356678277645701</c:v>
                </c:pt>
                <c:pt idx="2088">
                  <c:v>0.83120201719284803</c:v>
                </c:pt>
                <c:pt idx="2089">
                  <c:v>0.83735368838355595</c:v>
                </c:pt>
                <c:pt idx="2090">
                  <c:v>0.84204432604352697</c:v>
                </c:pt>
                <c:pt idx="2091">
                  <c:v>0.84530760094981205</c:v>
                </c:pt>
                <c:pt idx="2092">
                  <c:v>0.84718776842223997</c:v>
                </c:pt>
                <c:pt idx="2093">
                  <c:v>0.84773900710138606</c:v>
                </c:pt>
                <c:pt idx="2094">
                  <c:v>0.84702466147278099</c:v>
                </c:pt>
                <c:pt idx="2095">
                  <c:v>0.84511639754859502</c:v>
                </c:pt>
                <c:pt idx="2096">
                  <c:v>0.84209328223295299</c:v>
                </c:pt>
                <c:pt idx="2097">
                  <c:v>0.83804079807224097</c:v>
                </c:pt>
                <c:pt idx="2098">
                  <c:v>0.83304980614387503</c:v>
                </c:pt>
                <c:pt idx="2099">
                  <c:v>0.82721547061596201</c:v>
                </c:pt>
                <c:pt idx="2100">
                  <c:v>0.82063615896178299</c:v>
                </c:pt>
                <c:pt idx="2101">
                  <c:v>0.81341233195826901</c:v>
                </c:pt>
                <c:pt idx="2102">
                  <c:v>0.80564543750815898</c:v>
                </c:pt>
                <c:pt idx="2103">
                  <c:v>0.79743682211024403</c:v>
                </c:pt>
                <c:pt idx="2104">
                  <c:v>0.78888667355649</c:v>
                </c:pt>
                <c:pt idx="2105">
                  <c:v>0.78009300816664895</c:v>
                </c:pt>
                <c:pt idx="2106">
                  <c:v>0.77115071548119296</c:v>
                </c:pt>
                <c:pt idx="2107">
                  <c:v>0.76215067266626102</c:v>
                </c:pt>
                <c:pt idx="2108">
                  <c:v>0.75317893980130501</c:v>
                </c:pt>
                <c:pt idx="2109">
                  <c:v>0.74431604567749599</c:v>
                </c:pt>
                <c:pt idx="2110">
                  <c:v>0.73563637180387198</c:v>
                </c:pt>
                <c:pt idx="2111">
                  <c:v>0.72720764011805705</c:v>
                </c:pt>
                <c:pt idx="2112">
                  <c:v>0.71909050755806103</c:v>
                </c:pt>
                <c:pt idx="2113">
                  <c:v>0.71133826833307701</c:v>
                </c:pt>
                <c:pt idx="2114">
                  <c:v>0.70399666258111404</c:v>
                </c:pt>
                <c:pt idx="2115">
                  <c:v>0.69710378814246599</c:v>
                </c:pt>
                <c:pt idx="2116">
                  <c:v>0.69069011032877903</c:v>
                </c:pt>
                <c:pt idx="2117">
                  <c:v>0.68477856280927096</c:v>
                </c:pt>
                <c:pt idx="2118">
                  <c:v>0.67938473120985998</c:v>
                </c:pt>
                <c:pt idx="2119">
                  <c:v>0.67451710992463698</c:v>
                </c:pt>
                <c:pt idx="2120">
                  <c:v>0.670177422024682</c:v>
                </c:pt>
                <c:pt idx="2121">
                  <c:v>0.66636099186737996</c:v>
                </c:pt>
                <c:pt idx="2122">
                  <c:v>0.66305715987927305</c:v>
                </c:pt>
                <c:pt idx="2123">
                  <c:v>0.66024972897450496</c:v>
                </c:pt>
                <c:pt idx="2124">
                  <c:v>0.65791743225439803</c:v>
                </c:pt>
                <c:pt idx="2125">
                  <c:v>0.65603441204243496</c:v>
                </c:pt>
                <c:pt idx="2126">
                  <c:v>0.65457070089626401</c:v>
                </c:pt>
                <c:pt idx="2127">
                  <c:v>0.65349269596765203</c:v>
                </c:pt>
                <c:pt idx="2128">
                  <c:v>0.65276361898410196</c:v>
                </c:pt>
                <c:pt idx="2129">
                  <c:v>0.65234395527073796</c:v>
                </c:pt>
                <c:pt idx="2130">
                  <c:v>0.65219186667359996</c:v>
                </c:pt>
                <c:pt idx="2131">
                  <c:v>0.65226357499810295</c:v>
                </c:pt>
                <c:pt idx="2132">
                  <c:v>0.65251371456312401</c:v>
                </c:pt>
                <c:pt idx="2133">
                  <c:v>0.65289565451420795</c:v>
                </c:pt>
                <c:pt idx="2134">
                  <c:v>0.65336179346400103</c:v>
                </c:pt>
                <c:pt idx="2135">
                  <c:v>0.65386383077218102</c:v>
                </c:pt>
                <c:pt idx="2136">
                  <c:v>0.65435302033329701</c:v>
                </c:pt>
                <c:pt idx="2137">
                  <c:v>0.65478041402625398</c:v>
                </c:pt>
                <c:pt idx="2138">
                  <c:v>0.65509710282578404</c:v>
                </c:pt>
                <c:pt idx="2139">
                  <c:v>0.65525446379997998</c:v>
                </c:pt>
                <c:pt idx="2140">
                  <c:v>0.65520442067454299</c:v>
                </c:pt>
                <c:pt idx="2141">
                  <c:v>0.65489972429647003</c:v>
                </c:pt>
                <c:pt idx="2142">
                  <c:v>0.65429425729235802</c:v>
                </c:pt>
                <c:pt idx="2143">
                  <c:v>0.65334336470566301</c:v>
                </c:pt>
                <c:pt idx="2144">
                  <c:v>0.65200420965612904</c:v>
                </c:pt>
                <c:pt idx="2145">
                  <c:v>0.65023615034182602</c:v>
                </c:pt>
                <c:pt idx="2146">
                  <c:v>0.64800113224712996</c:v>
                </c:pt>
                <c:pt idx="2147">
                  <c:v>0.64526408746151698</c:v>
                </c:pt>
                <c:pt idx="2148">
                  <c:v>0.64199333174862605</c:v>
                </c:pt>
                <c:pt idx="2149">
                  <c:v>0.63816094951754598</c:v>
                </c:pt>
                <c:pt idx="2150">
                  <c:v>0.63374315704921602</c:v>
                </c:pt>
                <c:pt idx="2151">
                  <c:v>0.62872063499559305</c:v>
                </c:pt>
                <c:pt idx="2152">
                  <c:v>0.62307882204597598</c:v>
                </c:pt>
                <c:pt idx="2153">
                  <c:v>0.61680816255553395</c:v>
                </c:pt>
                <c:pt idx="2154">
                  <c:v>0.60990430179150201</c:v>
                </c:pt>
                <c:pt idx="2155">
                  <c:v>0.60236822333808304</c:v>
                </c:pt>
                <c:pt idx="2156">
                  <c:v>0.59420632421508202</c:v>
                </c:pt>
                <c:pt idx="2157">
                  <c:v>0.58543042443473903</c:v>
                </c:pt>
                <c:pt idx="2158">
                  <c:v>0.57605770898266295</c:v>
                </c:pt>
                <c:pt idx="2159">
                  <c:v>0.56611060148955095</c:v>
                </c:pt>
                <c:pt idx="2160">
                  <c:v>0.55561657013550902</c:v>
                </c:pt>
                <c:pt idx="2161">
                  <c:v>0.54460786760109203</c:v>
                </c:pt>
                <c:pt idx="2162">
                  <c:v>0.53312120815457797</c:v>
                </c:pt>
                <c:pt idx="2163">
                  <c:v>0.52119738626041501</c:v>
                </c:pt>
                <c:pt idx="2164">
                  <c:v>0.50888084242131004</c:v>
                </c:pt>
                <c:pt idx="2165">
                  <c:v>0.49621918327937398</c:v>
                </c:pt>
                <c:pt idx="2166">
                  <c:v>0.48326266416955999</c:v>
                </c:pt>
                <c:pt idx="2167">
                  <c:v>0.470063643186098</c:v>
                </c:pt>
                <c:pt idx="2168">
                  <c:v>0.45667601632162802</c:v>
                </c:pt>
                <c:pt idx="2169">
                  <c:v>0.44315464345564598</c:v>
                </c:pt>
                <c:pt idx="2170">
                  <c:v>0.42955477506186801</c:v>
                </c:pt>
                <c:pt idx="2171">
                  <c:v>0.41593148952541098</c:v>
                </c:pt>
                <c:pt idx="2172">
                  <c:v>0.40233915080608301</c:v>
                </c:pt>
                <c:pt idx="2173">
                  <c:v>0.38883089572689</c:v>
                </c:pt>
                <c:pt idx="2174">
                  <c:v>0.375458159372145</c:v>
                </c:pt>
                <c:pt idx="2175">
                  <c:v>0.36227024598931801</c:v>
                </c:pt>
                <c:pt idx="2176">
                  <c:v>0.34931395145411198</c:v>
                </c:pt>
                <c:pt idx="2177">
                  <c:v>0.33663324177135501</c:v>
                </c:pt>
                <c:pt idx="2178">
                  <c:v>0.32426899015702199</c:v>
                </c:pt>
                <c:pt idx="2179">
                  <c:v>0.31225877291672299</c:v>
                </c:pt>
                <c:pt idx="2180">
                  <c:v>0.30063672173061501</c:v>
                </c:pt>
                <c:pt idx="2181">
                  <c:v>0.289433427417713</c:v>
                </c:pt>
                <c:pt idx="2182">
                  <c:v>0.27867588816962402</c:v>
                </c:pt>
                <c:pt idx="2183">
                  <c:v>0.26838749384391403</c:v>
                </c:pt>
                <c:pt idx="2184">
                  <c:v>0.25858803723594997</c:v>
                </c:pt>
                <c:pt idx="2185">
                  <c:v>0.249293743260291</c:v>
                </c:pt>
                <c:pt idx="2186">
                  <c:v>0.240517307580222</c:v>
                </c:pt>
                <c:pt idx="2187">
                  <c:v>0.23226793730591699</c:v>
                </c:pt>
                <c:pt idx="2188">
                  <c:v>0.22455138783508999</c:v>
                </c:pt>
                <c:pt idx="2189">
                  <c:v>0.217369991673586</c:v>
                </c:pt>
                <c:pt idx="2190">
                  <c:v>0.21072267708032399</c:v>
                </c:pt>
                <c:pt idx="2191">
                  <c:v>0.204604976518656</c:v>
                </c:pt>
                <c:pt idx="2192">
                  <c:v>0.19900902700635001</c:v>
                </c:pt>
                <c:pt idx="2193">
                  <c:v>0.19392356635355901</c:v>
                </c:pt>
                <c:pt idx="2194">
                  <c:v>0.18933393079781599</c:v>
                </c:pt>
                <c:pt idx="2195">
                  <c:v>0.18522206060232599</c:v>
                </c:pt>
                <c:pt idx="2196">
                  <c:v>0.18156652077567101</c:v>
                </c:pt>
                <c:pt idx="2197">
                  <c:v>0.17834254422937099</c:v>
                </c:pt>
                <c:pt idx="2198">
                  <c:v>0.175522104443672</c:v>
                </c:pt>
                <c:pt idx="2199">
                  <c:v>0.17307402408056899</c:v>
                </c:pt>
                <c:pt idx="2200">
                  <c:v>0.170964125011071</c:v>
                </c:pt>
                <c:pt idx="2201">
                  <c:v>0.169155424029209</c:v>
                </c:pt>
                <c:pt idx="2202">
                  <c:v>0.16760837725361499</c:v>
                </c:pt>
                <c:pt idx="2203">
                  <c:v>0.16628117491265901</c:v>
                </c:pt>
                <c:pt idx="2204">
                  <c:v>0.165130086786234</c:v>
                </c:pt>
                <c:pt idx="2205">
                  <c:v>0.164109856958575</c:v>
                </c:pt>
                <c:pt idx="2206">
                  <c:v>0.163174144771567</c:v>
                </c:pt>
                <c:pt idx="2207">
                  <c:v>0.16227600710439</c:v>
                </c:pt>
                <c:pt idx="2208">
                  <c:v>0.161368415475656</c:v>
                </c:pt>
                <c:pt idx="2209">
                  <c:v>0.16040480001765201</c:v>
                </c:pt>
                <c:pt idx="2210">
                  <c:v>0.159339611092778</c:v>
                </c:pt>
                <c:pt idx="2211">
                  <c:v>0.15812888819281001</c:v>
                </c:pt>
                <c:pt idx="2212">
                  <c:v>0.15673082480228201</c:v>
                </c:pt>
                <c:pt idx="2213">
                  <c:v>0.15510631716016099</c:v>
                </c:pt>
                <c:pt idx="2214">
                  <c:v>0.15321948436838401</c:v>
                </c:pt>
                <c:pt idx="2215">
                  <c:v>0.15103814714855701</c:v>
                </c:pt>
                <c:pt idx="2216">
                  <c:v>0.14853425283761201</c:v>
                </c:pt>
                <c:pt idx="2217">
                  <c:v>0.14568423498602801</c:v>
                </c:pt>
                <c:pt idx="2218">
                  <c:v>0.142469297135562</c:v>
                </c:pt>
                <c:pt idx="2219">
                  <c:v>0.13887561194989401</c:v>
                </c:pt>
                <c:pt idx="2220">
                  <c:v>0.13489442883717701</c:v>
                </c:pt>
                <c:pt idx="2221">
                  <c:v>0.130522085507188</c:v>
                </c:pt>
                <c:pt idx="2222">
                  <c:v>0.12575992145983</c:v>
                </c:pt>
                <c:pt idx="2223">
                  <c:v>0.12061409413148</c:v>
                </c:pt>
                <c:pt idx="2224">
                  <c:v>0.11509530130749999</c:v>
                </c:pt>
                <c:pt idx="2225">
                  <c:v>0.109218416411918</c:v>
                </c:pt>
                <c:pt idx="2226">
                  <c:v>0.103002046301284</c:v>
                </c:pt>
                <c:pt idx="2227">
                  <c:v>9.6468023995971194E-2</c:v>
                </c:pt>
                <c:pt idx="2228">
                  <c:v>8.96408510735201E-2</c:v>
                </c:pt>
                <c:pt idx="2229">
                  <c:v>8.2547105985138897E-2</c:v>
                </c:pt>
                <c:pt idx="2230">
                  <c:v>7.5214835278198597E-2</c:v>
                </c:pt>
                <c:pt idx="2231">
                  <c:v>6.7672944691981499E-2</c:v>
                </c:pt>
                <c:pt idx="2232">
                  <c:v>5.9950606468592398E-2</c:v>
                </c:pt>
                <c:pt idx="2233">
                  <c:v>5.2076698106638598E-2</c:v>
                </c:pt>
                <c:pt idx="2234">
                  <c:v>4.40792862390866E-2</c:v>
                </c:pt>
                <c:pt idx="2235">
                  <c:v>3.5985167330283001E-2</c:v>
                </c:pt>
                <c:pt idx="2236">
                  <c:v>2.7819474474923101E-2</c:v>
                </c:pt>
                <c:pt idx="2237">
                  <c:v>1.96053568590784E-2</c:v>
                </c:pt>
                <c:pt idx="2238">
                  <c:v>1.13637356135567E-2</c:v>
                </c:pt>
                <c:pt idx="2239">
                  <c:v>3.11313706799826E-3</c:v>
                </c:pt>
                <c:pt idx="2240">
                  <c:v>-5.1303980330380996E-3</c:v>
                </c:pt>
                <c:pt idx="2241">
                  <c:v>-1.33533328615146E-2</c:v>
                </c:pt>
                <c:pt idx="2242">
                  <c:v>-2.1544585575386899E-2</c:v>
                </c:pt>
                <c:pt idx="2243">
                  <c:v>-2.9695419689044399E-2</c:v>
                </c:pt>
                <c:pt idx="2244">
                  <c:v>-3.7799281457256598E-2</c:v>
                </c:pt>
                <c:pt idx="2245">
                  <c:v>-4.5851592913401899E-2</c:v>
                </c:pt>
                <c:pt idx="2246">
                  <c:v>-5.3849509877266298E-2</c:v>
                </c:pt>
                <c:pt idx="2247">
                  <c:v>-6.1791654677994801E-2</c:v>
                </c:pt>
                <c:pt idx="2248">
                  <c:v>-6.9677833542920606E-2</c:v>
                </c:pt>
                <c:pt idx="2249">
                  <c:v>-7.7508748579242795E-2</c:v>
                </c:pt>
                <c:pt idx="2250">
                  <c:v>-8.5285714028596096E-2</c:v>
                </c:pt>
                <c:pt idx="2251">
                  <c:v>-9.3010386004037507E-2</c:v>
                </c:pt>
                <c:pt idx="2252">
                  <c:v>-0.100684514171252</c:v>
                </c:pt>
                <c:pt idx="2253">
                  <c:v>-0.10830972274573999</c:v>
                </c:pt>
                <c:pt idx="2254">
                  <c:v>-0.11588732673728</c:v>
                </c:pt>
                <c:pt idx="2255">
                  <c:v>-0.123418187619023</c:v>
                </c:pt>
                <c:pt idx="2256">
                  <c:v>-0.13090261058401101</c:v>
                </c:pt>
                <c:pt idx="2257">
                  <c:v>-0.138340283379872</c:v>
                </c:pt>
                <c:pt idx="2258">
                  <c:v>-0.14573025458710301</c:v>
                </c:pt>
                <c:pt idx="2259">
                  <c:v>-0.153070947401</c:v>
                </c:pt>
                <c:pt idx="2260">
                  <c:v>-0.160360203694283</c:v>
                </c:pt>
                <c:pt idx="2261">
                  <c:v>-0.16759535241222701</c:v>
                </c:pt>
                <c:pt idx="2262">
                  <c:v>-0.174773296130073</c:v>
                </c:pt>
                <c:pt idx="2263">
                  <c:v>-0.18189060984757</c:v>
                </c:pt>
                <c:pt idx="2264">
                  <c:v>-0.18894364676506001</c:v>
                </c:pt>
                <c:pt idx="2265">
                  <c:v>-0.19592864676121499</c:v>
                </c:pt>
                <c:pt idx="2266">
                  <c:v>-0.202841844390593</c:v>
                </c:pt>
                <c:pt idx="2267">
                  <c:v>-0.20967957424516601</c:v>
                </c:pt>
                <c:pt idx="2268">
                  <c:v>-0.216438372316963</c:v>
                </c:pt>
                <c:pt idx="2269">
                  <c:v>-0.22311507246610901</c:v>
                </c:pt>
                <c:pt idx="2270">
                  <c:v>-0.22970689724723301</c:v>
                </c:pt>
                <c:pt idx="2271">
                  <c:v>-0.236211542291139</c:v>
                </c:pt>
                <c:pt idx="2272">
                  <c:v>-0.24262725332372501</c:v>
                </c:pt>
                <c:pt idx="2273">
                  <c:v>-0.24895289480664201</c:v>
                </c:pt>
                <c:pt idx="2274">
                  <c:v>-0.25518800910980399</c:v>
                </c:pt>
                <c:pt idx="2275">
                  <c:v>-0.26133286508260201</c:v>
                </c:pt>
                <c:pt idx="2276">
                  <c:v>-0.26738849489719602</c:v>
                </c:pt>
                <c:pt idx="2277">
                  <c:v>-0.27335671809259199</c:v>
                </c:pt>
                <c:pt idx="2278">
                  <c:v>-0.27924015186913398</c:v>
                </c:pt>
                <c:pt idx="2279">
                  <c:v>-0.28504220692794302</c:v>
                </c:pt>
                <c:pt idx="2280">
                  <c:v>-0.29076706854329898</c:v>
                </c:pt>
                <c:pt idx="2281">
                  <c:v>-0.296419663025831</c:v>
                </c:pt>
                <c:pt idx="2282">
                  <c:v>-0.302005610156246</c:v>
                </c:pt>
                <c:pt idx="2283">
                  <c:v>-0.30753116245581702</c:v>
                </c:pt>
                <c:pt idx="2284">
                  <c:v>-0.31300313231972698</c:v>
                </c:pt>
                <c:pt idx="2285">
                  <c:v>-0.318428808152242</c:v>
                </c:pt>
                <c:pt idx="2286">
                  <c:v>-0.32381586075355201</c:v>
                </c:pt>
                <c:pt idx="2287">
                  <c:v>-0.32917224128607497</c:v>
                </c:pt>
                <c:pt idx="2288">
                  <c:v>-0.33450607217970402</c:v>
                </c:pt>
                <c:pt idx="2289">
                  <c:v>-0.33982553238917201</c:v>
                </c:pt>
                <c:pt idx="2290">
                  <c:v>-0.34513873856254501</c:v>
                </c:pt>
                <c:pt idx="2291">
                  <c:v>-0.35045362389638701</c:v>
                </c:pt>
                <c:pt idx="2292">
                  <c:v>-0.35577781665411401</c:v>
                </c:pt>
                <c:pt idx="2293">
                  <c:v>-0.361118520429838</c:v>
                </c:pt>
                <c:pt idx="2294">
                  <c:v>-0.36648239820149098</c:v>
                </c:pt>
                <c:pt idx="2295">
                  <c:v>-0.37187546202829602</c:v>
                </c:pt>
                <c:pt idx="2296">
                  <c:v>-0.377302969961194</c:v>
                </c:pt>
                <c:pt idx="2297">
                  <c:v>-0.38276933141297398</c:v>
                </c:pt>
                <c:pt idx="2298">
                  <c:v>-0.38827802189440402</c:v>
                </c:pt>
                <c:pt idx="2299">
                  <c:v>-0.39383150768973102</c:v>
                </c:pt>
                <c:pt idx="2300">
                  <c:v>-0.39943118083432799</c:v>
                </c:pt>
                <c:pt idx="2301">
                  <c:v>-0.40507730480919502</c:v>
                </c:pt>
                <c:pt idx="2302">
                  <c:v>-0.410768971715124</c:v>
                </c:pt>
                <c:pt idx="2303">
                  <c:v>-0.41650407222955999</c:v>
                </c:pt>
                <c:pt idx="2304">
                  <c:v>-0.42227928022206301</c:v>
                </c:pt>
                <c:pt idx="2305">
                  <c:v>-0.42809005439558101</c:v>
                </c:pt>
                <c:pt idx="2306">
                  <c:v>-0.43393065967369099</c:v>
                </c:pt>
                <c:pt idx="2307">
                  <c:v>-0.43979421116188</c:v>
                </c:pt>
                <c:pt idx="2308">
                  <c:v>-0.44567274316806699</c:v>
                </c:pt>
                <c:pt idx="2309">
                  <c:v>-0.45155730484458401</c:v>
                </c:pt>
                <c:pt idx="2310">
                  <c:v>-0.45743808262238</c:v>
                </c:pt>
                <c:pt idx="2311">
                  <c:v>-0.46330454798745002</c:v>
                </c:pt>
                <c:pt idx="2312">
                  <c:v>-0.46914562747800198</c:v>
                </c:pt>
                <c:pt idx="2313">
                  <c:v>-0.47494989021661699</c:v>
                </c:pt>
                <c:pt idx="2314">
                  <c:v>-0.48070574708031899</c:v>
                </c:pt>
                <c:pt idx="2315">
                  <c:v>-0.48640165499303201</c:v>
                </c:pt>
                <c:pt idx="2316">
                  <c:v>-0.492026319850907</c:v>
                </c:pt>
                <c:pt idx="2317">
                  <c:v>-0.497568892092211</c:v>
                </c:pt>
                <c:pt idx="2318">
                  <c:v>-0.50301914963849204</c:v>
                </c:pt>
                <c:pt idx="2319">
                  <c:v>-0.50836766365667796</c:v>
                </c:pt>
                <c:pt idx="2320">
                  <c:v>-0.51360594323491804</c:v>
                </c:pt>
                <c:pt idx="2321">
                  <c:v>-0.51872655563325198</c:v>
                </c:pt>
                <c:pt idx="2322">
                  <c:v>-0.52372321931343302</c:v>
                </c:pt>
                <c:pt idx="2323">
                  <c:v>-0.52859086752505502</c:v>
                </c:pt>
                <c:pt idx="2324">
                  <c:v>-0.53332568084843901</c:v>
                </c:pt>
                <c:pt idx="2325">
                  <c:v>-0.537925087743368</c:v>
                </c:pt>
                <c:pt idx="2326">
                  <c:v>-0.54238773278248997</c:v>
                </c:pt>
                <c:pt idx="2327">
                  <c:v>-0.54671341282525898</c:v>
                </c:pt>
                <c:pt idx="2328">
                  <c:v>-0.55090298189150599</c:v>
                </c:pt>
                <c:pt idx="2329">
                  <c:v>-0.55495822591129795</c:v>
                </c:pt>
                <c:pt idx="2330">
                  <c:v>-0.55888170887814703</c:v>
                </c:pt>
                <c:pt idx="2331">
                  <c:v>-0.56267659229531597</c:v>
                </c:pt>
                <c:pt idx="2332">
                  <c:v>-0.56634643029041198</c:v>
                </c:pt>
                <c:pt idx="2333">
                  <c:v>-0.56989494343407199</c:v>
                </c:pt>
                <c:pt idx="2334">
                  <c:v>-0.57332577508262395</c:v>
                </c:pt>
                <c:pt idx="2335">
                  <c:v>-0.57664223485802202</c:v>
                </c:pt>
                <c:pt idx="2336">
                  <c:v>-0.579847034581779</c:v>
                </c:pt>
                <c:pt idx="2337">
                  <c:v>-0.58294202255613303</c:v>
                </c:pt>
                <c:pt idx="2338">
                  <c:v>-0.58592792253535297</c:v>
                </c:pt>
                <c:pt idx="2339">
                  <c:v>-0.58880408402303397</c:v>
                </c:pt>
                <c:pt idx="2340">
                  <c:v>-0.59156825059630802</c:v>
                </c:pt>
                <c:pt idx="2341">
                  <c:v>-0.59421635273265705</c:v>
                </c:pt>
                <c:pt idx="2342">
                  <c:v>-0.59674233106139596</c:v>
                </c:pt>
                <c:pt idx="2343">
                  <c:v>-0.59913799505484</c:v>
                </c:pt>
                <c:pt idx="2344">
                  <c:v>-0.60139292093848096</c:v>
                </c:pt>
                <c:pt idx="2345">
                  <c:v>-0.60349439116234405</c:v>
                </c:pt>
                <c:pt idx="2346">
                  <c:v>-0.60542737632588295</c:v>
                </c:pt>
                <c:pt idx="2347">
                  <c:v>-0.60717455912294704</c:v>
                </c:pt>
                <c:pt idx="2348">
                  <c:v>-0.60871639870052996</c:v>
                </c:pt>
                <c:pt idx="2349">
                  <c:v>-0.61003123279210303</c:v>
                </c:pt>
                <c:pt idx="2350">
                  <c:v>-0.61109541413150004</c:v>
                </c:pt>
                <c:pt idx="2351">
                  <c:v>-0.61188347708483504</c:v>
                </c:pt>
                <c:pt idx="2352">
                  <c:v>-0.61236833027155502</c:v>
                </c:pt>
                <c:pt idx="2353">
                  <c:v>-0.61252147121493905</c:v>
                </c:pt>
                <c:pt idx="2354">
                  <c:v>-0.61231321968238195</c:v>
                </c:pt>
                <c:pt idx="2355">
                  <c:v>-0.61171296719298296</c:v>
                </c:pt>
                <c:pt idx="2356">
                  <c:v>-0.61068944102729406</c:v>
                </c:pt>
                <c:pt idx="2357">
                  <c:v>-0.60921098183833999</c:v>
                </c:pt>
                <c:pt idx="2358">
                  <c:v>-0.60724583455151104</c:v>
                </c:pt>
                <c:pt idx="2359">
                  <c:v>-0.60476245264856199</c:v>
                </c:pt>
                <c:pt idx="2360">
                  <c:v>-0.60172981618676202</c:v>
                </c:pt>
                <c:pt idx="2361">
                  <c:v>-0.59811776398182503</c:v>
                </c:pt>
                <c:pt idx="2362">
                  <c:v>-0.59389734019565099</c:v>
                </c:pt>
                <c:pt idx="2363">
                  <c:v>-0.58904115506515298</c:v>
                </c:pt>
                <c:pt idx="2364">
                  <c:v>-0.58352375873588103</c:v>
                </c:pt>
                <c:pt idx="2365">
                  <c:v>-0.57732202625738105</c:v>
                </c:pt>
                <c:pt idx="2366">
                  <c:v>-0.57041555091498897</c:v>
                </c:pt>
                <c:pt idx="2367">
                  <c:v>-0.56278704230717902</c:v>
                </c:pt>
                <c:pt idx="2368">
                  <c:v>-0.55442272488918098</c:v>
                </c:pt>
                <c:pt idx="2369">
                  <c:v>-0.54531273200553698</c:v>
                </c:pt>
                <c:pt idx="2370">
                  <c:v>-0.53545148972790502</c:v>
                </c:pt>
                <c:pt idx="2371">
                  <c:v>-0.52483808416454503</c:v>
                </c:pt>
                <c:pt idx="2372">
                  <c:v>-0.51347660532607997</c:v>
                </c:pt>
                <c:pt idx="2373">
                  <c:v>-0.50137646007419401</c:v>
                </c:pt>
                <c:pt idx="2374">
                  <c:v>-0.48855264613437099</c:v>
                </c:pt>
                <c:pt idx="2375">
                  <c:v>-0.47502597868930702</c:v>
                </c:pt>
                <c:pt idx="2376">
                  <c:v>-0.46082326082186598</c:v>
                </c:pt>
                <c:pt idx="2377">
                  <c:v>-0.44597738917922197</c:v>
                </c:pt>
                <c:pt idx="2378">
                  <c:v>-0.43052738671896601</c:v>
                </c:pt>
                <c:pt idx="2379">
                  <c:v>-0.41451835519632002</c:v>
                </c:pt>
                <c:pt idx="2380">
                  <c:v>-0.39800134107863999</c:v>
                </c:pt>
                <c:pt idx="2381">
                  <c:v>-0.38103310984243899</c:v>
                </c:pt>
                <c:pt idx="2382">
                  <c:v>-0.36367582519841302</c:v>
                </c:pt>
                <c:pt idx="2383">
                  <c:v>-0.34599663176510898</c:v>
                </c:pt>
                <c:pt idx="2384">
                  <c:v>-0.32806714209077997</c:v>
                </c:pt>
                <c:pt idx="2385">
                  <c:v>-0.30996283167537603</c:v>
                </c:pt>
                <c:pt idx="2386">
                  <c:v>-0.29176234867510598</c:v>
                </c:pt>
                <c:pt idx="2387">
                  <c:v>-0.27354674811776603</c:v>
                </c:pt>
                <c:pt idx="2388">
                  <c:v>-0.25539866348906698</c:v>
                </c:pt>
                <c:pt idx="2389">
                  <c:v>-0.237401431166156</c:v>
                </c:pt>
                <c:pt idx="2390">
                  <c:v>-0.21963818507908001</c:v>
                </c:pt>
                <c:pt idx="2391">
                  <c:v>-0.20219094002881099</c:v>
                </c:pt>
                <c:pt idx="2392">
                  <c:v>-0.18513968229418301</c:v>
                </c:pt>
                <c:pt idx="2393">
                  <c:v>-0.168561485573754</c:v>
                </c:pt>
                <c:pt idx="2394">
                  <c:v>-0.15252966900256101</c:v>
                </c:pt>
                <c:pt idx="2395">
                  <c:v>-0.13711301211431401</c:v>
                </c:pt>
                <c:pt idx="2396">
                  <c:v>-0.12237503942738499</c:v>
                </c:pt>
                <c:pt idx="2397">
                  <c:v>-0.108373385064401</c:v>
                </c:pt>
                <c:pt idx="2398">
                  <c:v>-9.5159245656434299E-2</c:v>
                </c:pt>
                <c:pt idx="2399">
                  <c:v>-8.2776927822947696E-2</c:v>
                </c:pt>
                <c:pt idx="2400">
                  <c:v>-7.1263494755169507E-2</c:v>
                </c:pt>
                <c:pt idx="2401">
                  <c:v>-6.0648514819545002E-2</c:v>
                </c:pt>
                <c:pt idx="2402">
                  <c:v>-5.09539135722928E-2</c:v>
                </c:pt>
                <c:pt idx="2403">
                  <c:v>-4.2193929032171597E-2</c:v>
                </c:pt>
                <c:pt idx="2404">
                  <c:v>-3.4375168406794998E-2</c:v>
                </c:pt>
                <c:pt idx="2405">
                  <c:v>-2.7496762722818799E-2</c:v>
                </c:pt>
                <c:pt idx="2406">
                  <c:v>-2.1550614077074801E-2</c:v>
                </c:pt>
                <c:pt idx="2407">
                  <c:v>-1.65217285924153E-2</c:v>
                </c:pt>
                <c:pt idx="2408">
                  <c:v>-1.23886266669604E-2</c:v>
                </c:pt>
                <c:pt idx="2409">
                  <c:v>-9.12382082329714E-3</c:v>
                </c:pt>
                <c:pt idx="2410">
                  <c:v>-6.6943505406995502E-3</c:v>
                </c:pt>
                <c:pt idx="2411">
                  <c:v>-5.0623629879718302E-3</c:v>
                </c:pt>
                <c:pt idx="2412">
                  <c:v>-4.1857285125950997E-3</c:v>
                </c:pt>
                <c:pt idx="2413">
                  <c:v>-4.0186799317040401E-3</c:v>
                </c:pt>
                <c:pt idx="2414">
                  <c:v>-4.5124649921025996E-3</c:v>
                </c:pt>
                <c:pt idx="2415">
                  <c:v>-5.6160017882235297E-3</c:v>
                </c:pt>
                <c:pt idx="2416">
                  <c:v>-7.2765274679196202E-3</c:v>
                </c:pt>
                <c:pt idx="2417">
                  <c:v>-9.4402312111978998E-3</c:v>
                </c:pt>
                <c:pt idx="2418">
                  <c:v>-1.2052863186621699E-2</c:v>
                </c:pt>
                <c:pt idx="2419">
                  <c:v>-1.50603119432233E-2</c:v>
                </c:pt>
                <c:pt idx="2420">
                  <c:v>-1.8409143504608799E-2</c:v>
                </c:pt>
                <c:pt idx="2421">
                  <c:v>-2.20470963397968E-2</c:v>
                </c:pt>
                <c:pt idx="2422">
                  <c:v>-2.59235274670554E-2</c:v>
                </c:pt>
                <c:pt idx="2423">
                  <c:v>-2.9989806317157499E-2</c:v>
                </c:pt>
                <c:pt idx="2424">
                  <c:v>-3.4199654670852002E-2</c:v>
                </c:pt>
                <c:pt idx="2425">
                  <c:v>-3.8509432823370701E-2</c:v>
                </c:pt>
                <c:pt idx="2426">
                  <c:v>-4.2878373851741598E-2</c:v>
                </c:pt>
                <c:pt idx="2427">
                  <c:v>-4.7268769291312601E-2</c:v>
                </c:pt>
                <c:pt idx="2428">
                  <c:v>-5.1646110613709502E-2</c:v>
                </c:pt>
                <c:pt idx="2429">
                  <c:v>-5.5979191635455297E-2</c:v>
                </c:pt>
                <c:pt idx="2430">
                  <c:v>-6.0240177369797102E-2</c:v>
                </c:pt>
                <c:pt idx="2431">
                  <c:v>-6.4404644866642102E-2</c:v>
                </c:pt>
                <c:pt idx="2432">
                  <c:v>-6.8451601294877207E-2</c:v>
                </c:pt>
                <c:pt idx="2433">
                  <c:v>-7.2363483941012094E-2</c:v>
                </c:pt>
                <c:pt idx="2434">
                  <c:v>-7.6126145942316703E-2</c:v>
                </c:pt>
                <c:pt idx="2435">
                  <c:v>-7.9728830482891297E-2</c:v>
                </c:pt>
                <c:pt idx="2436">
                  <c:v>-8.3164134984531193E-2</c:v>
                </c:pt>
                <c:pt idx="2437">
                  <c:v>-8.6427965678791394E-2</c:v>
                </c:pt>
                <c:pt idx="2438">
                  <c:v>-8.9519481930280101E-2</c:v>
                </c:pt>
                <c:pt idx="2439">
                  <c:v>-9.2441028782009896E-2</c:v>
                </c:pt>
                <c:pt idx="2440">
                  <c:v>-9.5198055400354697E-2</c:v>
                </c:pt>
                <c:pt idx="2441">
                  <c:v>-9.7799016454409901E-2</c:v>
                </c:pt>
                <c:pt idx="2442">
                  <c:v>-0.100255253025145</c:v>
                </c:pt>
                <c:pt idx="2443">
                  <c:v>-0.102580849413278</c:v>
                </c:pt>
                <c:pt idx="2444">
                  <c:v>-0.104792462214603</c:v>
                </c:pt>
                <c:pt idx="2445">
                  <c:v>-0.106909118311957</c:v>
                </c:pt>
                <c:pt idx="2446">
                  <c:v>-0.10895197900803601</c:v>
                </c:pt>
                <c:pt idx="2447">
                  <c:v>-0.110944068319276</c:v>
                </c:pt>
                <c:pt idx="2448">
                  <c:v>-0.11290996439986099</c:v>
                </c:pt>
                <c:pt idx="2449">
                  <c:v>-0.11487545417165899</c:v>
                </c:pt>
                <c:pt idx="2450">
                  <c:v>-0.116867152513662</c:v>
                </c:pt>
                <c:pt idx="2451">
                  <c:v>-0.11891208876619799</c:v>
                </c:pt>
                <c:pt idx="2452">
                  <c:v>-0.12103726473880801</c:v>
                </c:pt>
                <c:pt idx="2453">
                  <c:v>-0.12326918979764601</c:v>
                </c:pt>
                <c:pt idx="2454">
                  <c:v>-0.125633399933265</c:v>
                </c:pt>
                <c:pt idx="2455">
                  <c:v>-0.12815396901051601</c:v>
                </c:pt>
                <c:pt idx="2456">
                  <c:v>-0.130853021671752</c:v>
                </c:pt>
                <c:pt idx="2457">
                  <c:v>-0.13375025847240399</c:v>
                </c:pt>
                <c:pt idx="2458">
                  <c:v>-0.13686250459469801</c:v>
                </c:pt>
                <c:pt idx="2459">
                  <c:v>-0.14020329381685201</c:v>
                </c:pt>
                <c:pt idx="2460">
                  <c:v>-0.14378249931842699</c:v>
                </c:pt>
                <c:pt idx="2461">
                  <c:v>-0.14760602240548401</c:v>
                </c:pt>
                <c:pt idx="2462">
                  <c:v>-0.15167554934377001</c:v>
                </c:pt>
                <c:pt idx="2463">
                  <c:v>-0.155988385176794</c:v>
                </c:pt>
                <c:pt idx="2464">
                  <c:v>-0.160537371668794</c:v>
                </c:pt>
                <c:pt idx="2465">
                  <c:v>-0.16531089439031799</c:v>
                </c:pt>
                <c:pt idx="2466">
                  <c:v>-0.170292981572709</c:v>
                </c:pt>
                <c:pt idx="2467">
                  <c:v>-0.17546349486105001</c:v>
                </c:pt>
                <c:pt idx="2468">
                  <c:v>-0.18079840964060001</c:v>
                </c:pt>
                <c:pt idx="2469">
                  <c:v>-0.18627018028484599</c:v>
                </c:pt>
                <c:pt idx="2470">
                  <c:v>-0.19184818348698199</c:v>
                </c:pt>
                <c:pt idx="2471">
                  <c:v>-0.197499230763516</c:v>
                </c:pt>
                <c:pt idx="2472">
                  <c:v>-0.20318813925273799</c:v>
                </c:pt>
                <c:pt idx="2473">
                  <c:v>-0.208878348123127</c:v>
                </c:pt>
                <c:pt idx="2474">
                  <c:v>-0.214532566346051</c:v>
                </c:pt>
                <c:pt idx="2475">
                  <c:v>-0.220113436370204</c:v>
                </c:pt>
                <c:pt idx="2476">
                  <c:v>-0.22558419744453201</c:v>
                </c:pt>
                <c:pt idx="2477">
                  <c:v>-0.23090933200356301</c:v>
                </c:pt>
                <c:pt idx="2478">
                  <c:v>-0.23605517862851899</c:v>
                </c:pt>
                <c:pt idx="2479">
                  <c:v>-0.240990495621139</c:v>
                </c:pt>
                <c:pt idx="2480">
                  <c:v>-0.245686960257851</c:v>
                </c:pt>
                <c:pt idx="2481">
                  <c:v>-0.25011959045384902</c:v>
                </c:pt>
                <c:pt idx="2482">
                  <c:v>-0.254267077894682</c:v>
                </c:pt>
                <c:pt idx="2483">
                  <c:v>-0.25811202455568599</c:v>
                </c:pt>
                <c:pt idx="2484">
                  <c:v>-0.26164107767413203</c:v>
                </c:pt>
                <c:pt idx="2485">
                  <c:v>-0.26484496144187702</c:v>
                </c:pt>
                <c:pt idx="2486">
                  <c:v>-0.26771840689061599</c:v>
                </c:pt>
                <c:pt idx="2487">
                  <c:v>-0.270259984706057</c:v>
                </c:pt>
                <c:pt idx="2488">
                  <c:v>-0.27247184899618299</c:v>
                </c:pt>
                <c:pt idx="2489">
                  <c:v>-0.27435940311163598</c:v>
                </c:pt>
                <c:pt idx="2490">
                  <c:v>-0.275930901144531</c:v>
                </c:pt>
                <c:pt idx="2491">
                  <c:v>-0.27719700049740398</c:v>
                </c:pt>
                <c:pt idx="2492">
                  <c:v>-0.27817028189047599</c:v>
                </c:pt>
                <c:pt idx="2493">
                  <c:v>-0.278864753462015</c:v>
                </c:pt>
                <c:pt idx="2494">
                  <c:v>-0.27929535531275801</c:v>
                </c:pt>
                <c:pt idx="2495">
                  <c:v>-0.27947747998486899</c:v>
                </c:pt>
                <c:pt idx="2496">
                  <c:v>-0.27942652296492798</c:v>
                </c:pt>
                <c:pt idx="2497">
                  <c:v>-0.27915747545817499</c:v>
                </c:pt>
                <c:pt idx="2498">
                  <c:v>-0.27868456957729698</c:v>
                </c:pt>
                <c:pt idx="2499">
                  <c:v>-0.27802098383981</c:v>
                </c:pt>
                <c:pt idx="2500">
                  <c:v>-0.27717861444055503</c:v>
                </c:pt>
                <c:pt idx="2501">
                  <c:v>-0.27616791510625999</c:v>
                </c:pt>
                <c:pt idx="2502">
                  <c:v>-0.27499780554848302</c:v>
                </c:pt>
                <c:pt idx="2503">
                  <c:v>-0.27367564585489301</c:v>
                </c:pt>
                <c:pt idx="2504">
                  <c:v>-0.27220727184613103</c:v>
                </c:pt>
                <c:pt idx="2505">
                  <c:v>-0.27059708464710802</c:v>
                </c:pt>
                <c:pt idx="2506">
                  <c:v>-0.26884818656556098</c:v>
                </c:pt>
                <c:pt idx="2507">
                  <c:v>-0.26696255484602599</c:v>
                </c:pt>
                <c:pt idx="2508">
                  <c:v>-0.26494124490534199</c:v>
                </c:pt>
                <c:pt idx="2509">
                  <c:v>-0.26278461512798801</c:v>
                </c:pt>
                <c:pt idx="2510">
                  <c:v>-0.26049256604870502</c:v>
                </c:pt>
                <c:pt idx="2511">
                  <c:v>-0.258064787627935</c:v>
                </c:pt>
                <c:pt idx="2512">
                  <c:v>-0.25550100921348301</c:v>
                </c:pt>
                <c:pt idx="2513">
                  <c:v>-0.25280124757489902</c:v>
                </c:pt>
                <c:pt idx="2514">
                  <c:v>-0.24996604899665401</c:v>
                </c:pt>
                <c:pt idx="2515">
                  <c:v>-0.24699672175905099</c:v>
                </c:pt>
                <c:pt idx="2516">
                  <c:v>-0.243895555442322</c:v>
                </c:pt>
                <c:pt idx="2517">
                  <c:v>-0.24066602349049601</c:v>
                </c:pt>
                <c:pt idx="2518">
                  <c:v>-0.23731296556539799</c:v>
                </c:pt>
                <c:pt idx="2519">
                  <c:v>-0.23384274655413601</c:v>
                </c:pt>
                <c:pt idx="2520">
                  <c:v>-0.23026338966938201</c:v>
                </c:pt>
                <c:pt idx="2521">
                  <c:v>-0.226584681781624</c:v>
                </c:pt>
                <c:pt idx="2522">
                  <c:v>-0.22281824979169801</c:v>
                </c:pt>
                <c:pt idx="2523">
                  <c:v>-0.21897760738267399</c:v>
                </c:pt>
                <c:pt idx="2524">
                  <c:v>-0.215078171856532</c:v>
                </c:pt>
                <c:pt idx="2525">
                  <c:v>-0.21113725099033201</c:v>
                </c:pt>
                <c:pt idx="2526">
                  <c:v>-0.20717399996883201</c:v>
                </c:pt>
                <c:pt idx="2527">
                  <c:v>-0.203209348487387</c:v>
                </c:pt>
                <c:pt idx="2528">
                  <c:v>-0.19926589810867201</c:v>
                </c:pt>
                <c:pt idx="2529">
                  <c:v>-0.19536778995526799</c:v>
                </c:pt>
                <c:pt idx="2530">
                  <c:v>-0.19154054285661001</c:v>
                </c:pt>
                <c:pt idx="2531">
                  <c:v>-0.18781086215060599</c:v>
                </c:pt>
                <c:pt idx="2532">
                  <c:v>-0.18420641954350001</c:v>
                </c:pt>
                <c:pt idx="2533">
                  <c:v>-0.180755604903137</c:v>
                </c:pt>
                <c:pt idx="2534">
                  <c:v>-0.177487251652859</c:v>
                </c:pt>
                <c:pt idx="2535">
                  <c:v>-0.17443033841156</c:v>
                </c:pt>
                <c:pt idx="2536">
                  <c:v>-0.17161367049139001</c:v>
                </c:pt>
                <c:pt idx="2537">
                  <c:v>-0.16906554568804399</c:v>
                </c:pt>
                <c:pt idx="2538">
                  <c:v>-0.16681340940779599</c:v>
                </c:pt>
                <c:pt idx="2539">
                  <c:v>-0.164883504521149</c:v>
                </c:pt>
                <c:pt idx="2540">
                  <c:v>-0.16330052140320001</c:v>
                </c:pt>
                <c:pt idx="2541">
                  <c:v>-0.16208725343955999</c:v>
                </c:pt>
                <c:pt idx="2542">
                  <c:v>-0.16126426289550699</c:v>
                </c:pt>
                <c:pt idx="2543">
                  <c:v>-0.160849561589715</c:v>
                </c:pt>
                <c:pt idx="2544">
                  <c:v>-0.16085831049569499</c:v>
                </c:pt>
                <c:pt idx="2545">
                  <c:v>-0.161302542392459</c:v>
                </c:pt>
                <c:pt idx="2546">
                  <c:v>-0.16219091198009</c:v>
                </c:pt>
                <c:pt idx="2547">
                  <c:v>-0.16352847825609901</c:v>
                </c:pt>
                <c:pt idx="2548">
                  <c:v>-0.16531652420756601</c:v>
                </c:pt>
                <c:pt idx="2549">
                  <c:v>-0.16755241894481401</c:v>
                </c:pt>
                <c:pt idx="2550">
                  <c:v>-0.17022952728858401</c:v>
                </c:pt>
                <c:pt idx="2551">
                  <c:v>-0.17333717145715299</c:v>
                </c:pt>
                <c:pt idx="2552">
                  <c:v>-0.17686064874419999</c:v>
                </c:pt>
                <c:pt idx="2553">
                  <c:v>-0.18078130787376501</c:v>
                </c:pt>
                <c:pt idx="2554">
                  <c:v>-0.18507668518239201</c:v>
                </c:pt>
                <c:pt idx="2555">
                  <c:v>-0.18972070011129299</c:v>
                </c:pt>
                <c:pt idx="2556">
                  <c:v>-0.19468390782384501</c:v>
                </c:pt>
                <c:pt idx="2557">
                  <c:v>-0.199933805134205</c:v>
                </c:pt>
                <c:pt idx="2558">
                  <c:v>-0.20543518437025801</c:v>
                </c:pt>
                <c:pt idx="2559">
                  <c:v>-0.211150528370184</c:v>
                </c:pt>
                <c:pt idx="2560">
                  <c:v>-0.21704043864018899</c:v>
                </c:pt>
                <c:pt idx="2561">
                  <c:v>-0.223064087910605</c:v>
                </c:pt>
                <c:pt idx="2562">
                  <c:v>-0.229179687985157</c:v>
                </c:pt>
                <c:pt idx="2563">
                  <c:v>-0.23534496381533601</c:v>
                </c:pt>
                <c:pt idx="2564">
                  <c:v>-0.24151762499108501</c:v>
                </c:pt>
                <c:pt idx="2565">
                  <c:v>-0.247655826207904</c:v>
                </c:pt>
                <c:pt idx="2566">
                  <c:v>-0.25371860875248697</c:v>
                </c:pt>
                <c:pt idx="2567">
                  <c:v>-0.25966631570530702</c:v>
                </c:pt>
                <c:pt idx="2568">
                  <c:v>-0.26546097440570698</c:v>
                </c:pt>
                <c:pt idx="2569">
                  <c:v>-0.271066640705038</c:v>
                </c:pt>
                <c:pt idx="2570">
                  <c:v>-0.27644970057478402</c:v>
                </c:pt>
                <c:pt idx="2571">
                  <c:v>-0.28157912572038402</c:v>
                </c:pt>
                <c:pt idx="2572">
                  <c:v>-0.28642668101116397</c:v>
                </c:pt>
                <c:pt idx="2573">
                  <c:v>-0.29096708280010503</c:v>
                </c:pt>
                <c:pt idx="2574">
                  <c:v>-0.29517810854270998</c:v>
                </c:pt>
                <c:pt idx="2575">
                  <c:v>-0.29904065944975999</c:v>
                </c:pt>
                <c:pt idx="2576">
                  <c:v>-0.30253877916362298</c:v>
                </c:pt>
                <c:pt idx="2577">
                  <c:v>-0.30565963265705298</c:v>
                </c:pt>
                <c:pt idx="2578">
                  <c:v>-0.30839345078309599</c:v>
                </c:pt>
                <c:pt idx="2579">
                  <c:v>-0.31073344713525303</c:v>
                </c:pt>
                <c:pt idx="2580">
                  <c:v>-0.31267571494926499</c:v>
                </c:pt>
                <c:pt idx="2581">
                  <c:v>-0.31421911245735101</c:v>
                </c:pt>
                <c:pt idx="2582">
                  <c:v>-0.315365145167954</c:v>
                </c:pt>
                <c:pt idx="2583">
                  <c:v>-0.31611785284577498</c:v>
                </c:pt>
                <c:pt idx="2584">
                  <c:v>-0.31648370753243998</c:v>
                </c:pt>
                <c:pt idx="2585">
                  <c:v>-0.31647152700696701</c:v>
                </c:pt>
                <c:pt idx="2586">
                  <c:v>-0.31609240598093802</c:v>
                </c:pt>
                <c:pt idx="2587">
                  <c:v>-0.31535966533769499</c:v>
                </c:pt>
                <c:pt idx="2588">
                  <c:v>-0.31428881796532898</c:v>
                </c:pt>
                <c:pt idx="2589">
                  <c:v>-0.31289754818007198</c:v>
                </c:pt>
                <c:pt idx="2590">
                  <c:v>-0.311205700371883</c:v>
                </c:pt>
                <c:pt idx="2591">
                  <c:v>-0.30923527135634898</c:v>
                </c:pt>
                <c:pt idx="2592">
                  <c:v>-0.30701040002874402</c:v>
                </c:pt>
                <c:pt idx="2593">
                  <c:v>-0.30455734734197198</c:v>
                </c:pt>
                <c:pt idx="2594">
                  <c:v>-0.30190445943933403</c:v>
                </c:pt>
                <c:pt idx="2595">
                  <c:v>-0.29908210701080001</c:v>
                </c:pt>
                <c:pt idx="2596">
                  <c:v>-0.29612259461248502</c:v>
                </c:pt>
                <c:pt idx="2597">
                  <c:v>-0.29306003475667702</c:v>
                </c:pt>
                <c:pt idx="2598">
                  <c:v>-0.28993018294309297</c:v>
                </c:pt>
                <c:pt idx="2599">
                  <c:v>-0.286770231312796</c:v>
                </c:pt>
                <c:pt idx="2600">
                  <c:v>-0.28361856013526998</c:v>
                </c:pt>
                <c:pt idx="2601">
                  <c:v>-0.28051444781053297</c:v>
                </c:pt>
                <c:pt idx="2602">
                  <c:v>-0.27749774144654898</c:v>
                </c:pt>
                <c:pt idx="2603">
                  <c:v>-0.27460849133506299</c:v>
                </c:pt>
                <c:pt idx="2604">
                  <c:v>-0.27188655375547499</c:v>
                </c:pt>
                <c:pt idx="2605">
                  <c:v>-0.269371167438133</c:v>
                </c:pt>
                <c:pt idx="2606">
                  <c:v>-0.267100509713802</c:v>
                </c:pt>
                <c:pt idx="2607">
                  <c:v>-0.26511123892592198</c:v>
                </c:pt>
                <c:pt idx="2608">
                  <c:v>-0.26343803017439399</c:v>
                </c:pt>
                <c:pt idx="2609">
                  <c:v>-0.26211311197560799</c:v>
                </c:pt>
                <c:pt idx="2610">
                  <c:v>-0.26116581200745098</c:v>
                </c:pt>
                <c:pt idx="2611">
                  <c:v>-0.26062212071077201</c:v>
                </c:pt>
                <c:pt idx="2612">
                  <c:v>-0.26050428198443398</c:v>
                </c:pt>
                <c:pt idx="2613">
                  <c:v>-0.26083042036910897</c:v>
                </c:pt>
                <c:pt idx="2614">
                  <c:v>-0.261614213892015</c:v>
                </c:pt>
                <c:pt idx="2615">
                  <c:v>-0.26286462117474801</c:v>
                </c:pt>
                <c:pt idx="2616">
                  <c:v>-0.26458567055423199</c:v>
                </c:pt>
                <c:pt idx="2617">
                  <c:v>-0.26677631785976302</c:v>
                </c:pt>
                <c:pt idx="2618">
                  <c:v>-0.269430378118583</c:v>
                </c:pt>
                <c:pt idx="2619">
                  <c:v>-0.27253653484429602</c:v>
                </c:pt>
                <c:pt idx="2620">
                  <c:v>-0.27607842875760202</c:v>
                </c:pt>
                <c:pt idx="2621">
                  <c:v>-0.28003482583345901</c:v>
                </c:pt>
                <c:pt idx="2622">
                  <c:v>-0.28437986242105401</c:v>
                </c:pt>
                <c:pt idx="2623">
                  <c:v>-0.28908336281568198</c:v>
                </c:pt>
                <c:pt idx="2624">
                  <c:v>-0.29411122222496699</c:v>
                </c:pt>
                <c:pt idx="2625">
                  <c:v>-0.29942584590697302</c:v>
                </c:pt>
                <c:pt idx="2626">
                  <c:v>-0.30498663371815499</c:v>
                </c:pt>
                <c:pt idx="2627">
                  <c:v>-0.31075049859871801</c:v>
                </c:pt>
                <c:pt idx="2628">
                  <c:v>-0.31667240767464899</c:v>
                </c:pt>
                <c:pt idx="2629">
                  <c:v>-0.322705935536299</c:v>
                </c:pt>
                <c:pt idx="2630">
                  <c:v>-0.32880382055732299</c:v>
                </c:pt>
                <c:pt idx="2631">
                  <c:v>-0.334918516465532</c:v>
                </c:pt>
                <c:pt idx="2632">
                  <c:v>-0.34100273249801999</c:v>
                </c:pt>
                <c:pt idx="2633">
                  <c:v>-0.34700995628824</c:v>
                </c:pt>
                <c:pt idx="2634">
                  <c:v>-0.35289495419897299</c:v>
                </c:pt>
                <c:pt idx="2635">
                  <c:v>-0.35861424423841698</c:v>
                </c:pt>
                <c:pt idx="2636">
                  <c:v>-0.36412653706832099</c:v>
                </c:pt>
                <c:pt idx="2637">
                  <c:v>-0.36939314095008402</c:v>
                </c:pt>
                <c:pt idx="2638">
                  <c:v>-0.374378326713175</c:v>
                </c:pt>
                <c:pt idx="2639">
                  <c:v>-0.379049648924636</c:v>
                </c:pt>
                <c:pt idx="2640">
                  <c:v>-0.383378219467225</c:v>
                </c:pt>
                <c:pt idx="2641">
                  <c:v>-0.38733892984482998</c:v>
                </c:pt>
                <c:pt idx="2642">
                  <c:v>-0.390910618788682</c:v>
                </c:pt>
                <c:pt idx="2643">
                  <c:v>-0.39407618209623901</c:v>
                </c:pt>
                <c:pt idx="2644">
                  <c:v>-0.39682262209698399</c:v>
                </c:pt>
                <c:pt idx="2645">
                  <c:v>-0.39914103479672303</c:v>
                </c:pt>
                <c:pt idx="2646">
                  <c:v>-0.401026533653702</c:v>
                </c:pt>
                <c:pt idx="2647">
                  <c:v>-0.402478109988674</c:v>
                </c:pt>
                <c:pt idx="2648">
                  <c:v>-0.40349843106872102</c:v>
                </c:pt>
                <c:pt idx="2649">
                  <c:v>-0.40409357787627098</c:v>
                </c:pt>
                <c:pt idx="2650">
                  <c:v>-0.40427272555599503</c:v>
                </c:pt>
                <c:pt idx="2651">
                  <c:v>-0.40404777060189001</c:v>
                </c:pt>
                <c:pt idx="2652">
                  <c:v>-0.40343290999095299</c:v>
                </c:pt>
                <c:pt idx="2653">
                  <c:v>-0.40244417862016402</c:v>
                </c:pt>
                <c:pt idx="2654">
                  <c:v>-0.40109895252190497</c:v>
                </c:pt>
                <c:pt idx="2655">
                  <c:v>-0.39941542643299299</c:v>
                </c:pt>
                <c:pt idx="2656">
                  <c:v>-0.39741207538839202</c:v>
                </c:pt>
                <c:pt idx="2657">
                  <c:v>-0.39510711103516799</c:v>
                </c:pt>
                <c:pt idx="2658">
                  <c:v>-0.392517944146836</c:v>
                </c:pt>
                <c:pt idx="2659">
                  <c:v>-0.38966066518748099</c:v>
                </c:pt>
                <c:pt idx="2660">
                  <c:v>-0.38654955465873903</c:v>
                </c:pt>
                <c:pt idx="2661">
                  <c:v>-0.38319663438781398</c:v>
                </c:pt>
                <c:pt idx="2662">
                  <c:v>-0.37961126991279998</c:v>
                </c:pt>
                <c:pt idx="2663">
                  <c:v>-0.37579983270998402</c:v>
                </c:pt>
                <c:pt idx="2664">
                  <c:v>-0.37176542928427198</c:v>
                </c:pt>
                <c:pt idx="2665">
                  <c:v>-0.36750770236435898</c:v>
                </c:pt>
                <c:pt idx="2666">
                  <c:v>-0.36302270795651398</c:v>
                </c:pt>
                <c:pt idx="2667">
                  <c:v>-0.35830287106115999</c:v>
                </c:pt>
                <c:pt idx="2668">
                  <c:v>-0.35333702241193599</c:v>
                </c:pt>
                <c:pt idx="2669">
                  <c:v>-0.34811051833261403</c:v>
                </c:pt>
                <c:pt idx="2670">
                  <c:v>-0.34260544529959203</c:v>
                </c:pt>
                <c:pt idx="2671">
                  <c:v>-0.33680090977780203</c:v>
                </c:pt>
                <c:pt idx="2672">
                  <c:v>-0.33067341234554498</c:v>
                </c:pt>
                <c:pt idx="2673">
                  <c:v>-0.32419730316719098</c:v>
                </c:pt>
                <c:pt idx="2674">
                  <c:v>-0.31734531367194202</c:v>
                </c:pt>
                <c:pt idx="2675">
                  <c:v>-0.31008915702899398</c:v>
                </c:pt>
                <c:pt idx="2676">
                  <c:v>-0.30240018785544898</c:v>
                </c:pt>
                <c:pt idx="2677">
                  <c:v>-0.29425010966204601</c:v>
                </c:pt>
                <c:pt idx="2678">
                  <c:v>-0.28561171684109599</c:v>
                </c:pt>
                <c:pt idx="2679">
                  <c:v>-0.27645965651191401</c:v>
                </c:pt>
                <c:pt idx="2680">
                  <c:v>-0.266771194279324</c:v>
                </c:pt>
                <c:pt idx="2681">
                  <c:v>-0.25652696698320199</c:v>
                </c:pt>
                <c:pt idx="2682">
                  <c:v>-0.24571170490598099</c:v>
                </c:pt>
                <c:pt idx="2683">
                  <c:v>-0.23431490577550401</c:v>
                </c:pt>
                <c:pt idx="2684">
                  <c:v>-0.22233144334354699</c:v>
                </c:pt>
                <c:pt idx="2685">
                  <c:v>-0.20976209433991699</c:v>
                </c:pt>
                <c:pt idx="2686">
                  <c:v>-0.19661396912711401</c:v>
                </c:pt>
                <c:pt idx="2687">
                  <c:v>-0.182900833324879</c:v>
                </c:pt>
                <c:pt idx="2688">
                  <c:v>-0.168643309965572</c:v>
                </c:pt>
                <c:pt idx="2689">
                  <c:v>-0.153868954312539</c:v>
                </c:pt>
                <c:pt idx="2690">
                  <c:v>-0.138612196271756</c:v>
                </c:pt>
                <c:pt idx="2691">
                  <c:v>-0.12291414834926</c:v>
                </c:pt>
                <c:pt idx="2692">
                  <c:v>-0.106822280371553</c:v>
                </c:pt>
                <c:pt idx="2693">
                  <c:v>-9.03899656307387E-2</c:v>
                </c:pt>
                <c:pt idx="2694">
                  <c:v>-7.3675906562282595E-2</c:v>
                </c:pt>
                <c:pt idx="2695">
                  <c:v>-5.6743451303874502E-2</c:v>
                </c:pt>
                <c:pt idx="2696">
                  <c:v>-3.9659815359310797E-2</c:v>
                </c:pt>
                <c:pt idx="2697">
                  <c:v>-2.2495224980959599E-2</c:v>
                </c:pt>
                <c:pt idx="2698">
                  <c:v>-5.32200070612139E-3</c:v>
                </c:pt>
                <c:pt idx="2699">
                  <c:v>1.1786399265111E-2</c:v>
                </c:pt>
                <c:pt idx="2700">
                  <c:v>2.8756355417525501E-2</c:v>
                </c:pt>
                <c:pt idx="2701">
                  <c:v>4.5515062298948701E-2</c:v>
                </c:pt>
                <c:pt idx="2702">
                  <c:v>6.1991482519886898E-2</c:v>
                </c:pt>
                <c:pt idx="2703">
                  <c:v>7.8117259864411495E-2</c:v>
                </c:pt>
                <c:pt idx="2704">
                  <c:v>9.3827573472029593E-2</c:v>
                </c:pt>
                <c:pt idx="2705">
                  <c:v>0.109061916958862</c:v>
                </c:pt>
                <c:pt idx="2706">
                  <c:v>0.123764788576011</c:v>
                </c:pt>
                <c:pt idx="2707">
                  <c:v>0.137886281019759</c:v>
                </c:pt>
                <c:pt idx="2708">
                  <c:v>0.151382562313047</c:v>
                </c:pt>
                <c:pt idx="2709">
                  <c:v>0.16421624219879399</c:v>
                </c:pt>
                <c:pt idx="2710">
                  <c:v>0.17635662155703899</c:v>
                </c:pt>
                <c:pt idx="2711">
                  <c:v>0.18777982530270601</c:v>
                </c:pt>
                <c:pt idx="2712">
                  <c:v>0.19846882193554499</c:v>
                </c:pt>
                <c:pt idx="2713">
                  <c:v>0.20841333539330001</c:v>
                </c:pt>
                <c:pt idx="2714">
                  <c:v>0.217609657141902</c:v>
                </c:pt>
                <c:pt idx="2715">
                  <c:v>0.226060368486449</c:v>
                </c:pt>
                <c:pt idx="2716">
                  <c:v>0.23377398474403599</c:v>
                </c:pt>
                <c:pt idx="2717">
                  <c:v>0.24076453401612</c:v>
                </c:pt>
                <c:pt idx="2718">
                  <c:v>0.247051083797514</c:v>
                </c:pt>
                <c:pt idx="2719">
                  <c:v>0.25265722865141399</c:v>
                </c:pt>
                <c:pt idx="2720">
                  <c:v>0.25761055178245101</c:v>
                </c:pt>
                <c:pt idx="2721">
                  <c:v>0.261942072642805</c:v>
                </c:pt>
                <c:pt idx="2722">
                  <c:v>0.26568569177866402</c:v>
                </c:pt>
                <c:pt idx="2723">
                  <c:v>0.26887764301601702</c:v>
                </c:pt>
                <c:pt idx="2724">
                  <c:v>0.27155596182033198</c:v>
                </c:pt>
                <c:pt idx="2725">
                  <c:v>0.27375997725197498</c:v>
                </c:pt>
                <c:pt idx="2726">
                  <c:v>0.27552983339467801</c:v>
                </c:pt>
                <c:pt idx="2727">
                  <c:v>0.27690604452367001</c:v>
                </c:pt>
                <c:pt idx="2728">
                  <c:v>0.27792908674098199</c:v>
                </c:pt>
                <c:pt idx="2729">
                  <c:v>0.27863902747504699</c:v>
                </c:pt>
                <c:pt idx="2730">
                  <c:v>0.27907519313122903</c:v>
                </c:pt>
                <c:pt idx="2731">
                  <c:v>0.27927587419294903</c:v>
                </c:pt>
                <c:pt idx="2732">
                  <c:v>0.27927806617593498</c:v>
                </c:pt>
                <c:pt idx="2733">
                  <c:v>0.27911724412002897</c:v>
                </c:pt>
                <c:pt idx="2734">
                  <c:v>0.27882716784010098</c:v>
                </c:pt>
                <c:pt idx="2735">
                  <c:v>0.27843971490256902</c:v>
                </c:pt>
                <c:pt idx="2736">
                  <c:v>0.27798473812619301</c:v>
                </c:pt>
                <c:pt idx="2737">
                  <c:v>0.27748994423998802</c:v>
                </c:pt>
                <c:pt idx="2738">
                  <c:v>0.27698079017716198</c:v>
                </c:pt>
                <c:pt idx="2739">
                  <c:v>0.27648039343688702</c:v>
                </c:pt>
                <c:pt idx="2740">
                  <c:v>0.27600945313495401</c:v>
                </c:pt>
                <c:pt idx="2741">
                  <c:v>0.27558617888992998</c:v>
                </c:pt>
                <c:pt idx="2742">
                  <c:v>0.27522622556182702</c:v>
                </c:pt>
                <c:pt idx="2743">
                  <c:v>0.27494263297093402</c:v>
                </c:pt>
                <c:pt idx="2744">
                  <c:v>0.27474577092449798</c:v>
                </c:pt>
                <c:pt idx="2745">
                  <c:v>0.274643291063493</c:v>
                </c:pt>
                <c:pt idx="2746">
                  <c:v>0.27464008816271102</c:v>
                </c:pt>
                <c:pt idx="2747">
                  <c:v>0.27473827452233102</c:v>
                </c:pt>
                <c:pt idx="2748">
                  <c:v>0.27493717187967798</c:v>
                </c:pt>
                <c:pt idx="2749">
                  <c:v>0.27523332570048997</c:v>
                </c:pt>
                <c:pt idx="2750">
                  <c:v>0.27562054661207103</c:v>
                </c:pt>
                <c:pt idx="2751">
                  <c:v>0.27608998300954402</c:v>
                </c:pt>
                <c:pt idx="2752">
                  <c:v>0.27663022757755601</c:v>
                </c:pt>
                <c:pt idx="2753">
                  <c:v>0.27722745889088302</c:v>
                </c:pt>
                <c:pt idx="2754">
                  <c:v>0.27786561767310403</c:v>
                </c:pt>
                <c:pt idx="2755">
                  <c:v>0.27852661584605298</c:v>
                </c:pt>
                <c:pt idx="2756">
                  <c:v>0.27919057524123903</c:v>
                </c:pt>
                <c:pt idx="2757">
                  <c:v>0.279836091847391</c:v>
                </c:pt>
                <c:pt idx="2758">
                  <c:v>0.28044052084169002</c:v>
                </c:pt>
                <c:pt idx="2759">
                  <c:v>0.28098027742542298</c:v>
                </c:pt>
                <c:pt idx="2760">
                  <c:v>0.281431148590224</c:v>
                </c:pt>
                <c:pt idx="2761">
                  <c:v>0.28176861129089698</c:v>
                </c:pt>
                <c:pt idx="2762">
                  <c:v>0.28196815302811101</c:v>
                </c:pt>
                <c:pt idx="2763">
                  <c:v>0.28200559147737297</c:v>
                </c:pt>
                <c:pt idx="2764">
                  <c:v>0.281857390452044</c:v>
                </c:pt>
                <c:pt idx="2765">
                  <c:v>0.28150097007345298</c:v>
                </c:pt>
                <c:pt idx="2766">
                  <c:v>0.28091500945882403</c:v>
                </c:pt>
                <c:pt idx="2767">
                  <c:v>0.28007974045573603</c:v>
                </c:pt>
                <c:pt idx="2768">
                  <c:v>0.27897723093620402</c:v>
                </c:pt>
                <c:pt idx="2769">
                  <c:v>0.27759165597628099</c:v>
                </c:pt>
                <c:pt idx="2770">
                  <c:v>0.27590955497083097</c:v>
                </c:pt>
                <c:pt idx="2771">
                  <c:v>0.27392007241938898</c:v>
                </c:pt>
                <c:pt idx="2772">
                  <c:v>0.27161517977979399</c:v>
                </c:pt>
                <c:pt idx="2773">
                  <c:v>0.26898987539017299</c:v>
                </c:pt>
                <c:pt idx="2774">
                  <c:v>0.266042358968682</c:v>
                </c:pt>
                <c:pt idx="2775">
                  <c:v>0.26277417665731601</c:v>
                </c:pt>
                <c:pt idx="2776">
                  <c:v>0.25919033211808901</c:v>
                </c:pt>
                <c:pt idx="2777">
                  <c:v>0.25529935894826</c:v>
                </c:pt>
                <c:pt idx="2778">
                  <c:v>0.25111334971674998</c:v>
                </c:pt>
                <c:pt idx="2779">
                  <c:v>0.24664793727172499</c:v>
                </c:pt>
                <c:pt idx="2780">
                  <c:v>0.24192222468441199</c:v>
                </c:pt>
                <c:pt idx="2781">
                  <c:v>0.23695866131465801</c:v>
                </c:pt>
                <c:pt idx="2782">
                  <c:v>0.23178286397938599</c:v>
                </c:pt>
                <c:pt idx="2783">
                  <c:v>0.226423383988298</c:v>
                </c:pt>
                <c:pt idx="2784">
                  <c:v>0.220911422788965</c:v>
                </c:pt>
                <c:pt idx="2785">
                  <c:v>0.21528050104401</c:v>
                </c:pt>
                <c:pt idx="2786">
                  <c:v>0.20956608801023299</c:v>
                </c:pt>
                <c:pt idx="2787">
                  <c:v>0.20380519988606699</c:v>
                </c:pt>
                <c:pt idx="2788">
                  <c:v>0.198035977056673</c:v>
                </c:pt>
                <c:pt idx="2789">
                  <c:v>0.19229725064456199</c:v>
                </c:pt>
                <c:pt idx="2790">
                  <c:v>0.18662810841428801</c:v>
                </c:pt>
                <c:pt idx="2791">
                  <c:v>0.181067469102689</c:v>
                </c:pt>
                <c:pt idx="2792">
                  <c:v>0.17565367299882101</c:v>
                </c:pt>
                <c:pt idx="2793">
                  <c:v>0.17042409531278699</c:v>
                </c:pt>
                <c:pt idx="2794">
                  <c:v>0.16541478759289099</c:v>
                </c:pt>
                <c:pt idx="2795">
                  <c:v>0.16066015116538901</c:v>
                </c:pt>
                <c:pt idx="2796">
                  <c:v>0.15619264534103999</c:v>
                </c:pt>
                <c:pt idx="2797">
                  <c:v>0.152042532040495</c:v>
                </c:pt>
                <c:pt idx="2798">
                  <c:v>0.148237657540951</c:v>
                </c:pt>
                <c:pt idx="2799">
                  <c:v>0.144803271196877</c:v>
                </c:pt>
                <c:pt idx="2800">
                  <c:v>0.14176188026081599</c:v>
                </c:pt>
                <c:pt idx="2801">
                  <c:v>0.139133139427772</c:v>
                </c:pt>
                <c:pt idx="2802">
                  <c:v>0.13693377350397201</c:v>
                </c:pt>
                <c:pt idx="2803">
                  <c:v>0.13517753155303</c:v>
                </c:pt>
                <c:pt idx="2804">
                  <c:v>0.133875170783993</c:v>
                </c:pt>
                <c:pt idx="2805">
                  <c:v>0.133034468176253</c:v>
                </c:pt>
                <c:pt idx="2806">
                  <c:v>0.13266025743874901</c:v>
                </c:pt>
                <c:pt idx="2807">
                  <c:v>0.13275448853517499</c:v>
                </c:pt>
                <c:pt idx="2808">
                  <c:v>0.133316306771634</c:v>
                </c:pt>
                <c:pt idx="2809">
                  <c:v>0.13434214831632299</c:v>
                </c:pt>
                <c:pt idx="2810">
                  <c:v>0.13582584893466601</c:v>
                </c:pt>
                <c:pt idx="2811">
                  <c:v>0.13775876267760101</c:v>
                </c:pt>
                <c:pt idx="2812">
                  <c:v>0.140129887359559</c:v>
                </c:pt>
                <c:pt idx="2813">
                  <c:v>0.14292599401082401</c:v>
                </c:pt>
                <c:pt idx="2814">
                  <c:v>0.146131758054732</c:v>
                </c:pt>
                <c:pt idx="2815">
                  <c:v>0.14972989059735201</c:v>
                </c:pt>
                <c:pt idx="2816">
                  <c:v>0.15370126882301</c:v>
                </c:pt>
                <c:pt idx="2817">
                  <c:v>0.158025065059829</c:v>
                </c:pt>
                <c:pt idx="2818">
                  <c:v>0.16267887461245101</c:v>
                </c:pt>
                <c:pt idx="2819">
                  <c:v>0.16763884288349001</c:v>
                </c:pt>
                <c:pt idx="2820">
                  <c:v>0.172879792529817</c:v>
                </c:pt>
                <c:pt idx="2821">
                  <c:v>0.178375351384611</c:v>
                </c:pt>
                <c:pt idx="2822">
                  <c:v>0.18409808167233299</c:v>
                </c:pt>
                <c:pt idx="2823">
                  <c:v>0.19001961078260901</c:v>
                </c:pt>
                <c:pt idx="2824">
                  <c:v>0.196110763658772</c:v>
                </c:pt>
                <c:pt idx="2825">
                  <c:v>0.20234169668485699</c:v>
                </c:pt>
                <c:pt idx="2826">
                  <c:v>0.208682032749062</c:v>
                </c:pt>
                <c:pt idx="2827">
                  <c:v>0.215100996922371</c:v>
                </c:pt>
                <c:pt idx="2828">
                  <c:v>0.22156755199230699</c:v>
                </c:pt>
                <c:pt idx="2829">
                  <c:v>0.228050532992598</c:v>
                </c:pt>
                <c:pt idx="2830">
                  <c:v>0.23451877987762201</c:v>
                </c:pt>
                <c:pt idx="2831">
                  <c:v>0.24094126757916501</c:v>
                </c:pt>
                <c:pt idx="2832">
                  <c:v>0.24728723281582701</c:v>
                </c:pt>
                <c:pt idx="2833">
                  <c:v>0.25352629718589298</c:v>
                </c:pt>
                <c:pt idx="2834">
                  <c:v>0.25962858626959601</c:v>
                </c:pt>
                <c:pt idx="2835">
                  <c:v>0.26556484469810399</c:v>
                </c:pt>
                <c:pt idx="2836">
                  <c:v>0.27130654740830501</c:v>
                </c:pt>
                <c:pt idx="2837">
                  <c:v>0.27682600759606102</c:v>
                </c:pt>
                <c:pt idx="2838">
                  <c:v>0.28209648220182099</c:v>
                </c:pt>
                <c:pt idx="2839">
                  <c:v>0.28709227608155902</c:v>
                </c:pt>
                <c:pt idx="2840">
                  <c:v>0.29178884629143598</c:v>
                </c:pt>
                <c:pt idx="2841">
                  <c:v>0.29616290810879398</c:v>
                </c:pt>
                <c:pt idx="2842">
                  <c:v>0.30019254448517002</c:v>
                </c:pt>
                <c:pt idx="2843">
                  <c:v>0.303857320530172</c:v>
                </c:pt>
                <c:pt idx="2844">
                  <c:v>0.30713840430030398</c:v>
                </c:pt>
                <c:pt idx="2845">
                  <c:v>0.31001869455678599</c:v>
                </c:pt>
                <c:pt idx="2846">
                  <c:v>0.31248295525700198</c:v>
                </c:pt>
                <c:pt idx="2847">
                  <c:v>0.31451795548694</c:v>
                </c:pt>
                <c:pt idx="2848">
                  <c:v>0.31611261260047202</c:v>
                </c:pt>
                <c:pt idx="2849">
                  <c:v>0.31725813578109502</c:v>
                </c:pt>
                <c:pt idx="2850">
                  <c:v>0.31794816716952001</c:v>
                </c:pt>
                <c:pt idx="2851">
                  <c:v>0.31817891795216802</c:v>
                </c:pt>
                <c:pt idx="2852">
                  <c:v>0.31794929710741199</c:v>
                </c:pt>
                <c:pt idx="2853">
                  <c:v>0.317261030616799</c:v>
                </c:pt>
                <c:pt idx="2854">
                  <c:v>0.31611876873141598</c:v>
                </c:pt>
                <c:pt idx="2855">
                  <c:v>0.31453017833275798</c:v>
                </c:pt>
                <c:pt idx="2856">
                  <c:v>0.31250601667605599</c:v>
                </c:pt>
                <c:pt idx="2857">
                  <c:v>0.310060182085305</c:v>
                </c:pt>
                <c:pt idx="2858">
                  <c:v>0.30720973671322599</c:v>
                </c:pt>
                <c:pt idx="2859">
                  <c:v>0.30397489640520597</c:v>
                </c:pt>
                <c:pt idx="2860">
                  <c:v>0.30037898298499999</c:v>
                </c:pt>
                <c:pt idx="2861">
                  <c:v>0.29644833480530602</c:v>
                </c:pt>
                <c:pt idx="2862">
                  <c:v>0.29221217211815698</c:v>
                </c:pt>
                <c:pt idx="2863">
                  <c:v>0.28770241476895902</c:v>
                </c:pt>
                <c:pt idx="2864">
                  <c:v>0.28295345101026698</c:v>
                </c:pt>
                <c:pt idx="2865">
                  <c:v>0.27800185791543502</c:v>
                </c:pt>
                <c:pt idx="2866">
                  <c:v>0.27288607586393898</c:v>
                </c:pt>
                <c:pt idx="2867">
                  <c:v>0.26764604166293099</c:v>
                </c:pt>
                <c:pt idx="2868">
                  <c:v>0.26232278680598098</c:v>
                </c:pt>
                <c:pt idx="2869">
                  <c:v>0.25695800893462101</c:v>
                </c:pt>
                <c:pt idx="2870">
                  <c:v>0.251593625635044</c:v>
                </c:pt>
                <c:pt idx="2871">
                  <c:v>0.24627132019526901</c:v>
                </c:pt>
                <c:pt idx="2872">
                  <c:v>0.24103208879996901</c:v>
                </c:pt>
                <c:pt idx="2873">
                  <c:v>0.23591579785318001</c:v>
                </c:pt>
                <c:pt idx="2874">
                  <c:v>0.230960758850455</c:v>
                </c:pt>
                <c:pt idx="2875">
                  <c:v>0.22620332674428401</c:v>
                </c:pt>
                <c:pt idx="2876">
                  <c:v>0.22167752632231599</c:v>
                </c:pt>
                <c:pt idx="2877">
                  <c:v>0.21741470992185299</c:v>
                </c:pt>
                <c:pt idx="2878">
                  <c:v>0.21344324889662</c:v>
                </c:pt>
                <c:pt idx="2879">
                  <c:v>0.20978826057967001</c:v>
                </c:pt>
                <c:pt idx="2880">
                  <c:v>0.20647137196585999</c:v>
                </c:pt>
                <c:pt idx="2881">
                  <c:v>0.20351052096995101</c:v>
                </c:pt>
                <c:pt idx="2882">
                  <c:v>0.200919795975876</c:v>
                </c:pt>
                <c:pt idx="2883">
                  <c:v>0.19870931449166901</c:v>
                </c:pt>
                <c:pt idx="2884">
                  <c:v>0.196885141944764</c:v>
                </c:pt>
                <c:pt idx="2885">
                  <c:v>0.19544925182600301</c:v>
                </c:pt>
                <c:pt idx="2886">
                  <c:v>0.194399528424368</c:v>
                </c:pt>
                <c:pt idx="2887">
                  <c:v>0.19372981329094599</c:v>
                </c:pt>
                <c:pt idx="2888">
                  <c:v>0.19342999632910701</c:v>
                </c:pt>
                <c:pt idx="2889">
                  <c:v>0.193486151955827</c:v>
                </c:pt>
                <c:pt idx="2890">
                  <c:v>0.19388072007437099</c:v>
                </c:pt>
                <c:pt idx="2891">
                  <c:v>0.19459273075835701</c:v>
                </c:pt>
                <c:pt idx="2892">
                  <c:v>0.19559807075875699</c:v>
                </c:pt>
                <c:pt idx="2893">
                  <c:v>0.196869789237789</c:v>
                </c:pt>
                <c:pt idx="2894">
                  <c:v>0.198378439328976</c:v>
                </c:pt>
                <c:pt idx="2895">
                  <c:v>0.20009245105127599</c:v>
                </c:pt>
                <c:pt idx="2896">
                  <c:v>0.20197852981950101</c:v>
                </c:pt>
                <c:pt idx="2897">
                  <c:v>0.20400207353407801</c:v>
                </c:pt>
                <c:pt idx="2898">
                  <c:v>0.20612760023697599</c:v>
                </c:pt>
                <c:pt idx="2899">
                  <c:v>0.20831917771623401</c:v>
                </c:pt>
                <c:pt idx="2900">
                  <c:v>0.210540846274271</c:v>
                </c:pt>
                <c:pt idx="2901">
                  <c:v>0.21275702613566699</c:v>
                </c:pt>
                <c:pt idx="2902">
                  <c:v>0.214932901605526</c:v>
                </c:pt>
                <c:pt idx="2903">
                  <c:v>0.21703477504347299</c:v>
                </c:pt>
                <c:pt idx="2904">
                  <c:v>0.21903038495688301</c:v>
                </c:pt>
                <c:pt idx="2905">
                  <c:v>0.22088918399297999</c:v>
                </c:pt>
                <c:pt idx="2906">
                  <c:v>0.22258257422448099</c:v>
                </c:pt>
                <c:pt idx="2907">
                  <c:v>0.224084098757342</c:v>
                </c:pt>
                <c:pt idx="2908">
                  <c:v>0.22536959023401101</c:v>
                </c:pt>
                <c:pt idx="2909">
                  <c:v>0.22641727810192999</c:v>
                </c:pt>
                <c:pt idx="2910">
                  <c:v>0.22720785729951601</c:v>
                </c:pt>
                <c:pt idx="2911">
                  <c:v>0.227724521055197</c:v>
                </c:pt>
                <c:pt idx="2912">
                  <c:v>0.22795295985648101</c:v>
                </c:pt>
                <c:pt idx="2913">
                  <c:v>0.22788132767990599</c:v>
                </c:pt>
                <c:pt idx="2914">
                  <c:v>0.22750017568790101</c:v>
                </c:pt>
                <c:pt idx="2915">
                  <c:v>0.226802353062103</c:v>
                </c:pt>
                <c:pt idx="2916">
                  <c:v>0.22578287458701399</c:v>
                </c:pt>
                <c:pt idx="2917">
                  <c:v>0.22443875507814801</c:v>
                </c:pt>
                <c:pt idx="2918">
                  <c:v>0.22276881170854099</c:v>
                </c:pt>
                <c:pt idx="2919">
                  <c:v>0.22077343652725401</c:v>
                </c:pt>
                <c:pt idx="2920">
                  <c:v>0.218454342738711</c:v>
                </c:pt>
                <c:pt idx="2921">
                  <c:v>0.215814289503272</c:v>
                </c:pt>
                <c:pt idx="2922">
                  <c:v>0.21285679118990899</c:v>
                </c:pt>
                <c:pt idx="2923">
                  <c:v>0.20958581828907499</c:v>
                </c:pt>
                <c:pt idx="2924">
                  <c:v>0.20600549860565101</c:v>
                </c:pt>
                <c:pt idx="2925">
                  <c:v>0.20211982875409701</c:v>
                </c:pt>
                <c:pt idx="2926">
                  <c:v>0.19793240711705701</c:v>
                </c:pt>
                <c:pt idx="2927">
                  <c:v>0.193446200069743</c:v>
                </c:pt>
                <c:pt idx="2928">
                  <c:v>0.18866335327355399</c:v>
                </c:pt>
                <c:pt idx="2929">
                  <c:v>0.18358505912137599</c:v>
                </c:pt>
                <c:pt idx="2930">
                  <c:v>0.17821148991295399</c:v>
                </c:pt>
                <c:pt idx="2931">
                  <c:v>0.17254180407715</c:v>
                </c:pt>
                <c:pt idx="2932">
                  <c:v>0.16657422993881901</c:v>
                </c:pt>
                <c:pt idx="2933">
                  <c:v>0.16030622848224299</c:v>
                </c:pt>
                <c:pt idx="2934">
                  <c:v>0.15373473359369</c:v>
                </c:pt>
                <c:pt idx="2935">
                  <c:v>0.14685646553611401</c:v>
                </c:pt>
                <c:pt idx="2936">
                  <c:v>0.13966831097951499</c:v>
                </c:pt>
                <c:pt idx="2937">
                  <c:v>0.132167760834661</c:v>
                </c:pt>
                <c:pt idx="2938">
                  <c:v>0.124353395466705</c:v>
                </c:pt>
                <c:pt idx="2939">
                  <c:v>0.11622540556472701</c:v>
                </c:pt>
                <c:pt idx="2940">
                  <c:v>0.107786135871237</c:v>
                </c:pt>
                <c:pt idx="2941">
                  <c:v>9.9040637970039494E-2</c:v>
                </c:pt>
                <c:pt idx="2942">
                  <c:v>8.9997217338072394E-2</c:v>
                </c:pt>
                <c:pt idx="2943">
                  <c:v>8.0667959005945103E-2</c:v>
                </c:pt>
                <c:pt idx="2944">
                  <c:v>7.1069215656011195E-2</c:v>
                </c:pt>
                <c:pt idx="2945">
                  <c:v>6.1222041937477198E-2</c:v>
                </c:pt>
                <c:pt idx="2946">
                  <c:v>5.1152559136841802E-2</c:v>
                </c:pt>
                <c:pt idx="2947">
                  <c:v>4.0892235004005698E-2</c:v>
                </c:pt>
                <c:pt idx="2948">
                  <c:v>3.0478064526661498E-2</c:v>
                </c:pt>
                <c:pt idx="2949">
                  <c:v>1.9952638910346501E-2</c:v>
                </c:pt>
                <c:pt idx="2950">
                  <c:v>9.3640920806946602E-3</c:v>
                </c:pt>
                <c:pt idx="2951">
                  <c:v>-1.23408325593865E-3</c:v>
                </c:pt>
                <c:pt idx="2952">
                  <c:v>-1.1783354533823599E-2</c:v>
                </c:pt>
                <c:pt idx="2953">
                  <c:v>-2.2220603661473201E-2</c:v>
                </c:pt>
                <c:pt idx="2954">
                  <c:v>-3.2478712521785302E-2</c:v>
                </c:pt>
                <c:pt idx="2955">
                  <c:v>-4.2487270329278001E-2</c:v>
                </c:pt>
                <c:pt idx="2956">
                  <c:v>-5.2173388269583197E-2</c:v>
                </c:pt>
                <c:pt idx="2957">
                  <c:v>-6.14626016022633E-2</c:v>
                </c:pt>
                <c:pt idx="2958">
                  <c:v>-7.0279834529885399E-2</c:v>
                </c:pt>
                <c:pt idx="2959">
                  <c:v>-7.8550399140579402E-2</c:v>
                </c:pt>
                <c:pt idx="2960">
                  <c:v>-8.6200997205551896E-2</c:v>
                </c:pt>
                <c:pt idx="2961">
                  <c:v>-9.3160693014634199E-2</c:v>
                </c:pt>
                <c:pt idx="2962">
                  <c:v>-9.9361827023292798E-2</c:v>
                </c:pt>
                <c:pt idx="2963">
                  <c:v>-0.104740843981731</c:v>
                </c:pt>
                <c:pt idx="2964">
                  <c:v>-0.109239015244669</c:v>
                </c:pt>
                <c:pt idx="2965">
                  <c:v>-0.11280304233112499</c:v>
                </c:pt>
                <c:pt idx="2966">
                  <c:v>-0.115385536177717</c:v>
                </c:pt>
                <c:pt idx="2967">
                  <c:v>-0.116945372651636</c:v>
                </c:pt>
                <c:pt idx="2968">
                  <c:v>-0.11744792921872201</c:v>
                </c:pt>
                <c:pt idx="2969">
                  <c:v>-0.11686521040886499</c:v>
                </c:pt>
                <c:pt idx="2970">
                  <c:v>-0.11517587141204</c:v>
                </c:pt>
                <c:pt idx="2971">
                  <c:v>-0.112365150189704</c:v>
                </c:pt>
                <c:pt idx="2972">
                  <c:v>-0.108424719088002</c:v>
                </c:pt>
                <c:pt idx="2973">
                  <c:v>-0.10335246720735</c:v>
                </c:pt>
                <c:pt idx="2974">
                  <c:v>-9.71522249021078E-2</c:v>
                </c:pt>
                <c:pt idx="2975">
                  <c:v>-8.9833441928868496E-2</c:v>
                </c:pt>
                <c:pt idx="2976">
                  <c:v>-8.1410830929974795E-2</c:v>
                </c:pt>
                <c:pt idx="2977">
                  <c:v>-7.1903987973776104E-2</c:v>
                </c:pt>
                <c:pt idx="2978">
                  <c:v>-6.13370016645223E-2</c:v>
                </c:pt>
                <c:pt idx="2979">
                  <c:v>-4.9738061917391697E-2</c:v>
                </c:pt>
                <c:pt idx="2980">
                  <c:v>-3.71390789397558E-2</c:v>
                </c:pt>
                <c:pt idx="2981">
                  <c:v>-2.3575322238483E-2</c:v>
                </c:pt>
                <c:pt idx="2982">
                  <c:v>-9.0850884577991196E-3</c:v>
                </c:pt>
                <c:pt idx="2983">
                  <c:v>6.2905945589058401E-3</c:v>
                </c:pt>
                <c:pt idx="2984">
                  <c:v>2.2508221880198499E-2</c:v>
                </c:pt>
                <c:pt idx="2985">
                  <c:v>3.9522020233660797E-2</c:v>
                </c:pt>
                <c:pt idx="2986">
                  <c:v>5.7284110113276401E-2</c:v>
                </c:pt>
                <c:pt idx="2987">
                  <c:v>7.5744622436925896E-2</c:v>
                </c:pt>
                <c:pt idx="2988">
                  <c:v>9.4851773659908906E-2</c:v>
                </c:pt>
                <c:pt idx="2989">
                  <c:v>0.114551906153314</c:v>
                </c:pt>
                <c:pt idx="2990">
                  <c:v>0.13478950346042901</c:v>
                </c:pt>
                <c:pt idx="2991">
                  <c:v>0.15550719231106799</c:v>
                </c:pt>
                <c:pt idx="2992">
                  <c:v>0.17664574460638299</c:v>
                </c:pt>
                <c:pt idx="2993">
                  <c:v>0.19814409276827599</c:v>
                </c:pt>
                <c:pt idx="2994">
                  <c:v>0.21993937085079901</c:v>
                </c:pt>
                <c:pt idx="2995">
                  <c:v>0.24196699177799699</c:v>
                </c:pt>
                <c:pt idx="2996">
                  <c:v>0.26416076830207602</c:v>
                </c:pt>
                <c:pt idx="2997">
                  <c:v>0.28645308216076198</c:v>
                </c:pt>
                <c:pt idx="2998">
                  <c:v>0.30877510283817899</c:v>
                </c:pt>
                <c:pt idx="2999">
                  <c:v>0.33105705459976498</c:v>
                </c:pt>
                <c:pt idx="3000">
                  <c:v>0.35322852825829998</c:v>
                </c:pt>
                <c:pt idx="3001">
                  <c:v>0.375218832477349</c:v>
                </c:pt>
                <c:pt idx="3002">
                  <c:v>0.39695737827405497</c:v>
                </c:pt>
                <c:pt idx="3003">
                  <c:v>0.41837408968455198</c:v>
                </c:pt>
                <c:pt idx="3004">
                  <c:v>0.43939983328236498</c:v>
                </c:pt>
                <c:pt idx="3005">
                  <c:v>0.45996685933711701</c:v>
                </c:pt>
                <c:pt idx="3006">
                  <c:v>0.48000924770015602</c:v>
                </c:pt>
                <c:pt idx="3007">
                  <c:v>0.49946335180747498</c:v>
                </c:pt>
                <c:pt idx="3008">
                  <c:v>0.51826823443355896</c:v>
                </c:pt>
                <c:pt idx="3009">
                  <c:v>0.536366089114096</c:v>
                </c:pt>
                <c:pt idx="3010">
                  <c:v>0.55370264161659699</c:v>
                </c:pt>
                <c:pt idx="3011">
                  <c:v>0.570227526506628</c:v>
                </c:pt>
                <c:pt idx="3012">
                  <c:v>0.58589463463730795</c:v>
                </c:pt>
                <c:pt idx="3013">
                  <c:v>0.60066242813837301</c:v>
                </c:pt>
                <c:pt idx="3014">
                  <c:v>0.61449422009412702</c:v>
                </c:pt>
                <c:pt idx="3015">
                  <c:v>0.62735841653503699</c:v>
                </c:pt>
                <c:pt idx="3016">
                  <c:v>0.63922871864428898</c:v>
                </c:pt>
                <c:pt idx="3017">
                  <c:v>0.65008428328598999</c:v>
                </c:pt>
                <c:pt idx="3018">
                  <c:v>0.65990984021973698</c:v>
                </c:pt>
                <c:pt idx="3019">
                  <c:v>0.66869576474467995</c:v>
                </c:pt>
                <c:pt idx="3020">
                  <c:v>0.67643810497653201</c:v>
                </c:pt>
                <c:pt idx="3021">
                  <c:v>0.68313856342490398</c:v>
                </c:pt>
                <c:pt idx="3022">
                  <c:v>0.68880443296663296</c:v>
                </c:pt>
                <c:pt idx="3023">
                  <c:v>0.69344848769898704</c:v>
                </c:pt>
                <c:pt idx="3024">
                  <c:v>0.69708882950457796</c:v>
                </c:pt>
                <c:pt idx="3025">
                  <c:v>0.69974869147538499</c:v>
                </c:pt>
                <c:pt idx="3026">
                  <c:v>0.70145619966292805</c:v>
                </c:pt>
                <c:pt idx="3027">
                  <c:v>0.70224409501699003</c:v>
                </c:pt>
                <c:pt idx="3028">
                  <c:v>0.70214941793018304</c:v>
                </c:pt>
                <c:pt idx="3029">
                  <c:v>0.70121315854926303</c:v>
                </c:pt>
                <c:pt idx="3030">
                  <c:v>0.69947987684218005</c:v>
                </c:pt>
                <c:pt idx="3031">
                  <c:v>0.69699729708061298</c:v>
                </c:pt>
                <c:pt idx="3032">
                  <c:v>0.69381588164532104</c:v>
                </c:pt>
                <c:pt idx="3033">
                  <c:v>0.68998838874653201</c:v>
                </c:pt>
                <c:pt idx="3034">
                  <c:v>0.68556941784823999</c:v>
                </c:pt>
                <c:pt idx="3035">
                  <c:v>0.680614945562384</c:v>
                </c:pt>
                <c:pt idx="3036">
                  <c:v>0.67518185386304397</c:v>
                </c:pt>
                <c:pt idx="3037">
                  <c:v>0.66932745187496501</c:v>
                </c:pt>
                <c:pt idx="3038">
                  <c:v>0.66310899227310904</c:v>
                </c:pt>
                <c:pt idx="3039">
                  <c:v>0.65658318349034595</c:v>
                </c:pt>
                <c:pt idx="3040">
                  <c:v>0.64980569945786903</c:v>
                </c:pt>
                <c:pt idx="3041">
                  <c:v>0.64283068943008004</c:v>
                </c:pt>
                <c:pt idx="3042">
                  <c:v>0.63571029144978097</c:v>
                </c:pt>
                <c:pt idx="3043">
                  <c:v>0.62849415407291498</c:v>
                </c:pt>
                <c:pt idx="3044">
                  <c:v>0.62122897200243499</c:v>
                </c:pt>
                <c:pt idx="3045">
                  <c:v>0.61395804219510197</c:v>
                </c:pt>
                <c:pt idx="3046">
                  <c:v>0.60672084772672896</c:v>
                </c:pt>
                <c:pt idx="3047">
                  <c:v>0.59955267716309102</c:v>
                </c:pt>
                <c:pt idx="3048">
                  <c:v>0.59248428732558001</c:v>
                </c:pt>
                <c:pt idx="3049">
                  <c:v>0.58554161712078101</c:v>
                </c:pt>
                <c:pt idx="3050">
                  <c:v>0.57874555950907403</c:v>
                </c:pt>
                <c:pt idx="3051">
                  <c:v>0.57211179774964904</c:v>
                </c:pt>
                <c:pt idx="3052">
                  <c:v>0.56565071087331897</c:v>
                </c:pt>
                <c:pt idx="3053">
                  <c:v>0.55936735204987997</c:v>
                </c:pt>
                <c:pt idx="3054">
                  <c:v>0.55326150224885196</c:v>
                </c:pt>
                <c:pt idx="3055">
                  <c:v>0.54732780033194295</c:v>
                </c:pt>
                <c:pt idx="3056">
                  <c:v>0.54155594937561202</c:v>
                </c:pt>
                <c:pt idx="3057">
                  <c:v>0.53593099758749296</c:v>
                </c:pt>
                <c:pt idx="3058">
                  <c:v>0.530433690751835</c:v>
                </c:pt>
                <c:pt idx="3059">
                  <c:v>0.52504089182321201</c:v>
                </c:pt>
                <c:pt idx="3060">
                  <c:v>0.51972606211482897</c:v>
                </c:pt>
                <c:pt idx="3061">
                  <c:v>0.51445979749245996</c:v>
                </c:pt>
                <c:pt idx="3062">
                  <c:v>0.50921041208136197</c:v>
                </c:pt>
                <c:pt idx="3063">
                  <c:v>0.50394456119169695</c:v>
                </c:pt>
                <c:pt idx="3064">
                  <c:v>0.49862789441889299</c:v>
                </c:pt>
                <c:pt idx="3065">
                  <c:v>0.49322572915430701</c:v>
                </c:pt>
                <c:pt idx="3066">
                  <c:v>0.48770373406789402</c:v>
                </c:pt>
                <c:pt idx="3067">
                  <c:v>0.48202861154652599</c:v>
                </c:pt>
                <c:pt idx="3068">
                  <c:v>0.47616876763171001</c:v>
                </c:pt>
                <c:pt idx="3069">
                  <c:v>0.47009495772605697</c:v>
                </c:pt>
                <c:pt idx="3070">
                  <c:v>0.463780896291554</c:v>
                </c:pt>
                <c:pt idx="3071">
                  <c:v>0.45720381904958202</c:v>
                </c:pt>
                <c:pt idx="3072">
                  <c:v>0.45034498685966901</c:v>
                </c:pt>
                <c:pt idx="3073">
                  <c:v>0.44319012143373399</c:v>
                </c:pt>
                <c:pt idx="3074">
                  <c:v>0.43572976423080101</c:v>
                </c:pt>
                <c:pt idx="3075">
                  <c:v>0.42795955120864099</c:v>
                </c:pt>
                <c:pt idx="3076">
                  <c:v>0.41988039755268702</c:v>
                </c:pt>
                <c:pt idx="3077">
                  <c:v>0.41149858805075901</c:v>
                </c:pt>
                <c:pt idx="3078">
                  <c:v>0.40282577045844198</c:v>
                </c:pt>
                <c:pt idx="3079">
                  <c:v>0.393878851051437</c:v>
                </c:pt>
                <c:pt idx="3080">
                  <c:v>0.384679793621859</c:v>
                </c:pt>
                <c:pt idx="3081">
                  <c:v>0.37525532541756101</c:v>
                </c:pt>
                <c:pt idx="3082">
                  <c:v>0.36563655584626298</c:v>
                </c:pt>
                <c:pt idx="3083">
                  <c:v>0.35585851603270202</c:v>
                </c:pt>
                <c:pt idx="3084">
                  <c:v>0.34595962938144198</c:v>
                </c:pt>
                <c:pt idx="3085">
                  <c:v>0.33598112500586402</c:v>
                </c:pt>
                <c:pt idx="3086">
                  <c:v>0.325966407081973</c:v>
                </c:pt>
                <c:pt idx="3087">
                  <c:v>0.31596039376033902</c:v>
                </c:pt>
                <c:pt idx="3088">
                  <c:v>0.30600883922248201</c:v>
                </c:pt>
                <c:pt idx="3089">
                  <c:v>0.29615765198826599</c:v>
                </c:pt>
                <c:pt idx="3090">
                  <c:v>0.28645222197394798</c:v>
                </c:pt>
                <c:pt idx="3091">
                  <c:v>0.27693676828474501</c:v>
                </c:pt>
                <c:pt idx="3092">
                  <c:v>0.267653719318724</c:v>
                </c:pt>
                <c:pt idx="3093">
                  <c:v>0.25864313633678399</c:v>
                </c:pt>
                <c:pt idx="3094">
                  <c:v>0.249942191048107</c:v>
                </c:pt>
                <c:pt idx="3095">
                  <c:v>0.24158470682115599</c:v>
                </c:pt>
                <c:pt idx="3096">
                  <c:v>0.23360077175935101</c:v>
                </c:pt>
                <c:pt idx="3097">
                  <c:v>0.22601643002980201</c:v>
                </c:pt>
                <c:pt idx="3098">
                  <c:v>0.218853455513351</c:v>
                </c:pt>
                <c:pt idx="3099">
                  <c:v>0.21212920918022199</c:v>
                </c:pt>
                <c:pt idx="3100">
                  <c:v>0.205856578829858</c:v>
                </c:pt>
                <c:pt idx="3101">
                  <c:v>0.20004399722750599</c:v>
                </c:pt>
                <c:pt idx="3102">
                  <c:v>0.19469553243813201</c:v>
                </c:pt>
                <c:pt idx="3103">
                  <c:v>0.18981104246157701</c:v>
                </c:pt>
                <c:pt idx="3104">
                  <c:v>0.18538638519213699</c:v>
                </c:pt>
                <c:pt idx="3105">
                  <c:v>0.18141367424435101</c:v>
                </c:pt>
                <c:pt idx="3106">
                  <c:v>0.177881571241396</c:v>
                </c:pt>
                <c:pt idx="3107">
                  <c:v>0.174775605663998</c:v>
                </c:pt>
                <c:pt idx="3108">
                  <c:v>0.172078514158714</c:v>
                </c:pt>
                <c:pt idx="3109">
                  <c:v>0.16977059214298801</c:v>
                </c:pt>
                <c:pt idx="3110">
                  <c:v>0.16783005154532299</c:v>
                </c:pt>
                <c:pt idx="3111">
                  <c:v>0.16623337958071299</c:v>
                </c:pt>
                <c:pt idx="3112">
                  <c:v>0.164955694522878</c:v>
                </c:pt>
                <c:pt idx="3113">
                  <c:v>0.163971095321508</c:v>
                </c:pt>
                <c:pt idx="3114">
                  <c:v>0.163253002437973</c:v>
                </c:pt>
                <c:pt idx="3115">
                  <c:v>0.162774487346139</c:v>
                </c:pt>
                <c:pt idx="3116">
                  <c:v>0.16250858779173499</c:v>
                </c:pt>
                <c:pt idx="3117">
                  <c:v>0.162428605252779</c:v>
                </c:pt>
                <c:pt idx="3118">
                  <c:v>0.16250838029446399</c:v>
                </c:pt>
                <c:pt idx="3119">
                  <c:v>0.162722540876369</c:v>
                </c:pt>
                <c:pt idx="3120">
                  <c:v>0.16304671834489901</c:v>
                </c:pt>
                <c:pt idx="3121">
                  <c:v>0.163457726007851</c:v>
                </c:pt>
                <c:pt idx="3122">
                  <c:v>0.163933695949809</c:v>
                </c:pt>
                <c:pt idx="3123">
                  <c:v>0.16445417109024801</c:v>
                </c:pt>
                <c:pt idx="3124">
                  <c:v>0.16500015127445</c:v>
                </c:pt>
                <c:pt idx="3125">
                  <c:v>0.16555409420491099</c:v>
                </c:pt>
                <c:pt idx="3126">
                  <c:v>0.16609987404583401</c:v>
                </c:pt>
                <c:pt idx="3127">
                  <c:v>0.16662270242437799</c:v>
                </c:pt>
                <c:pt idx="3128">
                  <c:v>0.167109018239681</c:v>
                </c:pt>
                <c:pt idx="3129">
                  <c:v>0.167546354080781</c:v>
                </c:pt>
                <c:pt idx="3130">
                  <c:v>0.16792318803339401</c:v>
                </c:pt>
                <c:pt idx="3131">
                  <c:v>0.16822879018404899</c:v>
                </c:pt>
                <c:pt idx="3132">
                  <c:v>0.16845307322592201</c:v>
                </c:pt>
                <c:pt idx="3133">
                  <c:v>0.16858645619631299</c:v>
                </c:pt>
                <c:pt idx="3134">
                  <c:v>0.16861974946730501</c:v>
                </c:pt>
                <c:pt idx="3135">
                  <c:v>0.16854406772233299</c:v>
                </c:pt>
                <c:pt idx="3136">
                  <c:v>0.168350775968553</c:v>
                </c:pt>
                <c:pt idx="3137">
                  <c:v>0.168031471854279</c:v>
                </c:pt>
                <c:pt idx="3138">
                  <c:v>0.167578005810186</c:v>
                </c:pt>
                <c:pt idx="3139">
                  <c:v>0.16698253888599601</c:v>
                </c:pt>
                <c:pt idx="3140">
                  <c:v>0.16623763663642599</c:v>
                </c:pt>
                <c:pt idx="3141">
                  <c:v>0.16533639598989699</c:v>
                </c:pt>
                <c:pt idx="3142">
                  <c:v>0.16427260066219601</c:v>
                </c:pt>
                <c:pt idx="3143">
                  <c:v>0.16304089935847399</c:v>
                </c:pt>
                <c:pt idx="3144">
                  <c:v>0.16163699981830101</c:v>
                </c:pt>
                <c:pt idx="3145">
                  <c:v>0.160057870822091</c:v>
                </c:pt>
                <c:pt idx="3146">
                  <c:v>0.15830194370422801</c:v>
                </c:pt>
                <c:pt idx="3147">
                  <c:v>0.15636930474911701</c:v>
                </c:pt>
                <c:pt idx="3148">
                  <c:v>0.15426187005672601</c:v>
                </c:pt>
                <c:pt idx="3149">
                  <c:v>0.15198353504106701</c:v>
                </c:pt>
                <c:pt idx="3150">
                  <c:v>0.14954029168562799</c:v>
                </c:pt>
                <c:pt idx="3151">
                  <c:v>0.146940308007867</c:v>
                </c:pt>
                <c:pt idx="3152">
                  <c:v>0.144193965799843</c:v>
                </c:pt>
                <c:pt idx="3153">
                  <c:v>0.14131385446897099</c:v>
                </c:pt>
                <c:pt idx="3154">
                  <c:v>0.138314720475888</c:v>
                </c:pt>
                <c:pt idx="3155">
                  <c:v>0.13521337319739801</c:v>
                </c:pt>
                <c:pt idx="3156">
                  <c:v>0.132028548889359</c:v>
                </c:pt>
                <c:pt idx="3157">
                  <c:v>0.12878073485824901</c:v>
                </c:pt>
                <c:pt idx="3158">
                  <c:v>0.12549195619370401</c:v>
                </c:pt>
                <c:pt idx="3159">
                  <c:v>0.12218552769399101</c:v>
                </c:pt>
                <c:pt idx="3160">
                  <c:v>0.118885774056425</c:v>
                </c:pt>
                <c:pt idx="3161">
                  <c:v>0.115617722022997</c:v>
                </c:pt>
                <c:pt idx="3162">
                  <c:v>0.11240676894437</c:v>
                </c:pt>
                <c:pt idx="3163">
                  <c:v>0.109278333111497</c:v>
                </c:pt>
                <c:pt idx="3164">
                  <c:v>0.106257492094812</c:v>
                </c:pt>
                <c:pt idx="3165">
                  <c:v>0.103368616073325</c:v>
                </c:pt>
                <c:pt idx="3166">
                  <c:v>0.100635003677655</c:v>
                </c:pt>
                <c:pt idx="3167">
                  <c:v>9.8078528309025803E-2</c:v>
                </c:pt>
                <c:pt idx="3168">
                  <c:v>9.5719303290745794E-2</c:v>
                </c:pt>
                <c:pt idx="3169">
                  <c:v>9.3575374428222696E-2</c:v>
                </c:pt>
                <c:pt idx="3170">
                  <c:v>9.1662448403425897E-2</c:v>
                </c:pt>
                <c:pt idx="3171">
                  <c:v>8.9993664862708905E-2</c:v>
                </c:pt>
                <c:pt idx="3172">
                  <c:v>8.8579419157435599E-2</c:v>
                </c:pt>
                <c:pt idx="3173">
                  <c:v>8.7427241536773795E-2</c:v>
                </c:pt>
                <c:pt idx="3174">
                  <c:v>8.6541737209794203E-2</c:v>
                </c:pt>
                <c:pt idx="3175">
                  <c:v>8.5924590160460002E-2</c:v>
                </c:pt>
                <c:pt idx="3176">
                  <c:v>8.5574632015537194E-2</c:v>
                </c:pt>
                <c:pt idx="3177">
                  <c:v>8.5487975714092806E-2</c:v>
                </c:pt>
                <c:pt idx="3178">
                  <c:v>8.5658212227324698E-2</c:v>
                </c:pt>
                <c:pt idx="3179">
                  <c:v>8.6076667056798201E-2</c:v>
                </c:pt>
                <c:pt idx="3180">
                  <c:v>8.6732711598347001E-2</c:v>
                </c:pt>
                <c:pt idx="3181">
                  <c:v>8.7614122716677706E-2</c:v>
                </c:pt>
                <c:pt idx="3182">
                  <c:v>8.8707482203606303E-2</c:v>
                </c:pt>
                <c:pt idx="3183">
                  <c:v>8.9998606380934904E-2</c:v>
                </c:pt>
                <c:pt idx="3184">
                  <c:v>9.1472995043050398E-2</c:v>
                </c:pt>
                <c:pt idx="3185">
                  <c:v>9.3116288195505104E-2</c:v>
                </c:pt>
                <c:pt idx="3186">
                  <c:v>9.4914718570003595E-2</c:v>
                </c:pt>
                <c:pt idx="3187">
                  <c:v>9.6855547638730305E-2</c:v>
                </c:pt>
                <c:pt idx="3188">
                  <c:v>9.8927472848064898E-2</c:v>
                </c:pt>
                <c:pt idx="3189">
                  <c:v>0.101120994161169</c:v>
                </c:pt>
                <c:pt idx="3190">
                  <c:v>0.10342872883695201</c:v>
                </c:pt>
                <c:pt idx="3191">
                  <c:v>0.105845664652417</c:v>
                </c:pt>
                <c:pt idx="3192">
                  <c:v>0.10836934337656599</c:v>
                </c:pt>
                <c:pt idx="3193">
                  <c:v>0.110999968123318</c:v>
                </c:pt>
                <c:pt idx="3194">
                  <c:v>0.113740430206259</c:v>
                </c:pt>
                <c:pt idx="3195">
                  <c:v>0.11659625328463601</c:v>
                </c:pt>
                <c:pt idx="3196">
                  <c:v>0.119575454915104</c:v>
                </c:pt>
                <c:pt idx="3197">
                  <c:v>0.122688328025852</c:v>
                </c:pt>
                <c:pt idx="3198">
                  <c:v>0.12594714715166999</c:v>
                </c:pt>
                <c:pt idx="3199">
                  <c:v>0.129365806388409</c:v>
                </c:pt>
                <c:pt idx="3200">
                  <c:v>0.13295939794703501</c:v>
                </c:pt>
                <c:pt idx="3201">
                  <c:v>0.13674374198409101</c:v>
                </c:pt>
                <c:pt idx="3202">
                  <c:v>0.14073488010143601</c:v>
                </c:pt>
                <c:pt idx="3203">
                  <c:v>0.14494854651865999</c:v>
                </c:pt>
                <c:pt idx="3204">
                  <c:v>0.14939963230581099</c:v>
                </c:pt>
                <c:pt idx="3205">
                  <c:v>0.154101659002121</c:v>
                </c:pt>
                <c:pt idx="3206">
                  <c:v>0.15906627819772901</c:v>
                </c:pt>
                <c:pt idx="3207">
                  <c:v>0.164302813072913</c:v>
                </c:pt>
                <c:pt idx="3208">
                  <c:v>0.16981785649192599</c:v>
                </c:pt>
                <c:pt idx="3209">
                  <c:v>0.17561493821563101</c:v>
                </c:pt>
                <c:pt idx="3210">
                  <c:v>0.18169427138326599</c:v>
                </c:pt>
                <c:pt idx="3211">
                  <c:v>0.188052585843556</c:v>
                </c:pt>
                <c:pt idx="3212">
                  <c:v>0.194683053335092</c:v>
                </c:pt>
                <c:pt idx="3213">
                  <c:v>0.20157530697856399</c:v>
                </c:pt>
                <c:pt idx="3214">
                  <c:v>0.20871555501744901</c:v>
                </c:pt>
                <c:pt idx="3215">
                  <c:v>0.21608678619447</c:v>
                </c:pt>
                <c:pt idx="3216">
                  <c:v>0.22366906163427799</c:v>
                </c:pt>
                <c:pt idx="3217">
                  <c:v>0.23143988571944801</c:v>
                </c:pt>
                <c:pt idx="3218">
                  <c:v>0.239374646209221</c:v>
                </c:pt>
                <c:pt idx="3219">
                  <c:v>0.24744711167837899</c:v>
                </c:pt>
                <c:pt idx="3220">
                  <c:v>0.25562997223262102</c:v>
                </c:pt>
                <c:pt idx="3221">
                  <c:v>0.26389540755040602</c:v>
                </c:pt>
                <c:pt idx="3222">
                  <c:v>0.27221566488177801</c:v>
                </c:pt>
                <c:pt idx="3223">
                  <c:v>0.28056362892929398</c:v>
                </c:pt>
                <c:pt idx="3224">
                  <c:v>0.28891336563773301</c:v>
                </c:pt>
                <c:pt idx="3225">
                  <c:v>0.297240622806143</c:v>
                </c:pt>
                <c:pt idx="3226">
                  <c:v>0.30552327205294799</c:v>
                </c:pt>
                <c:pt idx="3227">
                  <c:v>0.313741678965546</c:v>
                </c:pt>
                <c:pt idx="3228">
                  <c:v>0.321878991156689</c:v>
                </c:pt>
                <c:pt idx="3229">
                  <c:v>0.32992133722442102</c:v>
                </c:pt>
                <c:pt idx="3230">
                  <c:v>0.33785793300998401</c:v>
                </c:pt>
                <c:pt idx="3231">
                  <c:v>0.34568109488430299</c:v>
                </c:pt>
                <c:pt idx="3232">
                  <c:v>0.353386163000526</c:v>
                </c:pt>
                <c:pt idx="3233">
                  <c:v>0.36097134051527002</c:v>
                </c:pt>
                <c:pt idx="3234">
                  <c:v>0.36843745766855801</c:v>
                </c:pt>
                <c:pt idx="3235">
                  <c:v>0.37578767218385201</c:v>
                </c:pt>
                <c:pt idx="3236">
                  <c:v>0.38302711944835699</c:v>
                </c:pt>
                <c:pt idx="3237">
                  <c:v>0.39016252711413602</c:v>
                </c:pt>
                <c:pt idx="3238">
                  <c:v>0.39720180904374502</c:v>
                </c:pt>
                <c:pt idx="3239">
                  <c:v>0.40415365300023598</c:v>
                </c:pt>
                <c:pt idx="3240">
                  <c:v>0.41102711530682101</c:v>
                </c:pt>
                <c:pt idx="3241">
                  <c:v>0.41783123405115702</c:v>
                </c:pt>
                <c:pt idx="3242">
                  <c:v>0.424574670485104</c:v>
                </c:pt>
                <c:pt idx="3243">
                  <c:v>0.43126538628579397</c:v>
                </c:pt>
                <c:pt idx="3244">
                  <c:v>0.43791036248770299</c:v>
                </c:pt>
                <c:pt idx="3245">
                  <c:v>0.44451536430259903</c:v>
                </c:pt>
                <c:pt idx="3246">
                  <c:v>0.45108475476333798</c:v>
                </c:pt>
                <c:pt idx="3247">
                  <c:v>0.45762135911924301</c:v>
                </c:pt>
                <c:pt idx="3248">
                  <c:v>0.46412638110353199</c:v>
                </c:pt>
                <c:pt idx="3249">
                  <c:v>0.47059937153748699</c:v>
                </c:pt>
                <c:pt idx="3250">
                  <c:v>0.47703824919698001</c:v>
                </c:pt>
                <c:pt idx="3251">
                  <c:v>0.483439373394629</c:v>
                </c:pt>
                <c:pt idx="3252">
                  <c:v>0.48979766727860102</c:v>
                </c:pt>
                <c:pt idx="3253">
                  <c:v>0.49610679038311201</c:v>
                </c:pt>
                <c:pt idx="3254">
                  <c:v>0.50235935839613899</c:v>
                </c:pt>
                <c:pt idx="3255">
                  <c:v>0.50854720726945102</c:v>
                </c:pt>
                <c:pt idx="3256">
                  <c:v>0.51466169759785696</c:v>
                </c:pt>
                <c:pt idx="3257">
                  <c:v>0.52069405379302702</c:v>
                </c:pt>
                <c:pt idx="3258">
                  <c:v>0.52663573127878105</c:v>
                </c:pt>
                <c:pt idx="3259">
                  <c:v>0.53247880394170899</c:v>
                </c:pt>
                <c:pt idx="3260">
                  <c:v>0.53821636334253797</c:v>
                </c:pt>
                <c:pt idx="3261">
                  <c:v>0.54384292055946504</c:v>
                </c:pt>
                <c:pt idx="3262">
                  <c:v>0.54935480092494204</c:v>
                </c:pt>
                <c:pt idx="3263">
                  <c:v>0.55475052144534598</c:v>
                </c:pt>
                <c:pt idx="3264">
                  <c:v>0.560031140519202</c:v>
                </c:pt>
                <c:pt idx="3265">
                  <c:v>0.56520056975590405</c:v>
                </c:pt>
                <c:pt idx="3266">
                  <c:v>0.57026583820527299</c:v>
                </c:pt>
                <c:pt idx="3267">
                  <c:v>0.57523730006993801</c:v>
                </c:pt>
                <c:pt idx="3268">
                  <c:v>0.580128777941602</c:v>
                </c:pt>
                <c:pt idx="3269">
                  <c:v>0.58495763478006302</c:v>
                </c:pt>
                <c:pt idx="3270">
                  <c:v>0.58974476926606001</c:v>
                </c:pt>
                <c:pt idx="3271">
                  <c:v>0.59451453080841299</c:v>
                </c:pt>
                <c:pt idx="3272">
                  <c:v>0.59929455235372997</c:v>
                </c:pt>
                <c:pt idx="3273">
                  <c:v>0.60411550121745905</c:v>
                </c:pt>
                <c:pt idx="3274">
                  <c:v>0.60901075036299002</c:v>
                </c:pt>
                <c:pt idx="3275">
                  <c:v>0.61401597468965596</c:v>
                </c:pt>
                <c:pt idx="3276">
                  <c:v>0.61916867861490898</c:v>
                </c:pt>
                <c:pt idx="3277">
                  <c:v>0.62450766228277199</c:v>
                </c:pt>
                <c:pt idx="3278">
                  <c:v>0.63007243409630298</c:v>
                </c:pt>
                <c:pt idx="3279">
                  <c:v>0.63590257722471</c:v>
                </c:pt>
                <c:pt idx="3280">
                  <c:v>0.64203707764128304</c:v>
                </c:pt>
                <c:pt idx="3281">
                  <c:v>0.64851362137632595</c:v>
                </c:pt>
                <c:pt idx="3282">
                  <c:v>0.65536786911539802</c:v>
                </c:pt>
                <c:pt idx="3283">
                  <c:v>0.66263271700738802</c:v>
                </c:pt>
                <c:pt idx="3284">
                  <c:v>0.67033755349290103</c:v>
                </c:pt>
                <c:pt idx="3285">
                  <c:v>0.67850752299884898</c:v>
                </c:pt>
                <c:pt idx="3286">
                  <c:v>0.68716280829158105</c:v>
                </c:pt>
                <c:pt idx="3287">
                  <c:v>0.69631794399868696</c:v>
                </c:pt>
                <c:pt idx="3288">
                  <c:v>0.70598117429354001</c:v>
                </c:pt>
                <c:pt idx="3289">
                  <c:v>0.716153868079344</c:v>
                </c:pt>
                <c:pt idx="3290">
                  <c:v>0.72683000531476805</c:v>
                </c:pt>
                <c:pt idx="3291">
                  <c:v>0.73799574843154203</c:v>
                </c:pt>
                <c:pt idx="3292">
                  <c:v>0.74962911298315704</c:v>
                </c:pt>
                <c:pt idx="3293">
                  <c:v>0.76169975143618596</c:v>
                </c:pt>
                <c:pt idx="3294">
                  <c:v>0.77416886307853505</c:v>
                </c:pt>
                <c:pt idx="3295">
                  <c:v>0.78698924125470704</c:v>
                </c:pt>
                <c:pt idx="3296">
                  <c:v>0.80010546658465997</c:v>
                </c:pt>
                <c:pt idx="3297">
                  <c:v>0.81345425156908102</c:v>
                </c:pt>
                <c:pt idx="3298">
                  <c:v>0.82696493813822203</c:v>
                </c:pt>
                <c:pt idx="3299">
                  <c:v>0.84056014544430702</c:v>
                </c:pt>
                <c:pt idx="3300">
                  <c:v>0.85415656083675495</c:v>
                </c:pt>
                <c:pt idx="3301">
                  <c:v>0.86766586287203495</c:v>
                </c:pt>
                <c:pt idx="3302">
                  <c:v>0.88099576166597204</c:v>
                </c:pt>
                <c:pt idx="3303">
                  <c:v>0.89405113895344901</c:v>
                </c:pt>
                <c:pt idx="3304">
                  <c:v>0.90673526781576197</c:v>
                </c:pt>
                <c:pt idx="3305">
                  <c:v>0.91895109013948095</c:v>
                </c:pt>
                <c:pt idx="3306">
                  <c:v>0.93060252851876102</c:v>
                </c:pt>
                <c:pt idx="3307">
                  <c:v>0.94159580852489499</c:v>
                </c:pt>
                <c:pt idx="3308">
                  <c:v>0.95184076699739795</c:v>
                </c:pt>
                <c:pt idx="3309">
                  <c:v>0.96125212219051903</c:v>
                </c:pt>
                <c:pt idx="3310">
                  <c:v>0.96975068218460403</c:v>
                </c:pt>
                <c:pt idx="3311">
                  <c:v>0.97726446892395002</c:v>
                </c:pt>
                <c:pt idx="3312">
                  <c:v>0.98372973662559204</c:v>
                </c:pt>
                <c:pt idx="3313">
                  <c:v>0.98909186524225901</c:v>
                </c:pt>
                <c:pt idx="3314">
                  <c:v>0.99330611224196996</c:v>
                </c:pt>
                <c:pt idx="3315">
                  <c:v>0.99633820910940096</c:v>
                </c:pt>
                <c:pt idx="3316">
                  <c:v>0.99816479245868095</c:v>
                </c:pt>
                <c:pt idx="3317">
                  <c:v>0.99877366323777395</c:v>
                </c:pt>
                <c:pt idx="3318">
                  <c:v>0.99816387105500304</c:v>
                </c:pt>
                <c:pt idx="3319">
                  <c:v>0.99634562411161898</c:v>
                </c:pt>
                <c:pt idx="3320">
                  <c:v>0.99334002854696302</c:v>
                </c:pt>
                <c:pt idx="3321">
                  <c:v>0.98917866415449995</c:v>
                </c:pt>
                <c:pt idx="3322">
                  <c:v>0.98390300640565098</c:v>
                </c:pt>
                <c:pt idx="3323">
                  <c:v>0.97756370758000299</c:v>
                </c:pt>
                <c:pt idx="3324">
                  <c:v>0.97021975256627602</c:v>
                </c:pt>
                <c:pt idx="3325">
                  <c:v>0.96193750745835704</c:v>
                </c:pt>
                <c:pt idx="3326">
                  <c:v>0.95278968123660401</c:v>
                </c:pt>
                <c:pt idx="3327">
                  <c:v>0.94285422244972406</c:v>
                </c:pt>
                <c:pt idx="3328">
                  <c:v>0.93221317380842195</c:v>
                </c:pt>
                <c:pt idx="3329">
                  <c:v>0.92095150789914204</c:v>
                </c:pt>
                <c:pt idx="3330">
                  <c:v>0.90915596679292598</c:v>
                </c:pt>
                <c:pt idx="3331">
                  <c:v>0.89691392719746399</c:v>
                </c:pt>
                <c:pt idx="3332">
                  <c:v>0.88431231105387198</c:v>
                </c:pt>
                <c:pt idx="3333">
                  <c:v>0.87143655920001695</c:v>
                </c:pt>
                <c:pt idx="3334">
                  <c:v>0.85836968303207595</c:v>
                </c:pt>
                <c:pt idx="3335">
                  <c:v>0.84519140615287403</c:v>
                </c:pt>
                <c:pt idx="3336">
                  <c:v>0.83197740495534001</c:v>
                </c:pt>
                <c:pt idx="3337">
                  <c:v>0.81879865411792596</c:v>
                </c:pt>
                <c:pt idx="3338">
                  <c:v>0.80572088026602096</c:v>
                </c:pt>
                <c:pt idx="3339">
                  <c:v>0.79280412467456196</c:v>
                </c:pt>
                <c:pt idx="3340">
                  <c:v>0.78010241377987699</c:v>
                </c:pt>
                <c:pt idx="3341">
                  <c:v>0.76766353428741596</c:v>
                </c:pt>
                <c:pt idx="3342">
                  <c:v>0.75552890774394699</c:v>
                </c:pt>
                <c:pt idx="3343">
                  <c:v>0.74373355765353999</c:v>
                </c:pt>
                <c:pt idx="3344">
                  <c:v>0.73230616068405097</c:v>
                </c:pt>
                <c:pt idx="3345">
                  <c:v>0.72126917232153898</c:v>
                </c:pt>
                <c:pt idx="3346">
                  <c:v>0.71063901648133698</c:v>
                </c:pt>
                <c:pt idx="3347">
                  <c:v>0.70042632807471195</c:v>
                </c:pt>
                <c:pt idx="3348">
                  <c:v>0.69063623746069502</c:v>
                </c:pt>
                <c:pt idx="3349">
                  <c:v>0.68126868621206005</c:v>
                </c:pt>
                <c:pt idx="3350">
                  <c:v>0.67231876469575602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824-45D8-A30B-2D1615D6F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9545776"/>
        <c:axId val="299553936"/>
      </c:scatterChart>
      <c:valAx>
        <c:axId val="299545776"/>
        <c:scaling>
          <c:orientation val="minMax"/>
          <c:max val="2.5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9553936"/>
        <c:crossesAt val="-0.4"/>
        <c:crossBetween val="midCat"/>
      </c:valAx>
      <c:valAx>
        <c:axId val="299553936"/>
        <c:scaling>
          <c:orientation val="minMax"/>
          <c:max val="0.60000000000000009"/>
          <c:min val="-0.4"/>
        </c:scaling>
        <c:delete val="0"/>
        <c:axPos val="l"/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9545776"/>
        <c:crosses val="autoZero"/>
        <c:crossBetween val="midCat"/>
        <c:majorUnit val="0.5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C2 Phantom Bad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'C2_Phantom_Converted_selected'!$B$1</c:f>
              <c:strCache>
                <c:ptCount val="1"/>
                <c:pt idx="0">
                  <c:v>Amplitude (Volts) [Filtered 0.3-10.0Hz]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'C2_Phantom_Converted_selected'!$A$2:$A$3082</c:f>
              <c:numCache>
                <c:formatCode>General</c:formatCode>
                <c:ptCount val="3081"/>
                <c:pt idx="0">
                  <c:v>0</c:v>
                </c:pt>
                <c:pt idx="1">
                  <c:v>2E-3</c:v>
                </c:pt>
                <c:pt idx="2">
                  <c:v>4.0000000000000001E-3</c:v>
                </c:pt>
                <c:pt idx="3">
                  <c:v>6.0000000000000001E-3</c:v>
                </c:pt>
                <c:pt idx="4">
                  <c:v>8.0000000000000002E-3</c:v>
                </c:pt>
                <c:pt idx="5">
                  <c:v>0.01</c:v>
                </c:pt>
                <c:pt idx="6">
                  <c:v>1.2E-2</c:v>
                </c:pt>
                <c:pt idx="7">
                  <c:v>1.4E-2</c:v>
                </c:pt>
                <c:pt idx="8">
                  <c:v>1.6E-2</c:v>
                </c:pt>
                <c:pt idx="9">
                  <c:v>1.7999999999999999E-2</c:v>
                </c:pt>
                <c:pt idx="10">
                  <c:v>0.02</c:v>
                </c:pt>
                <c:pt idx="11">
                  <c:v>2.1999999999999999E-2</c:v>
                </c:pt>
                <c:pt idx="12">
                  <c:v>2.4E-2</c:v>
                </c:pt>
                <c:pt idx="13">
                  <c:v>2.5999999999999999E-2</c:v>
                </c:pt>
                <c:pt idx="14">
                  <c:v>2.8000000000000001E-2</c:v>
                </c:pt>
                <c:pt idx="15">
                  <c:v>0.03</c:v>
                </c:pt>
                <c:pt idx="16">
                  <c:v>3.2000000000000001E-2</c:v>
                </c:pt>
                <c:pt idx="17">
                  <c:v>3.4000000000000002E-2</c:v>
                </c:pt>
                <c:pt idx="18">
                  <c:v>3.5999999999999997E-2</c:v>
                </c:pt>
                <c:pt idx="19">
                  <c:v>3.7999999999999999E-2</c:v>
                </c:pt>
                <c:pt idx="20">
                  <c:v>0.04</c:v>
                </c:pt>
                <c:pt idx="21">
                  <c:v>4.2000000000000003E-2</c:v>
                </c:pt>
                <c:pt idx="22">
                  <c:v>4.3999999999999997E-2</c:v>
                </c:pt>
                <c:pt idx="23">
                  <c:v>4.5999999999999999E-2</c:v>
                </c:pt>
                <c:pt idx="24">
                  <c:v>4.8000000000000001E-2</c:v>
                </c:pt>
                <c:pt idx="25">
                  <c:v>0.05</c:v>
                </c:pt>
                <c:pt idx="26">
                  <c:v>5.1999999999999998E-2</c:v>
                </c:pt>
                <c:pt idx="27">
                  <c:v>5.3999999999999999E-2</c:v>
                </c:pt>
                <c:pt idx="28">
                  <c:v>5.6000000000000001E-2</c:v>
                </c:pt>
                <c:pt idx="29">
                  <c:v>5.8000000000000003E-2</c:v>
                </c:pt>
                <c:pt idx="30">
                  <c:v>0.06</c:v>
                </c:pt>
                <c:pt idx="31">
                  <c:v>6.2E-2</c:v>
                </c:pt>
                <c:pt idx="32">
                  <c:v>6.4000000000000001E-2</c:v>
                </c:pt>
                <c:pt idx="33">
                  <c:v>6.6000000000000003E-2</c:v>
                </c:pt>
                <c:pt idx="34">
                  <c:v>6.8000000000000005E-2</c:v>
                </c:pt>
                <c:pt idx="35">
                  <c:v>7.0000000000000007E-2</c:v>
                </c:pt>
                <c:pt idx="36">
                  <c:v>7.1999999999999995E-2</c:v>
                </c:pt>
                <c:pt idx="37">
                  <c:v>7.3999999999999996E-2</c:v>
                </c:pt>
                <c:pt idx="38">
                  <c:v>7.5999999999999998E-2</c:v>
                </c:pt>
                <c:pt idx="39">
                  <c:v>7.8E-2</c:v>
                </c:pt>
                <c:pt idx="40">
                  <c:v>0.08</c:v>
                </c:pt>
                <c:pt idx="41">
                  <c:v>8.2000000000000003E-2</c:v>
                </c:pt>
                <c:pt idx="42">
                  <c:v>8.4000000000000005E-2</c:v>
                </c:pt>
                <c:pt idx="43">
                  <c:v>8.5999999999999993E-2</c:v>
                </c:pt>
                <c:pt idx="44">
                  <c:v>8.7999999999999995E-2</c:v>
                </c:pt>
                <c:pt idx="45">
                  <c:v>0.09</c:v>
                </c:pt>
                <c:pt idx="46">
                  <c:v>9.1999999999999998E-2</c:v>
                </c:pt>
                <c:pt idx="47">
                  <c:v>9.4E-2</c:v>
                </c:pt>
                <c:pt idx="48">
                  <c:v>9.6000000000000002E-2</c:v>
                </c:pt>
                <c:pt idx="49">
                  <c:v>9.8000000000000004E-2</c:v>
                </c:pt>
                <c:pt idx="50">
                  <c:v>0.1</c:v>
                </c:pt>
                <c:pt idx="51">
                  <c:v>0.10199999999999999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0.11600000000000001</c:v>
                </c:pt>
                <c:pt idx="59">
                  <c:v>0.11799999999999999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0.13200000000000001</c:v>
                </c:pt>
                <c:pt idx="67">
                  <c:v>0.13400000000000001</c:v>
                </c:pt>
                <c:pt idx="68">
                  <c:v>0.13600000000000001</c:v>
                </c:pt>
                <c:pt idx="69">
                  <c:v>0.13800000000000001</c:v>
                </c:pt>
                <c:pt idx="70">
                  <c:v>0.14000000000000001</c:v>
                </c:pt>
                <c:pt idx="71">
                  <c:v>0.14199999999999999</c:v>
                </c:pt>
                <c:pt idx="72">
                  <c:v>0.14399999999999999</c:v>
                </c:pt>
                <c:pt idx="73">
                  <c:v>0.14599999999999999</c:v>
                </c:pt>
                <c:pt idx="74">
                  <c:v>0.14799999999999999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0.16200000000000001</c:v>
                </c:pt>
                <c:pt idx="82">
                  <c:v>0.16400000000000001</c:v>
                </c:pt>
                <c:pt idx="83">
                  <c:v>0.16600000000000001</c:v>
                </c:pt>
                <c:pt idx="84">
                  <c:v>0.16800000000000001</c:v>
                </c:pt>
                <c:pt idx="85">
                  <c:v>0.17</c:v>
                </c:pt>
                <c:pt idx="86">
                  <c:v>0.17199999999999999</c:v>
                </c:pt>
                <c:pt idx="87">
                  <c:v>0.17399999999999999</c:v>
                </c:pt>
                <c:pt idx="88">
                  <c:v>0.17599999999999999</c:v>
                </c:pt>
                <c:pt idx="89">
                  <c:v>0.17799999999999999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0.19400000000000001</c:v>
                </c:pt>
                <c:pt idx="98">
                  <c:v>0.19600000000000001</c:v>
                </c:pt>
                <c:pt idx="99">
                  <c:v>0.19800000000000001</c:v>
                </c:pt>
                <c:pt idx="100">
                  <c:v>0.2</c:v>
                </c:pt>
                <c:pt idx="101">
                  <c:v>0.20200000000000001</c:v>
                </c:pt>
                <c:pt idx="102">
                  <c:v>0.20399999999999999</c:v>
                </c:pt>
                <c:pt idx="103">
                  <c:v>0.20599999999999999</c:v>
                </c:pt>
                <c:pt idx="104">
                  <c:v>0.20799999999999999</c:v>
                </c:pt>
                <c:pt idx="105">
                  <c:v>0.21</c:v>
                </c:pt>
                <c:pt idx="106">
                  <c:v>0.21199999999999999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0.22600000000000001</c:v>
                </c:pt>
                <c:pt idx="114">
                  <c:v>0.22800000000000001</c:v>
                </c:pt>
                <c:pt idx="115">
                  <c:v>0.23</c:v>
                </c:pt>
                <c:pt idx="116">
                  <c:v>0.23200000000000001</c:v>
                </c:pt>
                <c:pt idx="117">
                  <c:v>0.23400000000000001</c:v>
                </c:pt>
                <c:pt idx="118">
                  <c:v>0.23599999999999999</c:v>
                </c:pt>
                <c:pt idx="119">
                  <c:v>0.23799999999999999</c:v>
                </c:pt>
                <c:pt idx="120">
                  <c:v>0.24</c:v>
                </c:pt>
                <c:pt idx="121">
                  <c:v>0.24199999999999999</c:v>
                </c:pt>
                <c:pt idx="122">
                  <c:v>0.24399999999999999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0.25600000000000001</c:v>
                </c:pt>
                <c:pt idx="129">
                  <c:v>0.25800000000000001</c:v>
                </c:pt>
                <c:pt idx="130">
                  <c:v>0.26</c:v>
                </c:pt>
                <c:pt idx="131">
                  <c:v>0.26200000000000001</c:v>
                </c:pt>
                <c:pt idx="132">
                  <c:v>0.26400000000000001</c:v>
                </c:pt>
                <c:pt idx="133">
                  <c:v>0.26600000000000001</c:v>
                </c:pt>
                <c:pt idx="134">
                  <c:v>0.26800000000000002</c:v>
                </c:pt>
                <c:pt idx="135">
                  <c:v>0.27</c:v>
                </c:pt>
                <c:pt idx="136">
                  <c:v>0.27200000000000002</c:v>
                </c:pt>
                <c:pt idx="137">
                  <c:v>0.27400000000000002</c:v>
                </c:pt>
                <c:pt idx="138">
                  <c:v>0.27600000000000002</c:v>
                </c:pt>
                <c:pt idx="139">
                  <c:v>0.27800000000000002</c:v>
                </c:pt>
                <c:pt idx="140">
                  <c:v>0.28000000000000003</c:v>
                </c:pt>
                <c:pt idx="141">
                  <c:v>0.28199999999999997</c:v>
                </c:pt>
                <c:pt idx="142">
                  <c:v>0.28399999999999997</c:v>
                </c:pt>
                <c:pt idx="143">
                  <c:v>0.28599999999999998</c:v>
                </c:pt>
                <c:pt idx="144">
                  <c:v>0.28799999999999998</c:v>
                </c:pt>
                <c:pt idx="145">
                  <c:v>0.28999999999999998</c:v>
                </c:pt>
                <c:pt idx="146">
                  <c:v>0.29199999999999998</c:v>
                </c:pt>
                <c:pt idx="147">
                  <c:v>0.29399999999999998</c:v>
                </c:pt>
                <c:pt idx="148">
                  <c:v>0.29599999999999999</c:v>
                </c:pt>
                <c:pt idx="149">
                  <c:v>0.29799999999999999</c:v>
                </c:pt>
                <c:pt idx="150">
                  <c:v>0.3</c:v>
                </c:pt>
                <c:pt idx="151">
                  <c:v>0.30199999999999999</c:v>
                </c:pt>
                <c:pt idx="152">
                  <c:v>0.30399999999999999</c:v>
                </c:pt>
                <c:pt idx="153">
                  <c:v>0.30599999999999999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0.32200000000000001</c:v>
                </c:pt>
                <c:pt idx="162">
                  <c:v>0.32400000000000001</c:v>
                </c:pt>
                <c:pt idx="163">
                  <c:v>0.32600000000000001</c:v>
                </c:pt>
                <c:pt idx="164">
                  <c:v>0.32800000000000001</c:v>
                </c:pt>
                <c:pt idx="165">
                  <c:v>0.33</c:v>
                </c:pt>
                <c:pt idx="166">
                  <c:v>0.33200000000000002</c:v>
                </c:pt>
                <c:pt idx="167">
                  <c:v>0.33400000000000002</c:v>
                </c:pt>
                <c:pt idx="168">
                  <c:v>0.33600000000000002</c:v>
                </c:pt>
                <c:pt idx="169">
                  <c:v>0.33800000000000002</c:v>
                </c:pt>
                <c:pt idx="170">
                  <c:v>0.34</c:v>
                </c:pt>
                <c:pt idx="171">
                  <c:v>0.34200000000000003</c:v>
                </c:pt>
                <c:pt idx="172">
                  <c:v>0.34399999999999997</c:v>
                </c:pt>
                <c:pt idx="173">
                  <c:v>0.34599999999999997</c:v>
                </c:pt>
                <c:pt idx="174">
                  <c:v>0.34799999999999998</c:v>
                </c:pt>
                <c:pt idx="175">
                  <c:v>0.35</c:v>
                </c:pt>
                <c:pt idx="176">
                  <c:v>0.35199999999999998</c:v>
                </c:pt>
                <c:pt idx="177">
                  <c:v>0.35399999999999998</c:v>
                </c:pt>
                <c:pt idx="178">
                  <c:v>0.35599999999999998</c:v>
                </c:pt>
                <c:pt idx="179">
                  <c:v>0.35799999999999998</c:v>
                </c:pt>
                <c:pt idx="180">
                  <c:v>0.36</c:v>
                </c:pt>
                <c:pt idx="181">
                  <c:v>0.36199999999999999</c:v>
                </c:pt>
                <c:pt idx="182">
                  <c:v>0.36399999999999999</c:v>
                </c:pt>
                <c:pt idx="183">
                  <c:v>0.36599999999999999</c:v>
                </c:pt>
                <c:pt idx="184">
                  <c:v>0.36799999999999999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0.38200000000000001</c:v>
                </c:pt>
                <c:pt idx="192">
                  <c:v>0.38400000000000001</c:v>
                </c:pt>
                <c:pt idx="193">
                  <c:v>0.38600000000000001</c:v>
                </c:pt>
                <c:pt idx="194">
                  <c:v>0.38800000000000001</c:v>
                </c:pt>
                <c:pt idx="195">
                  <c:v>0.39</c:v>
                </c:pt>
                <c:pt idx="196">
                  <c:v>0.39200000000000002</c:v>
                </c:pt>
                <c:pt idx="197">
                  <c:v>0.39400000000000002</c:v>
                </c:pt>
                <c:pt idx="198">
                  <c:v>0.39600000000000002</c:v>
                </c:pt>
                <c:pt idx="199">
                  <c:v>0.39800000000000002</c:v>
                </c:pt>
                <c:pt idx="200">
                  <c:v>0.4</c:v>
                </c:pt>
                <c:pt idx="201">
                  <c:v>0.40200000000000002</c:v>
                </c:pt>
                <c:pt idx="202">
                  <c:v>0.40400000000000003</c:v>
                </c:pt>
                <c:pt idx="203">
                  <c:v>0.40600000000000003</c:v>
                </c:pt>
                <c:pt idx="204">
                  <c:v>0.40799999999999997</c:v>
                </c:pt>
                <c:pt idx="205">
                  <c:v>0.41</c:v>
                </c:pt>
                <c:pt idx="206">
                  <c:v>0.41199999999999998</c:v>
                </c:pt>
                <c:pt idx="207">
                  <c:v>0.41399999999999998</c:v>
                </c:pt>
                <c:pt idx="208">
                  <c:v>0.41599999999999998</c:v>
                </c:pt>
                <c:pt idx="209">
                  <c:v>0.41799999999999998</c:v>
                </c:pt>
                <c:pt idx="210">
                  <c:v>0.42</c:v>
                </c:pt>
                <c:pt idx="211">
                  <c:v>0.42199999999999999</c:v>
                </c:pt>
                <c:pt idx="212">
                  <c:v>0.42399999999999999</c:v>
                </c:pt>
                <c:pt idx="213">
                  <c:v>0.42599999999999999</c:v>
                </c:pt>
                <c:pt idx="214">
                  <c:v>0.42799999999999999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0.44400000000000001</c:v>
                </c:pt>
                <c:pt idx="223">
                  <c:v>0.44600000000000001</c:v>
                </c:pt>
                <c:pt idx="224">
                  <c:v>0.44800000000000001</c:v>
                </c:pt>
                <c:pt idx="225">
                  <c:v>0.45</c:v>
                </c:pt>
                <c:pt idx="226">
                  <c:v>0.45200000000000001</c:v>
                </c:pt>
                <c:pt idx="227">
                  <c:v>0.45400000000000001</c:v>
                </c:pt>
                <c:pt idx="228">
                  <c:v>0.45600000000000002</c:v>
                </c:pt>
                <c:pt idx="229">
                  <c:v>0.45800000000000002</c:v>
                </c:pt>
                <c:pt idx="230">
                  <c:v>0.46</c:v>
                </c:pt>
                <c:pt idx="231">
                  <c:v>0.46200000000000002</c:v>
                </c:pt>
                <c:pt idx="232">
                  <c:v>0.46400000000000002</c:v>
                </c:pt>
                <c:pt idx="233">
                  <c:v>0.46600000000000003</c:v>
                </c:pt>
                <c:pt idx="234">
                  <c:v>0.46800000000000003</c:v>
                </c:pt>
                <c:pt idx="235">
                  <c:v>0.47</c:v>
                </c:pt>
                <c:pt idx="236">
                  <c:v>0.47199999999999998</c:v>
                </c:pt>
                <c:pt idx="237">
                  <c:v>0.47399999999999998</c:v>
                </c:pt>
                <c:pt idx="238">
                  <c:v>0.47599999999999998</c:v>
                </c:pt>
                <c:pt idx="239">
                  <c:v>0.47799999999999998</c:v>
                </c:pt>
                <c:pt idx="240">
                  <c:v>0.48</c:v>
                </c:pt>
                <c:pt idx="241">
                  <c:v>0.48199999999999998</c:v>
                </c:pt>
                <c:pt idx="242">
                  <c:v>0.48399999999999999</c:v>
                </c:pt>
                <c:pt idx="243">
                  <c:v>0.48599999999999999</c:v>
                </c:pt>
                <c:pt idx="244">
                  <c:v>0.48799999999999999</c:v>
                </c:pt>
                <c:pt idx="245">
                  <c:v>0.49</c:v>
                </c:pt>
                <c:pt idx="246">
                  <c:v>0.49199999999999999</c:v>
                </c:pt>
                <c:pt idx="247">
                  <c:v>0.49399999999999999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0.50600000000000001</c:v>
                </c:pt>
                <c:pt idx="254">
                  <c:v>0.50800000000000001</c:v>
                </c:pt>
                <c:pt idx="255">
                  <c:v>0.51</c:v>
                </c:pt>
                <c:pt idx="256">
                  <c:v>0.51200000000000001</c:v>
                </c:pt>
                <c:pt idx="257">
                  <c:v>0.51400000000000001</c:v>
                </c:pt>
                <c:pt idx="258">
                  <c:v>0.51600000000000001</c:v>
                </c:pt>
                <c:pt idx="259">
                  <c:v>0.51800000000000002</c:v>
                </c:pt>
                <c:pt idx="260">
                  <c:v>0.52</c:v>
                </c:pt>
                <c:pt idx="261">
                  <c:v>0.52200000000000002</c:v>
                </c:pt>
                <c:pt idx="262">
                  <c:v>0.52400000000000002</c:v>
                </c:pt>
                <c:pt idx="263">
                  <c:v>0.52600000000000002</c:v>
                </c:pt>
                <c:pt idx="264">
                  <c:v>0.52800000000000002</c:v>
                </c:pt>
                <c:pt idx="265">
                  <c:v>0.53</c:v>
                </c:pt>
                <c:pt idx="266">
                  <c:v>0.53200000000000003</c:v>
                </c:pt>
                <c:pt idx="267">
                  <c:v>0.53400000000000003</c:v>
                </c:pt>
                <c:pt idx="268">
                  <c:v>0.53600000000000003</c:v>
                </c:pt>
                <c:pt idx="269">
                  <c:v>0.53800000000000003</c:v>
                </c:pt>
                <c:pt idx="270">
                  <c:v>0.54</c:v>
                </c:pt>
                <c:pt idx="271">
                  <c:v>0.54200000000000004</c:v>
                </c:pt>
                <c:pt idx="272">
                  <c:v>0.54400000000000004</c:v>
                </c:pt>
                <c:pt idx="273">
                  <c:v>0.54600000000000004</c:v>
                </c:pt>
                <c:pt idx="274">
                  <c:v>0.54800000000000004</c:v>
                </c:pt>
                <c:pt idx="275">
                  <c:v>0.55000000000000004</c:v>
                </c:pt>
                <c:pt idx="276">
                  <c:v>0.55200000000000005</c:v>
                </c:pt>
                <c:pt idx="277">
                  <c:v>0.55400000000000005</c:v>
                </c:pt>
                <c:pt idx="278">
                  <c:v>0.55600000000000005</c:v>
                </c:pt>
                <c:pt idx="279">
                  <c:v>0.55800000000000005</c:v>
                </c:pt>
                <c:pt idx="280">
                  <c:v>0.56000000000000005</c:v>
                </c:pt>
                <c:pt idx="281">
                  <c:v>0.56200000000000006</c:v>
                </c:pt>
                <c:pt idx="282">
                  <c:v>0.56399999999999995</c:v>
                </c:pt>
                <c:pt idx="283">
                  <c:v>0.56599999999999995</c:v>
                </c:pt>
                <c:pt idx="284">
                  <c:v>0.56799999999999995</c:v>
                </c:pt>
                <c:pt idx="285">
                  <c:v>0.56999999999999995</c:v>
                </c:pt>
                <c:pt idx="286">
                  <c:v>0.57199999999999995</c:v>
                </c:pt>
                <c:pt idx="287">
                  <c:v>0.57399999999999995</c:v>
                </c:pt>
                <c:pt idx="288">
                  <c:v>0.57599999999999996</c:v>
                </c:pt>
                <c:pt idx="289">
                  <c:v>0.57799999999999996</c:v>
                </c:pt>
                <c:pt idx="290">
                  <c:v>0.57999999999999996</c:v>
                </c:pt>
                <c:pt idx="291">
                  <c:v>0.58199999999999996</c:v>
                </c:pt>
                <c:pt idx="292">
                  <c:v>0.58399999999999996</c:v>
                </c:pt>
                <c:pt idx="293">
                  <c:v>0.58599999999999997</c:v>
                </c:pt>
                <c:pt idx="294">
                  <c:v>0.58799999999999997</c:v>
                </c:pt>
                <c:pt idx="295">
                  <c:v>0.59</c:v>
                </c:pt>
                <c:pt idx="296">
                  <c:v>0.59199999999999997</c:v>
                </c:pt>
                <c:pt idx="297">
                  <c:v>0.59399999999999997</c:v>
                </c:pt>
                <c:pt idx="298">
                  <c:v>0.59599999999999997</c:v>
                </c:pt>
                <c:pt idx="299">
                  <c:v>0.59799999999999998</c:v>
                </c:pt>
                <c:pt idx="300">
                  <c:v>0.6</c:v>
                </c:pt>
                <c:pt idx="301">
                  <c:v>0.60199999999999998</c:v>
                </c:pt>
                <c:pt idx="302">
                  <c:v>0.60399999999999998</c:v>
                </c:pt>
                <c:pt idx="303">
                  <c:v>0.60599999999999998</c:v>
                </c:pt>
                <c:pt idx="304">
                  <c:v>0.60799999999999998</c:v>
                </c:pt>
                <c:pt idx="305">
                  <c:v>0.61</c:v>
                </c:pt>
                <c:pt idx="306">
                  <c:v>0.61199999999999999</c:v>
                </c:pt>
                <c:pt idx="307">
                  <c:v>0.61399999999999999</c:v>
                </c:pt>
                <c:pt idx="308">
                  <c:v>0.61599999999999999</c:v>
                </c:pt>
                <c:pt idx="309">
                  <c:v>0.61799999999999999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0.63200000000000001</c:v>
                </c:pt>
                <c:pt idx="317">
                  <c:v>0.63400000000000001</c:v>
                </c:pt>
                <c:pt idx="318">
                  <c:v>0.63600000000000001</c:v>
                </c:pt>
                <c:pt idx="319">
                  <c:v>0.63800000000000001</c:v>
                </c:pt>
                <c:pt idx="320">
                  <c:v>0.64</c:v>
                </c:pt>
                <c:pt idx="321">
                  <c:v>0.64200000000000002</c:v>
                </c:pt>
                <c:pt idx="322">
                  <c:v>0.64400000000000002</c:v>
                </c:pt>
                <c:pt idx="323">
                  <c:v>0.64600000000000002</c:v>
                </c:pt>
                <c:pt idx="324">
                  <c:v>0.64800000000000002</c:v>
                </c:pt>
                <c:pt idx="325">
                  <c:v>0.65</c:v>
                </c:pt>
                <c:pt idx="326">
                  <c:v>0.65200000000000002</c:v>
                </c:pt>
                <c:pt idx="327">
                  <c:v>0.65400000000000003</c:v>
                </c:pt>
                <c:pt idx="328">
                  <c:v>0.65600000000000003</c:v>
                </c:pt>
                <c:pt idx="329">
                  <c:v>0.65800000000000003</c:v>
                </c:pt>
                <c:pt idx="330">
                  <c:v>0.66</c:v>
                </c:pt>
                <c:pt idx="331">
                  <c:v>0.66200000000000003</c:v>
                </c:pt>
                <c:pt idx="332">
                  <c:v>0.66400000000000003</c:v>
                </c:pt>
                <c:pt idx="333">
                  <c:v>0.66600000000000004</c:v>
                </c:pt>
                <c:pt idx="334">
                  <c:v>0.66800000000000004</c:v>
                </c:pt>
                <c:pt idx="335">
                  <c:v>0.67</c:v>
                </c:pt>
                <c:pt idx="336">
                  <c:v>0.67200000000000004</c:v>
                </c:pt>
                <c:pt idx="337">
                  <c:v>0.67400000000000004</c:v>
                </c:pt>
                <c:pt idx="338">
                  <c:v>0.67600000000000005</c:v>
                </c:pt>
                <c:pt idx="339">
                  <c:v>0.67800000000000005</c:v>
                </c:pt>
                <c:pt idx="340">
                  <c:v>0.68</c:v>
                </c:pt>
                <c:pt idx="341">
                  <c:v>0.68200000000000005</c:v>
                </c:pt>
                <c:pt idx="342">
                  <c:v>0.68400000000000005</c:v>
                </c:pt>
                <c:pt idx="343">
                  <c:v>0.68600000000000005</c:v>
                </c:pt>
                <c:pt idx="344">
                  <c:v>0.68799999999999994</c:v>
                </c:pt>
                <c:pt idx="345">
                  <c:v>0.69</c:v>
                </c:pt>
                <c:pt idx="346">
                  <c:v>0.69199999999999995</c:v>
                </c:pt>
                <c:pt idx="347">
                  <c:v>0.69399999999999995</c:v>
                </c:pt>
                <c:pt idx="348">
                  <c:v>0.69599999999999995</c:v>
                </c:pt>
                <c:pt idx="349">
                  <c:v>0.69799999999999995</c:v>
                </c:pt>
                <c:pt idx="350">
                  <c:v>0.7</c:v>
                </c:pt>
                <c:pt idx="351">
                  <c:v>0.70199999999999996</c:v>
                </c:pt>
                <c:pt idx="352">
                  <c:v>0.70399999999999996</c:v>
                </c:pt>
                <c:pt idx="353">
                  <c:v>0.70599999999999996</c:v>
                </c:pt>
                <c:pt idx="354">
                  <c:v>0.70799999999999996</c:v>
                </c:pt>
                <c:pt idx="355">
                  <c:v>0.71</c:v>
                </c:pt>
                <c:pt idx="356">
                  <c:v>0.71199999999999997</c:v>
                </c:pt>
                <c:pt idx="357">
                  <c:v>0.71399999999999997</c:v>
                </c:pt>
                <c:pt idx="358">
                  <c:v>0.71599999999999997</c:v>
                </c:pt>
                <c:pt idx="359">
                  <c:v>0.71799999999999997</c:v>
                </c:pt>
                <c:pt idx="360">
                  <c:v>0.72</c:v>
                </c:pt>
                <c:pt idx="361">
                  <c:v>0.72199999999999998</c:v>
                </c:pt>
                <c:pt idx="362">
                  <c:v>0.72399999999999998</c:v>
                </c:pt>
                <c:pt idx="363">
                  <c:v>0.72599999999999998</c:v>
                </c:pt>
                <c:pt idx="364">
                  <c:v>0.72799999999999998</c:v>
                </c:pt>
                <c:pt idx="365">
                  <c:v>0.73</c:v>
                </c:pt>
                <c:pt idx="366">
                  <c:v>0.73199999999999998</c:v>
                </c:pt>
                <c:pt idx="367">
                  <c:v>0.73399999999999999</c:v>
                </c:pt>
                <c:pt idx="368">
                  <c:v>0.73599999999999999</c:v>
                </c:pt>
                <c:pt idx="369">
                  <c:v>0.73799999999999999</c:v>
                </c:pt>
                <c:pt idx="370">
                  <c:v>0.74</c:v>
                </c:pt>
                <c:pt idx="371">
                  <c:v>0.74199999999999999</c:v>
                </c:pt>
                <c:pt idx="372">
                  <c:v>0.74399999999999999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0.75600000000000001</c:v>
                </c:pt>
                <c:pt idx="379">
                  <c:v>0.75800000000000001</c:v>
                </c:pt>
                <c:pt idx="380">
                  <c:v>0.76</c:v>
                </c:pt>
                <c:pt idx="381">
                  <c:v>0.76200000000000001</c:v>
                </c:pt>
                <c:pt idx="382">
                  <c:v>0.76400000000000001</c:v>
                </c:pt>
                <c:pt idx="383">
                  <c:v>0.76600000000000001</c:v>
                </c:pt>
                <c:pt idx="384">
                  <c:v>0.76800000000000002</c:v>
                </c:pt>
                <c:pt idx="385">
                  <c:v>0.77</c:v>
                </c:pt>
                <c:pt idx="386">
                  <c:v>0.77200000000000002</c:v>
                </c:pt>
                <c:pt idx="387">
                  <c:v>0.77400000000000002</c:v>
                </c:pt>
                <c:pt idx="388">
                  <c:v>0.77600000000000002</c:v>
                </c:pt>
                <c:pt idx="389">
                  <c:v>0.77800000000000002</c:v>
                </c:pt>
                <c:pt idx="390">
                  <c:v>0.78</c:v>
                </c:pt>
                <c:pt idx="391">
                  <c:v>0.78200000000000003</c:v>
                </c:pt>
                <c:pt idx="392">
                  <c:v>0.78400000000000003</c:v>
                </c:pt>
                <c:pt idx="393">
                  <c:v>0.78600000000000003</c:v>
                </c:pt>
                <c:pt idx="394">
                  <c:v>0.78800000000000003</c:v>
                </c:pt>
                <c:pt idx="395">
                  <c:v>0.79</c:v>
                </c:pt>
                <c:pt idx="396">
                  <c:v>0.79200000000000004</c:v>
                </c:pt>
                <c:pt idx="397">
                  <c:v>0.79400000000000004</c:v>
                </c:pt>
                <c:pt idx="398">
                  <c:v>0.79600000000000004</c:v>
                </c:pt>
                <c:pt idx="399">
                  <c:v>0.79800000000000004</c:v>
                </c:pt>
                <c:pt idx="400">
                  <c:v>0.8</c:v>
                </c:pt>
                <c:pt idx="401">
                  <c:v>0.80200000000000005</c:v>
                </c:pt>
                <c:pt idx="402">
                  <c:v>0.80400000000000005</c:v>
                </c:pt>
                <c:pt idx="403">
                  <c:v>0.80600000000000005</c:v>
                </c:pt>
                <c:pt idx="404">
                  <c:v>0.80800000000000005</c:v>
                </c:pt>
                <c:pt idx="405">
                  <c:v>0.81</c:v>
                </c:pt>
                <c:pt idx="406">
                  <c:v>0.81200000000000006</c:v>
                </c:pt>
                <c:pt idx="407">
                  <c:v>0.81399999999999995</c:v>
                </c:pt>
                <c:pt idx="408">
                  <c:v>0.81599999999999995</c:v>
                </c:pt>
                <c:pt idx="409">
                  <c:v>0.81799999999999995</c:v>
                </c:pt>
                <c:pt idx="410">
                  <c:v>0.82</c:v>
                </c:pt>
                <c:pt idx="411">
                  <c:v>0.82199999999999995</c:v>
                </c:pt>
                <c:pt idx="412">
                  <c:v>0.82399999999999995</c:v>
                </c:pt>
                <c:pt idx="413">
                  <c:v>0.82599999999999996</c:v>
                </c:pt>
                <c:pt idx="414">
                  <c:v>0.82799999999999996</c:v>
                </c:pt>
                <c:pt idx="415">
                  <c:v>0.83</c:v>
                </c:pt>
                <c:pt idx="416">
                  <c:v>0.83199999999999996</c:v>
                </c:pt>
                <c:pt idx="417">
                  <c:v>0.83399999999999996</c:v>
                </c:pt>
                <c:pt idx="418">
                  <c:v>0.83599999999999997</c:v>
                </c:pt>
                <c:pt idx="419">
                  <c:v>0.83799999999999997</c:v>
                </c:pt>
                <c:pt idx="420">
                  <c:v>0.84</c:v>
                </c:pt>
                <c:pt idx="421">
                  <c:v>0.84199999999999997</c:v>
                </c:pt>
                <c:pt idx="422">
                  <c:v>0.84399999999999997</c:v>
                </c:pt>
                <c:pt idx="423">
                  <c:v>0.84599999999999997</c:v>
                </c:pt>
                <c:pt idx="424">
                  <c:v>0.84799999999999998</c:v>
                </c:pt>
                <c:pt idx="425">
                  <c:v>0.85</c:v>
                </c:pt>
                <c:pt idx="426">
                  <c:v>0.85199999999999998</c:v>
                </c:pt>
                <c:pt idx="427">
                  <c:v>0.85399999999999998</c:v>
                </c:pt>
                <c:pt idx="428">
                  <c:v>0.85599999999999998</c:v>
                </c:pt>
                <c:pt idx="429">
                  <c:v>0.85799999999999998</c:v>
                </c:pt>
                <c:pt idx="430">
                  <c:v>0.86</c:v>
                </c:pt>
                <c:pt idx="431">
                  <c:v>0.86199999999999999</c:v>
                </c:pt>
                <c:pt idx="432">
                  <c:v>0.86399999999999999</c:v>
                </c:pt>
                <c:pt idx="433">
                  <c:v>0.86599999999999999</c:v>
                </c:pt>
                <c:pt idx="434">
                  <c:v>0.86799999999999999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0.88200000000000001</c:v>
                </c:pt>
                <c:pt idx="442">
                  <c:v>0.88400000000000001</c:v>
                </c:pt>
                <c:pt idx="443">
                  <c:v>0.88600000000000001</c:v>
                </c:pt>
                <c:pt idx="444">
                  <c:v>0.88800000000000001</c:v>
                </c:pt>
                <c:pt idx="445">
                  <c:v>0.89</c:v>
                </c:pt>
                <c:pt idx="446">
                  <c:v>0.89200000000000002</c:v>
                </c:pt>
                <c:pt idx="447">
                  <c:v>0.89400000000000002</c:v>
                </c:pt>
                <c:pt idx="448">
                  <c:v>0.89600000000000002</c:v>
                </c:pt>
                <c:pt idx="449">
                  <c:v>0.89800000000000002</c:v>
                </c:pt>
                <c:pt idx="450">
                  <c:v>0.9</c:v>
                </c:pt>
                <c:pt idx="451">
                  <c:v>0.90200000000000002</c:v>
                </c:pt>
                <c:pt idx="452">
                  <c:v>0.90400000000000003</c:v>
                </c:pt>
                <c:pt idx="453">
                  <c:v>0.90600000000000003</c:v>
                </c:pt>
                <c:pt idx="454">
                  <c:v>0.90800000000000003</c:v>
                </c:pt>
                <c:pt idx="455">
                  <c:v>0.91</c:v>
                </c:pt>
                <c:pt idx="456">
                  <c:v>0.91200000000000003</c:v>
                </c:pt>
                <c:pt idx="457">
                  <c:v>0.91400000000000003</c:v>
                </c:pt>
                <c:pt idx="458">
                  <c:v>0.91600000000000004</c:v>
                </c:pt>
                <c:pt idx="459">
                  <c:v>0.91800000000000004</c:v>
                </c:pt>
                <c:pt idx="460">
                  <c:v>0.92</c:v>
                </c:pt>
                <c:pt idx="461">
                  <c:v>0.92200000000000004</c:v>
                </c:pt>
                <c:pt idx="462">
                  <c:v>0.92400000000000004</c:v>
                </c:pt>
                <c:pt idx="463">
                  <c:v>0.92600000000000005</c:v>
                </c:pt>
                <c:pt idx="464">
                  <c:v>0.92800000000000005</c:v>
                </c:pt>
                <c:pt idx="465">
                  <c:v>0.93</c:v>
                </c:pt>
                <c:pt idx="466">
                  <c:v>0.93200000000000005</c:v>
                </c:pt>
                <c:pt idx="467">
                  <c:v>0.93400000000000005</c:v>
                </c:pt>
                <c:pt idx="468">
                  <c:v>0.93600000000000005</c:v>
                </c:pt>
                <c:pt idx="469">
                  <c:v>0.93799999999999994</c:v>
                </c:pt>
                <c:pt idx="470">
                  <c:v>0.94</c:v>
                </c:pt>
                <c:pt idx="471">
                  <c:v>0.94199999999999995</c:v>
                </c:pt>
                <c:pt idx="472">
                  <c:v>0.94399999999999995</c:v>
                </c:pt>
                <c:pt idx="473">
                  <c:v>0.94599999999999995</c:v>
                </c:pt>
                <c:pt idx="474">
                  <c:v>0.94799999999999995</c:v>
                </c:pt>
                <c:pt idx="475">
                  <c:v>0.95</c:v>
                </c:pt>
                <c:pt idx="476">
                  <c:v>0.95199999999999996</c:v>
                </c:pt>
                <c:pt idx="477">
                  <c:v>0.95399999999999996</c:v>
                </c:pt>
                <c:pt idx="478">
                  <c:v>0.95599999999999996</c:v>
                </c:pt>
                <c:pt idx="479">
                  <c:v>0.95799999999999996</c:v>
                </c:pt>
                <c:pt idx="480">
                  <c:v>0.96</c:v>
                </c:pt>
                <c:pt idx="481">
                  <c:v>0.96199999999999997</c:v>
                </c:pt>
                <c:pt idx="482">
                  <c:v>0.96399999999999997</c:v>
                </c:pt>
                <c:pt idx="483">
                  <c:v>0.96599999999999997</c:v>
                </c:pt>
                <c:pt idx="484">
                  <c:v>0.96799999999999997</c:v>
                </c:pt>
                <c:pt idx="485">
                  <c:v>0.97</c:v>
                </c:pt>
                <c:pt idx="486">
                  <c:v>0.97199999999999998</c:v>
                </c:pt>
                <c:pt idx="487">
                  <c:v>0.97399999999999998</c:v>
                </c:pt>
                <c:pt idx="488">
                  <c:v>0.97599999999999998</c:v>
                </c:pt>
                <c:pt idx="489">
                  <c:v>0.97799999999999998</c:v>
                </c:pt>
                <c:pt idx="490">
                  <c:v>0.98</c:v>
                </c:pt>
                <c:pt idx="491">
                  <c:v>0.98199999999999998</c:v>
                </c:pt>
                <c:pt idx="492">
                  <c:v>0.98399999999999999</c:v>
                </c:pt>
                <c:pt idx="493">
                  <c:v>0.98599999999999999</c:v>
                </c:pt>
                <c:pt idx="494">
                  <c:v>0.98799999999999999</c:v>
                </c:pt>
                <c:pt idx="495">
                  <c:v>0.99</c:v>
                </c:pt>
                <c:pt idx="496">
                  <c:v>0.99199999999999999</c:v>
                </c:pt>
                <c:pt idx="497">
                  <c:v>0.99399999999999999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1.0580000000000001</c:v>
                </c:pt>
                <c:pt idx="530">
                  <c:v>1.06</c:v>
                </c:pt>
                <c:pt idx="531">
                  <c:v>1.0620000000000001</c:v>
                </c:pt>
                <c:pt idx="532">
                  <c:v>1.0640000000000001</c:v>
                </c:pt>
                <c:pt idx="533">
                  <c:v>1.0660000000000001</c:v>
                </c:pt>
                <c:pt idx="534">
                  <c:v>1.0680000000000001</c:v>
                </c:pt>
                <c:pt idx="535">
                  <c:v>1.07</c:v>
                </c:pt>
                <c:pt idx="536">
                  <c:v>1.0720000000000001</c:v>
                </c:pt>
                <c:pt idx="537">
                  <c:v>1.0740000000000001</c:v>
                </c:pt>
                <c:pt idx="538">
                  <c:v>1.0760000000000001</c:v>
                </c:pt>
                <c:pt idx="539">
                  <c:v>1.0780000000000001</c:v>
                </c:pt>
                <c:pt idx="540">
                  <c:v>1.08</c:v>
                </c:pt>
                <c:pt idx="541">
                  <c:v>1.0820000000000001</c:v>
                </c:pt>
                <c:pt idx="542">
                  <c:v>1.0840000000000001</c:v>
                </c:pt>
                <c:pt idx="543">
                  <c:v>1.0860000000000001</c:v>
                </c:pt>
                <c:pt idx="544">
                  <c:v>1.0880000000000001</c:v>
                </c:pt>
                <c:pt idx="545">
                  <c:v>1.0900000000000001</c:v>
                </c:pt>
                <c:pt idx="546">
                  <c:v>1.0920000000000001</c:v>
                </c:pt>
                <c:pt idx="547">
                  <c:v>1.0940000000000001</c:v>
                </c:pt>
                <c:pt idx="548">
                  <c:v>1.0960000000000001</c:v>
                </c:pt>
                <c:pt idx="549">
                  <c:v>1.0980000000000001</c:v>
                </c:pt>
                <c:pt idx="550">
                  <c:v>1.1000000000000001</c:v>
                </c:pt>
                <c:pt idx="551">
                  <c:v>1.1020000000000001</c:v>
                </c:pt>
                <c:pt idx="552">
                  <c:v>1.1040000000000001</c:v>
                </c:pt>
                <c:pt idx="553">
                  <c:v>1.1060000000000001</c:v>
                </c:pt>
                <c:pt idx="554">
                  <c:v>1.1080000000000001</c:v>
                </c:pt>
                <c:pt idx="555">
                  <c:v>1.1100000000000001</c:v>
                </c:pt>
                <c:pt idx="556">
                  <c:v>1.1120000000000001</c:v>
                </c:pt>
                <c:pt idx="557">
                  <c:v>1.1140000000000001</c:v>
                </c:pt>
                <c:pt idx="558">
                  <c:v>1.1160000000000001</c:v>
                </c:pt>
                <c:pt idx="559">
                  <c:v>1.1180000000000001</c:v>
                </c:pt>
                <c:pt idx="560">
                  <c:v>1.1200000000000001</c:v>
                </c:pt>
                <c:pt idx="561">
                  <c:v>1.1220000000000001</c:v>
                </c:pt>
                <c:pt idx="562">
                  <c:v>1.1240000000000001</c:v>
                </c:pt>
                <c:pt idx="563">
                  <c:v>1.1259999999999999</c:v>
                </c:pt>
                <c:pt idx="564">
                  <c:v>1.1279999999999999</c:v>
                </c:pt>
                <c:pt idx="565">
                  <c:v>1.1299999999999999</c:v>
                </c:pt>
                <c:pt idx="566">
                  <c:v>1.1319999999999999</c:v>
                </c:pt>
                <c:pt idx="567">
                  <c:v>1.1339999999999999</c:v>
                </c:pt>
                <c:pt idx="568">
                  <c:v>1.1359999999999999</c:v>
                </c:pt>
                <c:pt idx="569">
                  <c:v>1.1379999999999999</c:v>
                </c:pt>
                <c:pt idx="570">
                  <c:v>1.1399999999999999</c:v>
                </c:pt>
                <c:pt idx="571">
                  <c:v>1.1419999999999999</c:v>
                </c:pt>
                <c:pt idx="572">
                  <c:v>1.1439999999999999</c:v>
                </c:pt>
                <c:pt idx="573">
                  <c:v>1.1459999999999999</c:v>
                </c:pt>
                <c:pt idx="574">
                  <c:v>1.1479999999999999</c:v>
                </c:pt>
                <c:pt idx="575">
                  <c:v>1.1499999999999999</c:v>
                </c:pt>
                <c:pt idx="576">
                  <c:v>1.1519999999999999</c:v>
                </c:pt>
                <c:pt idx="577">
                  <c:v>1.1539999999999999</c:v>
                </c:pt>
                <c:pt idx="578">
                  <c:v>1.1559999999999999</c:v>
                </c:pt>
                <c:pt idx="579">
                  <c:v>1.1579999999999999</c:v>
                </c:pt>
                <c:pt idx="580">
                  <c:v>1.1599999999999999</c:v>
                </c:pt>
                <c:pt idx="581">
                  <c:v>1.1619999999999999</c:v>
                </c:pt>
                <c:pt idx="582">
                  <c:v>1.1639999999999999</c:v>
                </c:pt>
                <c:pt idx="583">
                  <c:v>1.1659999999999999</c:v>
                </c:pt>
                <c:pt idx="584">
                  <c:v>1.1679999999999999</c:v>
                </c:pt>
                <c:pt idx="585">
                  <c:v>1.17</c:v>
                </c:pt>
                <c:pt idx="586">
                  <c:v>1.1719999999999999</c:v>
                </c:pt>
                <c:pt idx="587">
                  <c:v>1.1739999999999999</c:v>
                </c:pt>
                <c:pt idx="588">
                  <c:v>1.1759999999999999</c:v>
                </c:pt>
                <c:pt idx="589">
                  <c:v>1.1779999999999999</c:v>
                </c:pt>
                <c:pt idx="590">
                  <c:v>1.18</c:v>
                </c:pt>
                <c:pt idx="591">
                  <c:v>1.1819999999999999</c:v>
                </c:pt>
                <c:pt idx="592">
                  <c:v>1.1839999999999999</c:v>
                </c:pt>
                <c:pt idx="593">
                  <c:v>1.1859999999999999</c:v>
                </c:pt>
                <c:pt idx="594">
                  <c:v>1.1879999999999999</c:v>
                </c:pt>
                <c:pt idx="595">
                  <c:v>1.19</c:v>
                </c:pt>
                <c:pt idx="596">
                  <c:v>1.1919999999999999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  <c:pt idx="616">
                  <c:v>1.232</c:v>
                </c:pt>
                <c:pt idx="617">
                  <c:v>1.234</c:v>
                </c:pt>
                <c:pt idx="618">
                  <c:v>1.236</c:v>
                </c:pt>
                <c:pt idx="619">
                  <c:v>1.238</c:v>
                </c:pt>
                <c:pt idx="620">
                  <c:v>1.24</c:v>
                </c:pt>
                <c:pt idx="621">
                  <c:v>1.242</c:v>
                </c:pt>
                <c:pt idx="622">
                  <c:v>1.244</c:v>
                </c:pt>
                <c:pt idx="623">
                  <c:v>1.246</c:v>
                </c:pt>
                <c:pt idx="624">
                  <c:v>1.248</c:v>
                </c:pt>
                <c:pt idx="625">
                  <c:v>1.25</c:v>
                </c:pt>
                <c:pt idx="626">
                  <c:v>1.252</c:v>
                </c:pt>
                <c:pt idx="627">
                  <c:v>1.254</c:v>
                </c:pt>
                <c:pt idx="628">
                  <c:v>1.256</c:v>
                </c:pt>
                <c:pt idx="629">
                  <c:v>1.258</c:v>
                </c:pt>
                <c:pt idx="630">
                  <c:v>1.26</c:v>
                </c:pt>
                <c:pt idx="631">
                  <c:v>1.262</c:v>
                </c:pt>
                <c:pt idx="632">
                  <c:v>1.264</c:v>
                </c:pt>
                <c:pt idx="633">
                  <c:v>1.266</c:v>
                </c:pt>
                <c:pt idx="634">
                  <c:v>1.268</c:v>
                </c:pt>
                <c:pt idx="635">
                  <c:v>1.27</c:v>
                </c:pt>
                <c:pt idx="636">
                  <c:v>1.272</c:v>
                </c:pt>
                <c:pt idx="637">
                  <c:v>1.274</c:v>
                </c:pt>
                <c:pt idx="638">
                  <c:v>1.276</c:v>
                </c:pt>
                <c:pt idx="639">
                  <c:v>1.278</c:v>
                </c:pt>
                <c:pt idx="640">
                  <c:v>1.28</c:v>
                </c:pt>
                <c:pt idx="641">
                  <c:v>1.282</c:v>
                </c:pt>
                <c:pt idx="642">
                  <c:v>1.284</c:v>
                </c:pt>
                <c:pt idx="643">
                  <c:v>1.286</c:v>
                </c:pt>
                <c:pt idx="644">
                  <c:v>1.288</c:v>
                </c:pt>
                <c:pt idx="645">
                  <c:v>1.29</c:v>
                </c:pt>
                <c:pt idx="646">
                  <c:v>1.292</c:v>
                </c:pt>
                <c:pt idx="647">
                  <c:v>1.294</c:v>
                </c:pt>
                <c:pt idx="648">
                  <c:v>1.296</c:v>
                </c:pt>
                <c:pt idx="649">
                  <c:v>1.298</c:v>
                </c:pt>
                <c:pt idx="650">
                  <c:v>1.3</c:v>
                </c:pt>
                <c:pt idx="651">
                  <c:v>1.302</c:v>
                </c:pt>
                <c:pt idx="652">
                  <c:v>1.304</c:v>
                </c:pt>
                <c:pt idx="653">
                  <c:v>1.306</c:v>
                </c:pt>
                <c:pt idx="654">
                  <c:v>1.3080000000000001</c:v>
                </c:pt>
                <c:pt idx="655">
                  <c:v>1.31</c:v>
                </c:pt>
                <c:pt idx="656">
                  <c:v>1.3120000000000001</c:v>
                </c:pt>
                <c:pt idx="657">
                  <c:v>1.3140000000000001</c:v>
                </c:pt>
                <c:pt idx="658">
                  <c:v>1.3160000000000001</c:v>
                </c:pt>
                <c:pt idx="659">
                  <c:v>1.3180000000000001</c:v>
                </c:pt>
                <c:pt idx="660">
                  <c:v>1.32</c:v>
                </c:pt>
                <c:pt idx="661">
                  <c:v>1.3220000000000001</c:v>
                </c:pt>
                <c:pt idx="662">
                  <c:v>1.3240000000000001</c:v>
                </c:pt>
                <c:pt idx="663">
                  <c:v>1.3260000000000001</c:v>
                </c:pt>
                <c:pt idx="664">
                  <c:v>1.3280000000000001</c:v>
                </c:pt>
                <c:pt idx="665">
                  <c:v>1.33</c:v>
                </c:pt>
                <c:pt idx="666">
                  <c:v>1.3320000000000001</c:v>
                </c:pt>
                <c:pt idx="667">
                  <c:v>1.3340000000000001</c:v>
                </c:pt>
                <c:pt idx="668">
                  <c:v>1.3360000000000001</c:v>
                </c:pt>
                <c:pt idx="669">
                  <c:v>1.3380000000000001</c:v>
                </c:pt>
                <c:pt idx="670">
                  <c:v>1.34</c:v>
                </c:pt>
                <c:pt idx="671">
                  <c:v>1.3420000000000001</c:v>
                </c:pt>
                <c:pt idx="672">
                  <c:v>1.3440000000000001</c:v>
                </c:pt>
                <c:pt idx="673">
                  <c:v>1.3460000000000001</c:v>
                </c:pt>
                <c:pt idx="674">
                  <c:v>1.3480000000000001</c:v>
                </c:pt>
                <c:pt idx="675">
                  <c:v>1.35</c:v>
                </c:pt>
                <c:pt idx="676">
                  <c:v>1.3520000000000001</c:v>
                </c:pt>
                <c:pt idx="677">
                  <c:v>1.3540000000000001</c:v>
                </c:pt>
                <c:pt idx="678">
                  <c:v>1.3560000000000001</c:v>
                </c:pt>
                <c:pt idx="679">
                  <c:v>1.3580000000000001</c:v>
                </c:pt>
                <c:pt idx="680">
                  <c:v>1.36</c:v>
                </c:pt>
                <c:pt idx="681">
                  <c:v>1.3620000000000001</c:v>
                </c:pt>
                <c:pt idx="682">
                  <c:v>1.3640000000000001</c:v>
                </c:pt>
                <c:pt idx="683">
                  <c:v>1.3660000000000001</c:v>
                </c:pt>
                <c:pt idx="684">
                  <c:v>1.3680000000000001</c:v>
                </c:pt>
                <c:pt idx="685">
                  <c:v>1.37</c:v>
                </c:pt>
                <c:pt idx="686">
                  <c:v>1.3720000000000001</c:v>
                </c:pt>
                <c:pt idx="687">
                  <c:v>1.3740000000000001</c:v>
                </c:pt>
                <c:pt idx="688">
                  <c:v>1.3759999999999999</c:v>
                </c:pt>
                <c:pt idx="689">
                  <c:v>1.3779999999999999</c:v>
                </c:pt>
                <c:pt idx="690">
                  <c:v>1.38</c:v>
                </c:pt>
                <c:pt idx="691">
                  <c:v>1.3819999999999999</c:v>
                </c:pt>
                <c:pt idx="692">
                  <c:v>1.3839999999999999</c:v>
                </c:pt>
                <c:pt idx="693">
                  <c:v>1.3859999999999999</c:v>
                </c:pt>
                <c:pt idx="694">
                  <c:v>1.3879999999999999</c:v>
                </c:pt>
                <c:pt idx="695">
                  <c:v>1.39</c:v>
                </c:pt>
                <c:pt idx="696">
                  <c:v>1.3919999999999999</c:v>
                </c:pt>
                <c:pt idx="697">
                  <c:v>1.3939999999999999</c:v>
                </c:pt>
                <c:pt idx="698">
                  <c:v>1.3959999999999999</c:v>
                </c:pt>
                <c:pt idx="699">
                  <c:v>1.3979999999999999</c:v>
                </c:pt>
                <c:pt idx="700">
                  <c:v>1.4</c:v>
                </c:pt>
                <c:pt idx="701">
                  <c:v>1.4019999999999999</c:v>
                </c:pt>
                <c:pt idx="702">
                  <c:v>1.4039999999999999</c:v>
                </c:pt>
                <c:pt idx="703">
                  <c:v>1.4059999999999999</c:v>
                </c:pt>
                <c:pt idx="704">
                  <c:v>1.4079999999999999</c:v>
                </c:pt>
                <c:pt idx="705">
                  <c:v>1.41</c:v>
                </c:pt>
                <c:pt idx="706">
                  <c:v>1.4119999999999999</c:v>
                </c:pt>
                <c:pt idx="707">
                  <c:v>1.4139999999999999</c:v>
                </c:pt>
                <c:pt idx="708">
                  <c:v>1.4159999999999999</c:v>
                </c:pt>
                <c:pt idx="709">
                  <c:v>1.4179999999999999</c:v>
                </c:pt>
                <c:pt idx="710">
                  <c:v>1.42</c:v>
                </c:pt>
                <c:pt idx="711">
                  <c:v>1.4219999999999999</c:v>
                </c:pt>
                <c:pt idx="712">
                  <c:v>1.4239999999999999</c:v>
                </c:pt>
                <c:pt idx="713">
                  <c:v>1.4259999999999999</c:v>
                </c:pt>
                <c:pt idx="714">
                  <c:v>1.4279999999999999</c:v>
                </c:pt>
                <c:pt idx="715">
                  <c:v>1.43</c:v>
                </c:pt>
                <c:pt idx="716">
                  <c:v>1.4319999999999999</c:v>
                </c:pt>
                <c:pt idx="717">
                  <c:v>1.4339999999999999</c:v>
                </c:pt>
                <c:pt idx="718">
                  <c:v>1.4359999999999999</c:v>
                </c:pt>
                <c:pt idx="719">
                  <c:v>1.4379999999999999</c:v>
                </c:pt>
                <c:pt idx="720">
                  <c:v>1.44</c:v>
                </c:pt>
                <c:pt idx="721">
                  <c:v>1.4419999999999999</c:v>
                </c:pt>
                <c:pt idx="722">
                  <c:v>1.444</c:v>
                </c:pt>
                <c:pt idx="723">
                  <c:v>1.446</c:v>
                </c:pt>
                <c:pt idx="724">
                  <c:v>1.448</c:v>
                </c:pt>
                <c:pt idx="725">
                  <c:v>1.45</c:v>
                </c:pt>
                <c:pt idx="726">
                  <c:v>1.452</c:v>
                </c:pt>
                <c:pt idx="727">
                  <c:v>1.454</c:v>
                </c:pt>
                <c:pt idx="728">
                  <c:v>1.456</c:v>
                </c:pt>
                <c:pt idx="729">
                  <c:v>1.458</c:v>
                </c:pt>
                <c:pt idx="730">
                  <c:v>1.46</c:v>
                </c:pt>
                <c:pt idx="731">
                  <c:v>1.462</c:v>
                </c:pt>
                <c:pt idx="732">
                  <c:v>1.464</c:v>
                </c:pt>
                <c:pt idx="733">
                  <c:v>1.466</c:v>
                </c:pt>
                <c:pt idx="734">
                  <c:v>1.468</c:v>
                </c:pt>
                <c:pt idx="735">
                  <c:v>1.47</c:v>
                </c:pt>
                <c:pt idx="736">
                  <c:v>1.472</c:v>
                </c:pt>
                <c:pt idx="737">
                  <c:v>1.474</c:v>
                </c:pt>
                <c:pt idx="738">
                  <c:v>1.476</c:v>
                </c:pt>
                <c:pt idx="739">
                  <c:v>1.478</c:v>
                </c:pt>
                <c:pt idx="740">
                  <c:v>1.48</c:v>
                </c:pt>
                <c:pt idx="741">
                  <c:v>1.482</c:v>
                </c:pt>
                <c:pt idx="742">
                  <c:v>1.484</c:v>
                </c:pt>
                <c:pt idx="743">
                  <c:v>1.486</c:v>
                </c:pt>
                <c:pt idx="744">
                  <c:v>1.488</c:v>
                </c:pt>
                <c:pt idx="745">
                  <c:v>1.49</c:v>
                </c:pt>
                <c:pt idx="746">
                  <c:v>1.492</c:v>
                </c:pt>
                <c:pt idx="747">
                  <c:v>1.494</c:v>
                </c:pt>
                <c:pt idx="748">
                  <c:v>1.496</c:v>
                </c:pt>
                <c:pt idx="749">
                  <c:v>1.498</c:v>
                </c:pt>
                <c:pt idx="750">
                  <c:v>1.5</c:v>
                </c:pt>
                <c:pt idx="751">
                  <c:v>1.502</c:v>
                </c:pt>
                <c:pt idx="752">
                  <c:v>1.504</c:v>
                </c:pt>
                <c:pt idx="753">
                  <c:v>1.506</c:v>
                </c:pt>
                <c:pt idx="754">
                  <c:v>1.508</c:v>
                </c:pt>
                <c:pt idx="755">
                  <c:v>1.51</c:v>
                </c:pt>
                <c:pt idx="756">
                  <c:v>1.512</c:v>
                </c:pt>
                <c:pt idx="757">
                  <c:v>1.514</c:v>
                </c:pt>
                <c:pt idx="758">
                  <c:v>1.516</c:v>
                </c:pt>
                <c:pt idx="759">
                  <c:v>1.518</c:v>
                </c:pt>
                <c:pt idx="760">
                  <c:v>1.52</c:v>
                </c:pt>
                <c:pt idx="761">
                  <c:v>1.522</c:v>
                </c:pt>
                <c:pt idx="762">
                  <c:v>1.524</c:v>
                </c:pt>
                <c:pt idx="763">
                  <c:v>1.526</c:v>
                </c:pt>
                <c:pt idx="764">
                  <c:v>1.528</c:v>
                </c:pt>
                <c:pt idx="765">
                  <c:v>1.53</c:v>
                </c:pt>
                <c:pt idx="766">
                  <c:v>1.532</c:v>
                </c:pt>
                <c:pt idx="767">
                  <c:v>1.534</c:v>
                </c:pt>
                <c:pt idx="768">
                  <c:v>1.536</c:v>
                </c:pt>
                <c:pt idx="769">
                  <c:v>1.538</c:v>
                </c:pt>
                <c:pt idx="770">
                  <c:v>1.54</c:v>
                </c:pt>
                <c:pt idx="771">
                  <c:v>1.542</c:v>
                </c:pt>
                <c:pt idx="772">
                  <c:v>1.544</c:v>
                </c:pt>
                <c:pt idx="773">
                  <c:v>1.546</c:v>
                </c:pt>
                <c:pt idx="774">
                  <c:v>1.548</c:v>
                </c:pt>
                <c:pt idx="775">
                  <c:v>1.55</c:v>
                </c:pt>
                <c:pt idx="776">
                  <c:v>1.552</c:v>
                </c:pt>
                <c:pt idx="777">
                  <c:v>1.554</c:v>
                </c:pt>
                <c:pt idx="778">
                  <c:v>1.556</c:v>
                </c:pt>
                <c:pt idx="779">
                  <c:v>1.5580000000000001</c:v>
                </c:pt>
                <c:pt idx="780">
                  <c:v>1.56</c:v>
                </c:pt>
                <c:pt idx="781">
                  <c:v>1.5620000000000001</c:v>
                </c:pt>
                <c:pt idx="782">
                  <c:v>1.5640000000000001</c:v>
                </c:pt>
                <c:pt idx="783">
                  <c:v>1.5660000000000001</c:v>
                </c:pt>
                <c:pt idx="784">
                  <c:v>1.5680000000000001</c:v>
                </c:pt>
                <c:pt idx="785">
                  <c:v>1.57</c:v>
                </c:pt>
                <c:pt idx="786">
                  <c:v>1.5720000000000001</c:v>
                </c:pt>
                <c:pt idx="787">
                  <c:v>1.5740000000000001</c:v>
                </c:pt>
                <c:pt idx="788">
                  <c:v>1.5760000000000001</c:v>
                </c:pt>
                <c:pt idx="789">
                  <c:v>1.5780000000000001</c:v>
                </c:pt>
                <c:pt idx="790">
                  <c:v>1.58</c:v>
                </c:pt>
                <c:pt idx="791">
                  <c:v>1.5820000000000001</c:v>
                </c:pt>
                <c:pt idx="792">
                  <c:v>1.5840000000000001</c:v>
                </c:pt>
                <c:pt idx="793">
                  <c:v>1.5860000000000001</c:v>
                </c:pt>
                <c:pt idx="794">
                  <c:v>1.5880000000000001</c:v>
                </c:pt>
                <c:pt idx="795">
                  <c:v>1.59</c:v>
                </c:pt>
                <c:pt idx="796">
                  <c:v>1.5920000000000001</c:v>
                </c:pt>
                <c:pt idx="797">
                  <c:v>1.5940000000000001</c:v>
                </c:pt>
                <c:pt idx="798">
                  <c:v>1.5960000000000001</c:v>
                </c:pt>
                <c:pt idx="799">
                  <c:v>1.5980000000000001</c:v>
                </c:pt>
                <c:pt idx="800">
                  <c:v>1.6</c:v>
                </c:pt>
                <c:pt idx="801">
                  <c:v>1.6020000000000001</c:v>
                </c:pt>
                <c:pt idx="802">
                  <c:v>1.6040000000000001</c:v>
                </c:pt>
                <c:pt idx="803">
                  <c:v>1.6060000000000001</c:v>
                </c:pt>
                <c:pt idx="804">
                  <c:v>1.6080000000000001</c:v>
                </c:pt>
                <c:pt idx="805">
                  <c:v>1.61</c:v>
                </c:pt>
                <c:pt idx="806">
                  <c:v>1.6120000000000001</c:v>
                </c:pt>
                <c:pt idx="807">
                  <c:v>1.6140000000000001</c:v>
                </c:pt>
                <c:pt idx="808">
                  <c:v>1.6160000000000001</c:v>
                </c:pt>
                <c:pt idx="809">
                  <c:v>1.6180000000000001</c:v>
                </c:pt>
                <c:pt idx="810">
                  <c:v>1.62</c:v>
                </c:pt>
                <c:pt idx="811">
                  <c:v>1.6220000000000001</c:v>
                </c:pt>
                <c:pt idx="812">
                  <c:v>1.6240000000000001</c:v>
                </c:pt>
                <c:pt idx="813">
                  <c:v>1.6259999999999999</c:v>
                </c:pt>
                <c:pt idx="814">
                  <c:v>1.6279999999999999</c:v>
                </c:pt>
                <c:pt idx="815">
                  <c:v>1.63</c:v>
                </c:pt>
                <c:pt idx="816">
                  <c:v>1.6319999999999999</c:v>
                </c:pt>
                <c:pt idx="817">
                  <c:v>1.6339999999999999</c:v>
                </c:pt>
                <c:pt idx="818">
                  <c:v>1.6359999999999999</c:v>
                </c:pt>
                <c:pt idx="819">
                  <c:v>1.6379999999999999</c:v>
                </c:pt>
                <c:pt idx="820">
                  <c:v>1.64</c:v>
                </c:pt>
                <c:pt idx="821">
                  <c:v>1.6419999999999999</c:v>
                </c:pt>
                <c:pt idx="822">
                  <c:v>1.6439999999999999</c:v>
                </c:pt>
                <c:pt idx="823">
                  <c:v>1.6459999999999999</c:v>
                </c:pt>
                <c:pt idx="824">
                  <c:v>1.6479999999999999</c:v>
                </c:pt>
                <c:pt idx="825">
                  <c:v>1.65</c:v>
                </c:pt>
                <c:pt idx="826">
                  <c:v>1.6519999999999999</c:v>
                </c:pt>
                <c:pt idx="827">
                  <c:v>1.6539999999999999</c:v>
                </c:pt>
                <c:pt idx="828">
                  <c:v>1.6559999999999999</c:v>
                </c:pt>
                <c:pt idx="829">
                  <c:v>1.6579999999999999</c:v>
                </c:pt>
                <c:pt idx="830">
                  <c:v>1.66</c:v>
                </c:pt>
                <c:pt idx="831">
                  <c:v>1.6619999999999999</c:v>
                </c:pt>
                <c:pt idx="832">
                  <c:v>1.6639999999999999</c:v>
                </c:pt>
                <c:pt idx="833">
                  <c:v>1.6659999999999999</c:v>
                </c:pt>
                <c:pt idx="834">
                  <c:v>1.6679999999999999</c:v>
                </c:pt>
                <c:pt idx="835">
                  <c:v>1.67</c:v>
                </c:pt>
                <c:pt idx="836">
                  <c:v>1.6719999999999999</c:v>
                </c:pt>
                <c:pt idx="837">
                  <c:v>1.6739999999999999</c:v>
                </c:pt>
                <c:pt idx="838">
                  <c:v>1.6759999999999999</c:v>
                </c:pt>
                <c:pt idx="839">
                  <c:v>1.6779999999999999</c:v>
                </c:pt>
                <c:pt idx="840">
                  <c:v>1.68</c:v>
                </c:pt>
                <c:pt idx="841">
                  <c:v>1.6819999999999999</c:v>
                </c:pt>
                <c:pt idx="842">
                  <c:v>1.6839999999999999</c:v>
                </c:pt>
                <c:pt idx="843">
                  <c:v>1.6859999999999999</c:v>
                </c:pt>
                <c:pt idx="844">
                  <c:v>1.6879999999999999</c:v>
                </c:pt>
                <c:pt idx="845">
                  <c:v>1.69</c:v>
                </c:pt>
                <c:pt idx="846">
                  <c:v>1.6919999999999999</c:v>
                </c:pt>
                <c:pt idx="847">
                  <c:v>1.694</c:v>
                </c:pt>
                <c:pt idx="848">
                  <c:v>1.696</c:v>
                </c:pt>
                <c:pt idx="849">
                  <c:v>1.698</c:v>
                </c:pt>
                <c:pt idx="850">
                  <c:v>1.7</c:v>
                </c:pt>
                <c:pt idx="851">
                  <c:v>1.702</c:v>
                </c:pt>
                <c:pt idx="852">
                  <c:v>1.704</c:v>
                </c:pt>
                <c:pt idx="853">
                  <c:v>1.706</c:v>
                </c:pt>
                <c:pt idx="854">
                  <c:v>1.708</c:v>
                </c:pt>
                <c:pt idx="855">
                  <c:v>1.71</c:v>
                </c:pt>
                <c:pt idx="856">
                  <c:v>1.712</c:v>
                </c:pt>
                <c:pt idx="857">
                  <c:v>1.714</c:v>
                </c:pt>
                <c:pt idx="858">
                  <c:v>1.716</c:v>
                </c:pt>
                <c:pt idx="859">
                  <c:v>1.718</c:v>
                </c:pt>
                <c:pt idx="860">
                  <c:v>1.72</c:v>
                </c:pt>
                <c:pt idx="861">
                  <c:v>1.722</c:v>
                </c:pt>
                <c:pt idx="862">
                  <c:v>1.724</c:v>
                </c:pt>
                <c:pt idx="863">
                  <c:v>1.726</c:v>
                </c:pt>
                <c:pt idx="864">
                  <c:v>1.728</c:v>
                </c:pt>
                <c:pt idx="865">
                  <c:v>1.73</c:v>
                </c:pt>
                <c:pt idx="866">
                  <c:v>1.732</c:v>
                </c:pt>
                <c:pt idx="867">
                  <c:v>1.734</c:v>
                </c:pt>
                <c:pt idx="868">
                  <c:v>1.736</c:v>
                </c:pt>
                <c:pt idx="869">
                  <c:v>1.738</c:v>
                </c:pt>
                <c:pt idx="870">
                  <c:v>1.74</c:v>
                </c:pt>
                <c:pt idx="871">
                  <c:v>1.742</c:v>
                </c:pt>
                <c:pt idx="872">
                  <c:v>1.744</c:v>
                </c:pt>
                <c:pt idx="873">
                  <c:v>1.746</c:v>
                </c:pt>
                <c:pt idx="874">
                  <c:v>1.748</c:v>
                </c:pt>
                <c:pt idx="875">
                  <c:v>1.75</c:v>
                </c:pt>
                <c:pt idx="876">
                  <c:v>1.752</c:v>
                </c:pt>
                <c:pt idx="877">
                  <c:v>1.754</c:v>
                </c:pt>
                <c:pt idx="878">
                  <c:v>1.756</c:v>
                </c:pt>
                <c:pt idx="879">
                  <c:v>1.758</c:v>
                </c:pt>
                <c:pt idx="880">
                  <c:v>1.76</c:v>
                </c:pt>
                <c:pt idx="881">
                  <c:v>1.762</c:v>
                </c:pt>
                <c:pt idx="882">
                  <c:v>1.764</c:v>
                </c:pt>
                <c:pt idx="883">
                  <c:v>1.766</c:v>
                </c:pt>
                <c:pt idx="884">
                  <c:v>1.768</c:v>
                </c:pt>
                <c:pt idx="885">
                  <c:v>1.77</c:v>
                </c:pt>
                <c:pt idx="886">
                  <c:v>1.772</c:v>
                </c:pt>
                <c:pt idx="887">
                  <c:v>1.774</c:v>
                </c:pt>
                <c:pt idx="888">
                  <c:v>1.776</c:v>
                </c:pt>
                <c:pt idx="889">
                  <c:v>1.778</c:v>
                </c:pt>
                <c:pt idx="890">
                  <c:v>1.78</c:v>
                </c:pt>
                <c:pt idx="891">
                  <c:v>1.782</c:v>
                </c:pt>
                <c:pt idx="892">
                  <c:v>1.784</c:v>
                </c:pt>
                <c:pt idx="893">
                  <c:v>1.786</c:v>
                </c:pt>
                <c:pt idx="894">
                  <c:v>1.788</c:v>
                </c:pt>
                <c:pt idx="895">
                  <c:v>1.79</c:v>
                </c:pt>
                <c:pt idx="896">
                  <c:v>1.792</c:v>
                </c:pt>
                <c:pt idx="897">
                  <c:v>1.794</c:v>
                </c:pt>
                <c:pt idx="898">
                  <c:v>1.796</c:v>
                </c:pt>
                <c:pt idx="899">
                  <c:v>1.798</c:v>
                </c:pt>
                <c:pt idx="900">
                  <c:v>1.8</c:v>
                </c:pt>
                <c:pt idx="901">
                  <c:v>1.802</c:v>
                </c:pt>
                <c:pt idx="902">
                  <c:v>1.804</c:v>
                </c:pt>
                <c:pt idx="903">
                  <c:v>1.806</c:v>
                </c:pt>
                <c:pt idx="904">
                  <c:v>1.8080000000000001</c:v>
                </c:pt>
                <c:pt idx="905">
                  <c:v>1.81</c:v>
                </c:pt>
                <c:pt idx="906">
                  <c:v>1.8120000000000001</c:v>
                </c:pt>
                <c:pt idx="907">
                  <c:v>1.8140000000000001</c:v>
                </c:pt>
                <c:pt idx="908">
                  <c:v>1.8160000000000001</c:v>
                </c:pt>
                <c:pt idx="909">
                  <c:v>1.8180000000000001</c:v>
                </c:pt>
                <c:pt idx="910">
                  <c:v>1.82</c:v>
                </c:pt>
                <c:pt idx="911">
                  <c:v>1.8220000000000001</c:v>
                </c:pt>
                <c:pt idx="912">
                  <c:v>1.8240000000000001</c:v>
                </c:pt>
                <c:pt idx="913">
                  <c:v>1.8260000000000001</c:v>
                </c:pt>
                <c:pt idx="914">
                  <c:v>1.8280000000000001</c:v>
                </c:pt>
                <c:pt idx="915">
                  <c:v>1.83</c:v>
                </c:pt>
                <c:pt idx="916">
                  <c:v>1.8320000000000001</c:v>
                </c:pt>
                <c:pt idx="917">
                  <c:v>1.8340000000000001</c:v>
                </c:pt>
                <c:pt idx="918">
                  <c:v>1.8360000000000001</c:v>
                </c:pt>
                <c:pt idx="919">
                  <c:v>1.8380000000000001</c:v>
                </c:pt>
                <c:pt idx="920">
                  <c:v>1.84</c:v>
                </c:pt>
                <c:pt idx="921">
                  <c:v>1.8420000000000001</c:v>
                </c:pt>
                <c:pt idx="922">
                  <c:v>1.8440000000000001</c:v>
                </c:pt>
                <c:pt idx="923">
                  <c:v>1.8460000000000001</c:v>
                </c:pt>
                <c:pt idx="924">
                  <c:v>1.8480000000000001</c:v>
                </c:pt>
                <c:pt idx="925">
                  <c:v>1.85</c:v>
                </c:pt>
                <c:pt idx="926">
                  <c:v>1.8520000000000001</c:v>
                </c:pt>
                <c:pt idx="927">
                  <c:v>1.8540000000000001</c:v>
                </c:pt>
                <c:pt idx="928">
                  <c:v>1.8560000000000001</c:v>
                </c:pt>
                <c:pt idx="929">
                  <c:v>1.8580000000000001</c:v>
                </c:pt>
                <c:pt idx="930">
                  <c:v>1.86</c:v>
                </c:pt>
                <c:pt idx="931">
                  <c:v>1.8620000000000001</c:v>
                </c:pt>
                <c:pt idx="932">
                  <c:v>1.8640000000000001</c:v>
                </c:pt>
                <c:pt idx="933">
                  <c:v>1.8660000000000001</c:v>
                </c:pt>
                <c:pt idx="934">
                  <c:v>1.8680000000000001</c:v>
                </c:pt>
                <c:pt idx="935">
                  <c:v>1.87</c:v>
                </c:pt>
                <c:pt idx="936">
                  <c:v>1.8720000000000001</c:v>
                </c:pt>
                <c:pt idx="937">
                  <c:v>1.8740000000000001</c:v>
                </c:pt>
                <c:pt idx="938">
                  <c:v>1.8759999999999999</c:v>
                </c:pt>
                <c:pt idx="939">
                  <c:v>1.8779999999999999</c:v>
                </c:pt>
                <c:pt idx="940">
                  <c:v>1.88</c:v>
                </c:pt>
                <c:pt idx="941">
                  <c:v>1.8819999999999999</c:v>
                </c:pt>
                <c:pt idx="942">
                  <c:v>1.8839999999999999</c:v>
                </c:pt>
                <c:pt idx="943">
                  <c:v>1.8859999999999999</c:v>
                </c:pt>
                <c:pt idx="944">
                  <c:v>1.8879999999999999</c:v>
                </c:pt>
                <c:pt idx="945">
                  <c:v>1.89</c:v>
                </c:pt>
                <c:pt idx="946">
                  <c:v>1.8919999999999999</c:v>
                </c:pt>
                <c:pt idx="947">
                  <c:v>1.8939999999999999</c:v>
                </c:pt>
                <c:pt idx="948">
                  <c:v>1.8959999999999999</c:v>
                </c:pt>
                <c:pt idx="949">
                  <c:v>1.8979999999999999</c:v>
                </c:pt>
                <c:pt idx="950">
                  <c:v>1.9</c:v>
                </c:pt>
                <c:pt idx="951">
                  <c:v>1.9019999999999999</c:v>
                </c:pt>
                <c:pt idx="952">
                  <c:v>1.9039999999999999</c:v>
                </c:pt>
                <c:pt idx="953">
                  <c:v>1.9059999999999999</c:v>
                </c:pt>
                <c:pt idx="954">
                  <c:v>1.9079999999999999</c:v>
                </c:pt>
                <c:pt idx="955">
                  <c:v>1.91</c:v>
                </c:pt>
                <c:pt idx="956">
                  <c:v>1.9119999999999999</c:v>
                </c:pt>
                <c:pt idx="957">
                  <c:v>1.9139999999999999</c:v>
                </c:pt>
                <c:pt idx="958">
                  <c:v>1.9159999999999999</c:v>
                </c:pt>
                <c:pt idx="959">
                  <c:v>1.9179999999999999</c:v>
                </c:pt>
                <c:pt idx="960">
                  <c:v>1.92</c:v>
                </c:pt>
                <c:pt idx="961">
                  <c:v>1.9219999999999999</c:v>
                </c:pt>
                <c:pt idx="962">
                  <c:v>1.9239999999999999</c:v>
                </c:pt>
                <c:pt idx="963">
                  <c:v>1.9259999999999999</c:v>
                </c:pt>
                <c:pt idx="964">
                  <c:v>1.9279999999999999</c:v>
                </c:pt>
                <c:pt idx="965">
                  <c:v>1.93</c:v>
                </c:pt>
                <c:pt idx="966">
                  <c:v>1.9319999999999999</c:v>
                </c:pt>
                <c:pt idx="967">
                  <c:v>1.9339999999999999</c:v>
                </c:pt>
                <c:pt idx="968">
                  <c:v>1.9359999999999999</c:v>
                </c:pt>
                <c:pt idx="969">
                  <c:v>1.9379999999999999</c:v>
                </c:pt>
                <c:pt idx="970">
                  <c:v>1.94</c:v>
                </c:pt>
                <c:pt idx="971">
                  <c:v>1.9419999999999999</c:v>
                </c:pt>
                <c:pt idx="972">
                  <c:v>1.944</c:v>
                </c:pt>
                <c:pt idx="973">
                  <c:v>1.946</c:v>
                </c:pt>
                <c:pt idx="974">
                  <c:v>1.948</c:v>
                </c:pt>
                <c:pt idx="975">
                  <c:v>1.95</c:v>
                </c:pt>
                <c:pt idx="976">
                  <c:v>1.952</c:v>
                </c:pt>
                <c:pt idx="977">
                  <c:v>1.954</c:v>
                </c:pt>
                <c:pt idx="978">
                  <c:v>1.956</c:v>
                </c:pt>
                <c:pt idx="979">
                  <c:v>1.958</c:v>
                </c:pt>
                <c:pt idx="980">
                  <c:v>1.96</c:v>
                </c:pt>
                <c:pt idx="981">
                  <c:v>1.962</c:v>
                </c:pt>
                <c:pt idx="982">
                  <c:v>1.964</c:v>
                </c:pt>
                <c:pt idx="983">
                  <c:v>1.966</c:v>
                </c:pt>
                <c:pt idx="984">
                  <c:v>1.968</c:v>
                </c:pt>
                <c:pt idx="985">
                  <c:v>1.97</c:v>
                </c:pt>
                <c:pt idx="986">
                  <c:v>1.972</c:v>
                </c:pt>
                <c:pt idx="987">
                  <c:v>1.974</c:v>
                </c:pt>
                <c:pt idx="988">
                  <c:v>1.976</c:v>
                </c:pt>
                <c:pt idx="989">
                  <c:v>1.978</c:v>
                </c:pt>
                <c:pt idx="990">
                  <c:v>1.98</c:v>
                </c:pt>
                <c:pt idx="991">
                  <c:v>1.982</c:v>
                </c:pt>
                <c:pt idx="992">
                  <c:v>1.984</c:v>
                </c:pt>
                <c:pt idx="993">
                  <c:v>1.986</c:v>
                </c:pt>
                <c:pt idx="994">
                  <c:v>1.988</c:v>
                </c:pt>
                <c:pt idx="995">
                  <c:v>1.99</c:v>
                </c:pt>
                <c:pt idx="996">
                  <c:v>1.992</c:v>
                </c:pt>
                <c:pt idx="997">
                  <c:v>1.994</c:v>
                </c:pt>
                <c:pt idx="998">
                  <c:v>1.996</c:v>
                </c:pt>
                <c:pt idx="999">
                  <c:v>1.998</c:v>
                </c:pt>
                <c:pt idx="1000">
                  <c:v>2</c:v>
                </c:pt>
                <c:pt idx="1001">
                  <c:v>2.0019999999999998</c:v>
                </c:pt>
                <c:pt idx="1002">
                  <c:v>2.004</c:v>
                </c:pt>
                <c:pt idx="1003">
                  <c:v>2.0059999999999998</c:v>
                </c:pt>
                <c:pt idx="1004">
                  <c:v>2.008</c:v>
                </c:pt>
                <c:pt idx="1005">
                  <c:v>2.0099999999999998</c:v>
                </c:pt>
                <c:pt idx="1006">
                  <c:v>2.012</c:v>
                </c:pt>
                <c:pt idx="1007">
                  <c:v>2.0139999999999998</c:v>
                </c:pt>
                <c:pt idx="1008">
                  <c:v>2.016</c:v>
                </c:pt>
                <c:pt idx="1009">
                  <c:v>2.0179999999999998</c:v>
                </c:pt>
                <c:pt idx="1010">
                  <c:v>2.02</c:v>
                </c:pt>
                <c:pt idx="1011">
                  <c:v>2.0219999999999998</c:v>
                </c:pt>
                <c:pt idx="1012">
                  <c:v>2.024</c:v>
                </c:pt>
                <c:pt idx="1013">
                  <c:v>2.0259999999999998</c:v>
                </c:pt>
                <c:pt idx="1014">
                  <c:v>2.028</c:v>
                </c:pt>
                <c:pt idx="1015">
                  <c:v>2.0299999999999998</c:v>
                </c:pt>
                <c:pt idx="1016">
                  <c:v>2.032</c:v>
                </c:pt>
                <c:pt idx="1017">
                  <c:v>2.0339999999999998</c:v>
                </c:pt>
                <c:pt idx="1018">
                  <c:v>2.036</c:v>
                </c:pt>
                <c:pt idx="1019">
                  <c:v>2.0379999999999998</c:v>
                </c:pt>
                <c:pt idx="1020">
                  <c:v>2.04</c:v>
                </c:pt>
                <c:pt idx="1021">
                  <c:v>2.0419999999999998</c:v>
                </c:pt>
                <c:pt idx="1022">
                  <c:v>2.044</c:v>
                </c:pt>
                <c:pt idx="1023">
                  <c:v>2.0459999999999998</c:v>
                </c:pt>
                <c:pt idx="1024">
                  <c:v>2.048</c:v>
                </c:pt>
                <c:pt idx="1025">
                  <c:v>2.0499999999999998</c:v>
                </c:pt>
                <c:pt idx="1026">
                  <c:v>2.052</c:v>
                </c:pt>
                <c:pt idx="1027">
                  <c:v>2.0539999999999998</c:v>
                </c:pt>
                <c:pt idx="1028">
                  <c:v>2.056</c:v>
                </c:pt>
                <c:pt idx="1029">
                  <c:v>2.0579999999999998</c:v>
                </c:pt>
                <c:pt idx="1030">
                  <c:v>2.06</c:v>
                </c:pt>
                <c:pt idx="1031">
                  <c:v>2.0619999999999998</c:v>
                </c:pt>
                <c:pt idx="1032">
                  <c:v>2.0640000000000001</c:v>
                </c:pt>
                <c:pt idx="1033">
                  <c:v>2.0659999999999998</c:v>
                </c:pt>
                <c:pt idx="1034">
                  <c:v>2.0680000000000001</c:v>
                </c:pt>
                <c:pt idx="1035">
                  <c:v>2.0699999999999998</c:v>
                </c:pt>
                <c:pt idx="1036">
                  <c:v>2.0720000000000001</c:v>
                </c:pt>
                <c:pt idx="1037">
                  <c:v>2.0739999999999998</c:v>
                </c:pt>
                <c:pt idx="1038">
                  <c:v>2.0760000000000001</c:v>
                </c:pt>
                <c:pt idx="1039">
                  <c:v>2.0779999999999998</c:v>
                </c:pt>
                <c:pt idx="1040">
                  <c:v>2.08</c:v>
                </c:pt>
                <c:pt idx="1041">
                  <c:v>2.0819999999999999</c:v>
                </c:pt>
                <c:pt idx="1042">
                  <c:v>2.0840000000000001</c:v>
                </c:pt>
                <c:pt idx="1043">
                  <c:v>2.0859999999999999</c:v>
                </c:pt>
                <c:pt idx="1044">
                  <c:v>2.0880000000000001</c:v>
                </c:pt>
                <c:pt idx="1045">
                  <c:v>2.09</c:v>
                </c:pt>
                <c:pt idx="1046">
                  <c:v>2.0920000000000001</c:v>
                </c:pt>
                <c:pt idx="1047">
                  <c:v>2.0939999999999999</c:v>
                </c:pt>
                <c:pt idx="1048">
                  <c:v>2.0960000000000001</c:v>
                </c:pt>
                <c:pt idx="1049">
                  <c:v>2.0979999999999999</c:v>
                </c:pt>
                <c:pt idx="1050">
                  <c:v>2.1</c:v>
                </c:pt>
                <c:pt idx="1051">
                  <c:v>2.1019999999999999</c:v>
                </c:pt>
                <c:pt idx="1052">
                  <c:v>2.1040000000000001</c:v>
                </c:pt>
                <c:pt idx="1053">
                  <c:v>2.1059999999999999</c:v>
                </c:pt>
                <c:pt idx="1054">
                  <c:v>2.1080000000000001</c:v>
                </c:pt>
                <c:pt idx="1055">
                  <c:v>2.11</c:v>
                </c:pt>
                <c:pt idx="1056">
                  <c:v>2.1120000000000001</c:v>
                </c:pt>
                <c:pt idx="1057">
                  <c:v>2.1139999999999999</c:v>
                </c:pt>
                <c:pt idx="1058">
                  <c:v>2.1160000000000001</c:v>
                </c:pt>
                <c:pt idx="1059">
                  <c:v>2.1179999999999999</c:v>
                </c:pt>
                <c:pt idx="1060">
                  <c:v>2.12</c:v>
                </c:pt>
                <c:pt idx="1061">
                  <c:v>2.1219999999999999</c:v>
                </c:pt>
                <c:pt idx="1062">
                  <c:v>2.1240000000000001</c:v>
                </c:pt>
                <c:pt idx="1063">
                  <c:v>2.1259999999999999</c:v>
                </c:pt>
                <c:pt idx="1064">
                  <c:v>2.1280000000000001</c:v>
                </c:pt>
                <c:pt idx="1065">
                  <c:v>2.13</c:v>
                </c:pt>
                <c:pt idx="1066">
                  <c:v>2.1320000000000001</c:v>
                </c:pt>
                <c:pt idx="1067">
                  <c:v>2.1339999999999999</c:v>
                </c:pt>
                <c:pt idx="1068">
                  <c:v>2.1360000000000001</c:v>
                </c:pt>
                <c:pt idx="1069">
                  <c:v>2.1379999999999999</c:v>
                </c:pt>
                <c:pt idx="1070">
                  <c:v>2.14</c:v>
                </c:pt>
                <c:pt idx="1071">
                  <c:v>2.1419999999999999</c:v>
                </c:pt>
                <c:pt idx="1072">
                  <c:v>2.1440000000000001</c:v>
                </c:pt>
                <c:pt idx="1073">
                  <c:v>2.1459999999999999</c:v>
                </c:pt>
                <c:pt idx="1074">
                  <c:v>2.1480000000000001</c:v>
                </c:pt>
                <c:pt idx="1075">
                  <c:v>2.15</c:v>
                </c:pt>
                <c:pt idx="1076">
                  <c:v>2.1520000000000001</c:v>
                </c:pt>
                <c:pt idx="1077">
                  <c:v>2.1539999999999999</c:v>
                </c:pt>
                <c:pt idx="1078">
                  <c:v>2.1560000000000001</c:v>
                </c:pt>
                <c:pt idx="1079">
                  <c:v>2.1579999999999999</c:v>
                </c:pt>
                <c:pt idx="1080">
                  <c:v>2.16</c:v>
                </c:pt>
                <c:pt idx="1081">
                  <c:v>2.1619999999999999</c:v>
                </c:pt>
                <c:pt idx="1082">
                  <c:v>2.1640000000000001</c:v>
                </c:pt>
                <c:pt idx="1083">
                  <c:v>2.1659999999999999</c:v>
                </c:pt>
                <c:pt idx="1084">
                  <c:v>2.1680000000000001</c:v>
                </c:pt>
                <c:pt idx="1085">
                  <c:v>2.17</c:v>
                </c:pt>
                <c:pt idx="1086">
                  <c:v>2.1720000000000002</c:v>
                </c:pt>
                <c:pt idx="1087">
                  <c:v>2.1739999999999999</c:v>
                </c:pt>
                <c:pt idx="1088">
                  <c:v>2.1760000000000002</c:v>
                </c:pt>
                <c:pt idx="1089">
                  <c:v>2.1779999999999999</c:v>
                </c:pt>
                <c:pt idx="1090">
                  <c:v>2.1800000000000002</c:v>
                </c:pt>
                <c:pt idx="1091">
                  <c:v>2.1819999999999999</c:v>
                </c:pt>
                <c:pt idx="1092">
                  <c:v>2.1840000000000002</c:v>
                </c:pt>
                <c:pt idx="1093">
                  <c:v>2.1859999999999999</c:v>
                </c:pt>
                <c:pt idx="1094">
                  <c:v>2.1880000000000002</c:v>
                </c:pt>
                <c:pt idx="1095">
                  <c:v>2.19</c:v>
                </c:pt>
                <c:pt idx="1096">
                  <c:v>2.1920000000000002</c:v>
                </c:pt>
                <c:pt idx="1097">
                  <c:v>2.194</c:v>
                </c:pt>
                <c:pt idx="1098">
                  <c:v>2.1960000000000002</c:v>
                </c:pt>
                <c:pt idx="1099">
                  <c:v>2.198</c:v>
                </c:pt>
                <c:pt idx="1100">
                  <c:v>2.2000000000000002</c:v>
                </c:pt>
                <c:pt idx="1101">
                  <c:v>2.202</c:v>
                </c:pt>
                <c:pt idx="1102">
                  <c:v>2.2040000000000002</c:v>
                </c:pt>
                <c:pt idx="1103">
                  <c:v>2.206</c:v>
                </c:pt>
                <c:pt idx="1104">
                  <c:v>2.2080000000000002</c:v>
                </c:pt>
                <c:pt idx="1105">
                  <c:v>2.21</c:v>
                </c:pt>
                <c:pt idx="1106">
                  <c:v>2.2120000000000002</c:v>
                </c:pt>
                <c:pt idx="1107">
                  <c:v>2.214</c:v>
                </c:pt>
                <c:pt idx="1108">
                  <c:v>2.2160000000000002</c:v>
                </c:pt>
                <c:pt idx="1109">
                  <c:v>2.218</c:v>
                </c:pt>
                <c:pt idx="1110">
                  <c:v>2.2200000000000002</c:v>
                </c:pt>
                <c:pt idx="1111">
                  <c:v>2.222</c:v>
                </c:pt>
                <c:pt idx="1112">
                  <c:v>2.2240000000000002</c:v>
                </c:pt>
                <c:pt idx="1113">
                  <c:v>2.226</c:v>
                </c:pt>
                <c:pt idx="1114">
                  <c:v>2.2280000000000002</c:v>
                </c:pt>
                <c:pt idx="1115">
                  <c:v>2.23</c:v>
                </c:pt>
                <c:pt idx="1116">
                  <c:v>2.2320000000000002</c:v>
                </c:pt>
                <c:pt idx="1117">
                  <c:v>2.234</c:v>
                </c:pt>
                <c:pt idx="1118">
                  <c:v>2.2360000000000002</c:v>
                </c:pt>
                <c:pt idx="1119">
                  <c:v>2.238</c:v>
                </c:pt>
                <c:pt idx="1120">
                  <c:v>2.2400000000000002</c:v>
                </c:pt>
                <c:pt idx="1121">
                  <c:v>2.242</c:v>
                </c:pt>
                <c:pt idx="1122">
                  <c:v>2.2440000000000002</c:v>
                </c:pt>
                <c:pt idx="1123">
                  <c:v>2.246</c:v>
                </c:pt>
                <c:pt idx="1124">
                  <c:v>2.2480000000000002</c:v>
                </c:pt>
                <c:pt idx="1125">
                  <c:v>2.25</c:v>
                </c:pt>
                <c:pt idx="1126">
                  <c:v>2.2519999999999998</c:v>
                </c:pt>
                <c:pt idx="1127">
                  <c:v>2.254</c:v>
                </c:pt>
                <c:pt idx="1128">
                  <c:v>2.2559999999999998</c:v>
                </c:pt>
                <c:pt idx="1129">
                  <c:v>2.258</c:v>
                </c:pt>
                <c:pt idx="1130">
                  <c:v>2.2599999999999998</c:v>
                </c:pt>
                <c:pt idx="1131">
                  <c:v>2.262</c:v>
                </c:pt>
                <c:pt idx="1132">
                  <c:v>2.2639999999999998</c:v>
                </c:pt>
                <c:pt idx="1133">
                  <c:v>2.266</c:v>
                </c:pt>
                <c:pt idx="1134">
                  <c:v>2.2679999999999998</c:v>
                </c:pt>
                <c:pt idx="1135">
                  <c:v>2.27</c:v>
                </c:pt>
                <c:pt idx="1136">
                  <c:v>2.2719999999999998</c:v>
                </c:pt>
                <c:pt idx="1137">
                  <c:v>2.274</c:v>
                </c:pt>
                <c:pt idx="1138">
                  <c:v>2.2759999999999998</c:v>
                </c:pt>
                <c:pt idx="1139">
                  <c:v>2.278</c:v>
                </c:pt>
                <c:pt idx="1140">
                  <c:v>2.2799999999999998</c:v>
                </c:pt>
                <c:pt idx="1141">
                  <c:v>2.282</c:v>
                </c:pt>
                <c:pt idx="1142">
                  <c:v>2.2839999999999998</c:v>
                </c:pt>
                <c:pt idx="1143">
                  <c:v>2.286</c:v>
                </c:pt>
                <c:pt idx="1144">
                  <c:v>2.2879999999999998</c:v>
                </c:pt>
                <c:pt idx="1145">
                  <c:v>2.29</c:v>
                </c:pt>
                <c:pt idx="1146">
                  <c:v>2.2919999999999998</c:v>
                </c:pt>
                <c:pt idx="1147">
                  <c:v>2.294</c:v>
                </c:pt>
                <c:pt idx="1148">
                  <c:v>2.2959999999999998</c:v>
                </c:pt>
                <c:pt idx="1149">
                  <c:v>2.298</c:v>
                </c:pt>
                <c:pt idx="1150">
                  <c:v>2.2999999999999998</c:v>
                </c:pt>
                <c:pt idx="1151">
                  <c:v>2.302</c:v>
                </c:pt>
                <c:pt idx="1152">
                  <c:v>2.3039999999999998</c:v>
                </c:pt>
                <c:pt idx="1153">
                  <c:v>2.306</c:v>
                </c:pt>
                <c:pt idx="1154">
                  <c:v>2.3079999999999998</c:v>
                </c:pt>
                <c:pt idx="1155">
                  <c:v>2.31</c:v>
                </c:pt>
                <c:pt idx="1156">
                  <c:v>2.3119999999999998</c:v>
                </c:pt>
                <c:pt idx="1157">
                  <c:v>2.3140000000000001</c:v>
                </c:pt>
                <c:pt idx="1158">
                  <c:v>2.3159999999999998</c:v>
                </c:pt>
                <c:pt idx="1159">
                  <c:v>2.3180000000000001</c:v>
                </c:pt>
                <c:pt idx="1160">
                  <c:v>2.3199999999999998</c:v>
                </c:pt>
                <c:pt idx="1161">
                  <c:v>2.3220000000000001</c:v>
                </c:pt>
                <c:pt idx="1162">
                  <c:v>2.3239999999999998</c:v>
                </c:pt>
                <c:pt idx="1163">
                  <c:v>2.3260000000000001</c:v>
                </c:pt>
                <c:pt idx="1164">
                  <c:v>2.3279999999999998</c:v>
                </c:pt>
                <c:pt idx="1165">
                  <c:v>2.33</c:v>
                </c:pt>
                <c:pt idx="1166">
                  <c:v>2.3319999999999999</c:v>
                </c:pt>
                <c:pt idx="1167">
                  <c:v>2.3340000000000001</c:v>
                </c:pt>
                <c:pt idx="1168">
                  <c:v>2.3359999999999999</c:v>
                </c:pt>
                <c:pt idx="1169">
                  <c:v>2.3380000000000001</c:v>
                </c:pt>
                <c:pt idx="1170">
                  <c:v>2.34</c:v>
                </c:pt>
                <c:pt idx="1171">
                  <c:v>2.3420000000000001</c:v>
                </c:pt>
                <c:pt idx="1172">
                  <c:v>2.3439999999999999</c:v>
                </c:pt>
                <c:pt idx="1173">
                  <c:v>2.3460000000000001</c:v>
                </c:pt>
                <c:pt idx="1174">
                  <c:v>2.3479999999999999</c:v>
                </c:pt>
                <c:pt idx="1175">
                  <c:v>2.35</c:v>
                </c:pt>
                <c:pt idx="1176">
                  <c:v>2.3519999999999999</c:v>
                </c:pt>
                <c:pt idx="1177">
                  <c:v>2.3540000000000001</c:v>
                </c:pt>
                <c:pt idx="1178">
                  <c:v>2.3559999999999999</c:v>
                </c:pt>
                <c:pt idx="1179">
                  <c:v>2.3580000000000001</c:v>
                </c:pt>
                <c:pt idx="1180">
                  <c:v>2.36</c:v>
                </c:pt>
                <c:pt idx="1181">
                  <c:v>2.3620000000000001</c:v>
                </c:pt>
                <c:pt idx="1182">
                  <c:v>2.3639999999999999</c:v>
                </c:pt>
                <c:pt idx="1183">
                  <c:v>2.3660000000000001</c:v>
                </c:pt>
                <c:pt idx="1184">
                  <c:v>2.3679999999999999</c:v>
                </c:pt>
                <c:pt idx="1185">
                  <c:v>2.37</c:v>
                </c:pt>
                <c:pt idx="1186">
                  <c:v>2.3719999999999999</c:v>
                </c:pt>
                <c:pt idx="1187">
                  <c:v>2.3740000000000001</c:v>
                </c:pt>
                <c:pt idx="1188">
                  <c:v>2.3759999999999999</c:v>
                </c:pt>
                <c:pt idx="1189">
                  <c:v>2.3780000000000001</c:v>
                </c:pt>
                <c:pt idx="1190">
                  <c:v>2.38</c:v>
                </c:pt>
                <c:pt idx="1191">
                  <c:v>2.3820000000000001</c:v>
                </c:pt>
                <c:pt idx="1192">
                  <c:v>2.3839999999999999</c:v>
                </c:pt>
                <c:pt idx="1193">
                  <c:v>2.3860000000000001</c:v>
                </c:pt>
                <c:pt idx="1194">
                  <c:v>2.3879999999999999</c:v>
                </c:pt>
                <c:pt idx="1195">
                  <c:v>2.39</c:v>
                </c:pt>
                <c:pt idx="1196">
                  <c:v>2.3919999999999999</c:v>
                </c:pt>
                <c:pt idx="1197">
                  <c:v>2.3940000000000001</c:v>
                </c:pt>
                <c:pt idx="1198">
                  <c:v>2.3959999999999999</c:v>
                </c:pt>
                <c:pt idx="1199">
                  <c:v>2.3980000000000001</c:v>
                </c:pt>
                <c:pt idx="1200">
                  <c:v>2.4</c:v>
                </c:pt>
                <c:pt idx="1201">
                  <c:v>2.4020000000000001</c:v>
                </c:pt>
                <c:pt idx="1202">
                  <c:v>2.4039999999999999</c:v>
                </c:pt>
                <c:pt idx="1203">
                  <c:v>2.4060000000000001</c:v>
                </c:pt>
                <c:pt idx="1204">
                  <c:v>2.4079999999999999</c:v>
                </c:pt>
                <c:pt idx="1205">
                  <c:v>2.41</c:v>
                </c:pt>
                <c:pt idx="1206">
                  <c:v>2.4119999999999999</c:v>
                </c:pt>
                <c:pt idx="1207">
                  <c:v>2.4140000000000001</c:v>
                </c:pt>
                <c:pt idx="1208">
                  <c:v>2.4159999999999999</c:v>
                </c:pt>
                <c:pt idx="1209">
                  <c:v>2.4180000000000001</c:v>
                </c:pt>
                <c:pt idx="1210">
                  <c:v>2.42</c:v>
                </c:pt>
                <c:pt idx="1211">
                  <c:v>2.4220000000000002</c:v>
                </c:pt>
                <c:pt idx="1212">
                  <c:v>2.4239999999999999</c:v>
                </c:pt>
                <c:pt idx="1213">
                  <c:v>2.4260000000000002</c:v>
                </c:pt>
                <c:pt idx="1214">
                  <c:v>2.4279999999999999</c:v>
                </c:pt>
                <c:pt idx="1215">
                  <c:v>2.4300000000000002</c:v>
                </c:pt>
                <c:pt idx="1216">
                  <c:v>2.4319999999999999</c:v>
                </c:pt>
                <c:pt idx="1217">
                  <c:v>2.4340000000000002</c:v>
                </c:pt>
                <c:pt idx="1218">
                  <c:v>2.4359999999999999</c:v>
                </c:pt>
                <c:pt idx="1219">
                  <c:v>2.4380000000000002</c:v>
                </c:pt>
                <c:pt idx="1220">
                  <c:v>2.44</c:v>
                </c:pt>
                <c:pt idx="1221">
                  <c:v>2.4420000000000002</c:v>
                </c:pt>
                <c:pt idx="1222">
                  <c:v>2.444</c:v>
                </c:pt>
                <c:pt idx="1223">
                  <c:v>2.4460000000000002</c:v>
                </c:pt>
                <c:pt idx="1224">
                  <c:v>2.448</c:v>
                </c:pt>
                <c:pt idx="1225">
                  <c:v>2.4500000000000002</c:v>
                </c:pt>
                <c:pt idx="1226">
                  <c:v>2.452</c:v>
                </c:pt>
                <c:pt idx="1227">
                  <c:v>2.4540000000000002</c:v>
                </c:pt>
                <c:pt idx="1228">
                  <c:v>2.456</c:v>
                </c:pt>
                <c:pt idx="1229">
                  <c:v>2.4580000000000002</c:v>
                </c:pt>
                <c:pt idx="1230">
                  <c:v>2.46</c:v>
                </c:pt>
                <c:pt idx="1231">
                  <c:v>2.4620000000000002</c:v>
                </c:pt>
                <c:pt idx="1232">
                  <c:v>2.464</c:v>
                </c:pt>
                <c:pt idx="1233">
                  <c:v>2.4660000000000002</c:v>
                </c:pt>
                <c:pt idx="1234">
                  <c:v>2.468</c:v>
                </c:pt>
                <c:pt idx="1235">
                  <c:v>2.4700000000000002</c:v>
                </c:pt>
                <c:pt idx="1236">
                  <c:v>2.472</c:v>
                </c:pt>
                <c:pt idx="1237">
                  <c:v>2.4740000000000002</c:v>
                </c:pt>
                <c:pt idx="1238">
                  <c:v>2.476</c:v>
                </c:pt>
                <c:pt idx="1239">
                  <c:v>2.4780000000000002</c:v>
                </c:pt>
                <c:pt idx="1240">
                  <c:v>2.48</c:v>
                </c:pt>
                <c:pt idx="1241">
                  <c:v>2.4820000000000002</c:v>
                </c:pt>
                <c:pt idx="1242">
                  <c:v>2.484</c:v>
                </c:pt>
                <c:pt idx="1243">
                  <c:v>2.4860000000000002</c:v>
                </c:pt>
                <c:pt idx="1244">
                  <c:v>2.488</c:v>
                </c:pt>
                <c:pt idx="1245">
                  <c:v>2.4900000000000002</c:v>
                </c:pt>
                <c:pt idx="1246">
                  <c:v>2.492</c:v>
                </c:pt>
                <c:pt idx="1247">
                  <c:v>2.4940000000000002</c:v>
                </c:pt>
                <c:pt idx="1248">
                  <c:v>2.496</c:v>
                </c:pt>
                <c:pt idx="1249">
                  <c:v>2.4980000000000002</c:v>
                </c:pt>
                <c:pt idx="1250">
                  <c:v>2.5</c:v>
                </c:pt>
                <c:pt idx="1251">
                  <c:v>2.5019999999999998</c:v>
                </c:pt>
                <c:pt idx="1252">
                  <c:v>2.504</c:v>
                </c:pt>
                <c:pt idx="1253">
                  <c:v>2.5059999999999998</c:v>
                </c:pt>
                <c:pt idx="1254">
                  <c:v>2.508</c:v>
                </c:pt>
                <c:pt idx="1255">
                  <c:v>2.5099999999999998</c:v>
                </c:pt>
                <c:pt idx="1256">
                  <c:v>2.512</c:v>
                </c:pt>
                <c:pt idx="1257">
                  <c:v>2.5139999999999998</c:v>
                </c:pt>
                <c:pt idx="1258">
                  <c:v>2.516</c:v>
                </c:pt>
                <c:pt idx="1259">
                  <c:v>2.5179999999999998</c:v>
                </c:pt>
                <c:pt idx="1260">
                  <c:v>2.52</c:v>
                </c:pt>
                <c:pt idx="1261">
                  <c:v>2.5219999999999998</c:v>
                </c:pt>
                <c:pt idx="1262">
                  <c:v>2.524</c:v>
                </c:pt>
                <c:pt idx="1263">
                  <c:v>2.5259999999999998</c:v>
                </c:pt>
                <c:pt idx="1264">
                  <c:v>2.528</c:v>
                </c:pt>
                <c:pt idx="1265">
                  <c:v>2.5299999999999998</c:v>
                </c:pt>
                <c:pt idx="1266">
                  <c:v>2.532</c:v>
                </c:pt>
                <c:pt idx="1267">
                  <c:v>2.5339999999999998</c:v>
                </c:pt>
                <c:pt idx="1268">
                  <c:v>2.536</c:v>
                </c:pt>
                <c:pt idx="1269">
                  <c:v>2.5379999999999998</c:v>
                </c:pt>
                <c:pt idx="1270">
                  <c:v>2.54</c:v>
                </c:pt>
                <c:pt idx="1271">
                  <c:v>2.5419999999999998</c:v>
                </c:pt>
                <c:pt idx="1272">
                  <c:v>2.544</c:v>
                </c:pt>
                <c:pt idx="1273">
                  <c:v>2.5459999999999998</c:v>
                </c:pt>
                <c:pt idx="1274">
                  <c:v>2.548</c:v>
                </c:pt>
                <c:pt idx="1275">
                  <c:v>2.5499999999999998</c:v>
                </c:pt>
                <c:pt idx="1276">
                  <c:v>2.552</c:v>
                </c:pt>
                <c:pt idx="1277">
                  <c:v>2.5539999999999998</c:v>
                </c:pt>
                <c:pt idx="1278">
                  <c:v>2.556</c:v>
                </c:pt>
                <c:pt idx="1279">
                  <c:v>2.5579999999999998</c:v>
                </c:pt>
                <c:pt idx="1280">
                  <c:v>2.56</c:v>
                </c:pt>
                <c:pt idx="1281">
                  <c:v>2.5619999999999998</c:v>
                </c:pt>
                <c:pt idx="1282">
                  <c:v>2.5640000000000001</c:v>
                </c:pt>
                <c:pt idx="1283">
                  <c:v>2.5659999999999998</c:v>
                </c:pt>
                <c:pt idx="1284">
                  <c:v>2.5680000000000001</c:v>
                </c:pt>
                <c:pt idx="1285">
                  <c:v>2.57</c:v>
                </c:pt>
                <c:pt idx="1286">
                  <c:v>2.5720000000000001</c:v>
                </c:pt>
                <c:pt idx="1287">
                  <c:v>2.5739999999999998</c:v>
                </c:pt>
                <c:pt idx="1288">
                  <c:v>2.5760000000000001</c:v>
                </c:pt>
                <c:pt idx="1289">
                  <c:v>2.5779999999999998</c:v>
                </c:pt>
                <c:pt idx="1290">
                  <c:v>2.58</c:v>
                </c:pt>
                <c:pt idx="1291">
                  <c:v>2.5819999999999999</c:v>
                </c:pt>
                <c:pt idx="1292">
                  <c:v>2.5840000000000001</c:v>
                </c:pt>
                <c:pt idx="1293">
                  <c:v>2.5859999999999999</c:v>
                </c:pt>
                <c:pt idx="1294">
                  <c:v>2.5880000000000001</c:v>
                </c:pt>
                <c:pt idx="1295">
                  <c:v>2.59</c:v>
                </c:pt>
                <c:pt idx="1296">
                  <c:v>2.5920000000000001</c:v>
                </c:pt>
                <c:pt idx="1297">
                  <c:v>2.5939999999999999</c:v>
                </c:pt>
                <c:pt idx="1298">
                  <c:v>2.5960000000000001</c:v>
                </c:pt>
                <c:pt idx="1299">
                  <c:v>2.5979999999999999</c:v>
                </c:pt>
                <c:pt idx="1300">
                  <c:v>2.6</c:v>
                </c:pt>
                <c:pt idx="1301">
                  <c:v>2.6019999999999999</c:v>
                </c:pt>
                <c:pt idx="1302">
                  <c:v>2.6040000000000001</c:v>
                </c:pt>
                <c:pt idx="1303">
                  <c:v>2.6059999999999999</c:v>
                </c:pt>
                <c:pt idx="1304">
                  <c:v>2.6080000000000001</c:v>
                </c:pt>
                <c:pt idx="1305">
                  <c:v>2.61</c:v>
                </c:pt>
                <c:pt idx="1306">
                  <c:v>2.6120000000000001</c:v>
                </c:pt>
                <c:pt idx="1307">
                  <c:v>2.6139999999999999</c:v>
                </c:pt>
                <c:pt idx="1308">
                  <c:v>2.6160000000000001</c:v>
                </c:pt>
                <c:pt idx="1309">
                  <c:v>2.6179999999999999</c:v>
                </c:pt>
                <c:pt idx="1310">
                  <c:v>2.62</c:v>
                </c:pt>
                <c:pt idx="1311">
                  <c:v>2.6219999999999999</c:v>
                </c:pt>
                <c:pt idx="1312">
                  <c:v>2.6240000000000001</c:v>
                </c:pt>
                <c:pt idx="1313">
                  <c:v>2.6259999999999999</c:v>
                </c:pt>
                <c:pt idx="1314">
                  <c:v>2.6280000000000001</c:v>
                </c:pt>
                <c:pt idx="1315">
                  <c:v>2.63</c:v>
                </c:pt>
                <c:pt idx="1316">
                  <c:v>2.6320000000000001</c:v>
                </c:pt>
                <c:pt idx="1317">
                  <c:v>2.6339999999999999</c:v>
                </c:pt>
                <c:pt idx="1318">
                  <c:v>2.6360000000000001</c:v>
                </c:pt>
                <c:pt idx="1319">
                  <c:v>2.6379999999999999</c:v>
                </c:pt>
                <c:pt idx="1320">
                  <c:v>2.64</c:v>
                </c:pt>
                <c:pt idx="1321">
                  <c:v>2.6419999999999999</c:v>
                </c:pt>
                <c:pt idx="1322">
                  <c:v>2.6440000000000001</c:v>
                </c:pt>
                <c:pt idx="1323">
                  <c:v>2.6459999999999999</c:v>
                </c:pt>
                <c:pt idx="1324">
                  <c:v>2.6480000000000001</c:v>
                </c:pt>
                <c:pt idx="1325">
                  <c:v>2.65</c:v>
                </c:pt>
                <c:pt idx="1326">
                  <c:v>2.6520000000000001</c:v>
                </c:pt>
                <c:pt idx="1327">
                  <c:v>2.6539999999999999</c:v>
                </c:pt>
                <c:pt idx="1328">
                  <c:v>2.6560000000000001</c:v>
                </c:pt>
                <c:pt idx="1329">
                  <c:v>2.6579999999999999</c:v>
                </c:pt>
                <c:pt idx="1330">
                  <c:v>2.66</c:v>
                </c:pt>
                <c:pt idx="1331">
                  <c:v>2.6619999999999999</c:v>
                </c:pt>
                <c:pt idx="1332">
                  <c:v>2.6640000000000001</c:v>
                </c:pt>
                <c:pt idx="1333">
                  <c:v>2.6659999999999999</c:v>
                </c:pt>
                <c:pt idx="1334">
                  <c:v>2.6680000000000001</c:v>
                </c:pt>
                <c:pt idx="1335">
                  <c:v>2.67</c:v>
                </c:pt>
                <c:pt idx="1336">
                  <c:v>2.6720000000000002</c:v>
                </c:pt>
                <c:pt idx="1337">
                  <c:v>2.6739999999999999</c:v>
                </c:pt>
                <c:pt idx="1338">
                  <c:v>2.6760000000000002</c:v>
                </c:pt>
                <c:pt idx="1339">
                  <c:v>2.6779999999999999</c:v>
                </c:pt>
                <c:pt idx="1340">
                  <c:v>2.68</c:v>
                </c:pt>
                <c:pt idx="1341">
                  <c:v>2.6819999999999999</c:v>
                </c:pt>
                <c:pt idx="1342">
                  <c:v>2.6840000000000002</c:v>
                </c:pt>
                <c:pt idx="1343">
                  <c:v>2.6859999999999999</c:v>
                </c:pt>
                <c:pt idx="1344">
                  <c:v>2.6880000000000002</c:v>
                </c:pt>
                <c:pt idx="1345">
                  <c:v>2.69</c:v>
                </c:pt>
                <c:pt idx="1346">
                  <c:v>2.6920000000000002</c:v>
                </c:pt>
                <c:pt idx="1347">
                  <c:v>2.694</c:v>
                </c:pt>
                <c:pt idx="1348">
                  <c:v>2.6960000000000002</c:v>
                </c:pt>
                <c:pt idx="1349">
                  <c:v>2.698</c:v>
                </c:pt>
                <c:pt idx="1350">
                  <c:v>2.7</c:v>
                </c:pt>
                <c:pt idx="1351">
                  <c:v>2.702</c:v>
                </c:pt>
                <c:pt idx="1352">
                  <c:v>2.7040000000000002</c:v>
                </c:pt>
                <c:pt idx="1353">
                  <c:v>2.706</c:v>
                </c:pt>
                <c:pt idx="1354">
                  <c:v>2.7080000000000002</c:v>
                </c:pt>
                <c:pt idx="1355">
                  <c:v>2.71</c:v>
                </c:pt>
                <c:pt idx="1356">
                  <c:v>2.7120000000000002</c:v>
                </c:pt>
                <c:pt idx="1357">
                  <c:v>2.714</c:v>
                </c:pt>
                <c:pt idx="1358">
                  <c:v>2.7160000000000002</c:v>
                </c:pt>
                <c:pt idx="1359">
                  <c:v>2.718</c:v>
                </c:pt>
                <c:pt idx="1360">
                  <c:v>2.72</c:v>
                </c:pt>
                <c:pt idx="1361">
                  <c:v>2.722</c:v>
                </c:pt>
                <c:pt idx="1362">
                  <c:v>2.7240000000000002</c:v>
                </c:pt>
                <c:pt idx="1363">
                  <c:v>2.726</c:v>
                </c:pt>
                <c:pt idx="1364">
                  <c:v>2.7280000000000002</c:v>
                </c:pt>
                <c:pt idx="1365">
                  <c:v>2.73</c:v>
                </c:pt>
                <c:pt idx="1366">
                  <c:v>2.7320000000000002</c:v>
                </c:pt>
                <c:pt idx="1367">
                  <c:v>2.734</c:v>
                </c:pt>
                <c:pt idx="1368">
                  <c:v>2.7360000000000002</c:v>
                </c:pt>
                <c:pt idx="1369">
                  <c:v>2.738</c:v>
                </c:pt>
                <c:pt idx="1370">
                  <c:v>2.74</c:v>
                </c:pt>
                <c:pt idx="1371">
                  <c:v>2.742</c:v>
                </c:pt>
                <c:pt idx="1372">
                  <c:v>2.7440000000000002</c:v>
                </c:pt>
                <c:pt idx="1373">
                  <c:v>2.746</c:v>
                </c:pt>
                <c:pt idx="1374">
                  <c:v>2.7480000000000002</c:v>
                </c:pt>
                <c:pt idx="1375">
                  <c:v>2.75</c:v>
                </c:pt>
                <c:pt idx="1376">
                  <c:v>2.7519999999999998</c:v>
                </c:pt>
                <c:pt idx="1377">
                  <c:v>2.754</c:v>
                </c:pt>
                <c:pt idx="1378">
                  <c:v>2.7559999999999998</c:v>
                </c:pt>
                <c:pt idx="1379">
                  <c:v>2.758</c:v>
                </c:pt>
                <c:pt idx="1380">
                  <c:v>2.76</c:v>
                </c:pt>
                <c:pt idx="1381">
                  <c:v>2.762</c:v>
                </c:pt>
                <c:pt idx="1382">
                  <c:v>2.7639999999999998</c:v>
                </c:pt>
                <c:pt idx="1383">
                  <c:v>2.766</c:v>
                </c:pt>
                <c:pt idx="1384">
                  <c:v>2.7679999999999998</c:v>
                </c:pt>
                <c:pt idx="1385">
                  <c:v>2.77</c:v>
                </c:pt>
                <c:pt idx="1386">
                  <c:v>2.7719999999999998</c:v>
                </c:pt>
                <c:pt idx="1387">
                  <c:v>2.774</c:v>
                </c:pt>
                <c:pt idx="1388">
                  <c:v>2.7759999999999998</c:v>
                </c:pt>
                <c:pt idx="1389">
                  <c:v>2.778</c:v>
                </c:pt>
                <c:pt idx="1390">
                  <c:v>2.78</c:v>
                </c:pt>
                <c:pt idx="1391">
                  <c:v>2.782</c:v>
                </c:pt>
                <c:pt idx="1392">
                  <c:v>2.7839999999999998</c:v>
                </c:pt>
                <c:pt idx="1393">
                  <c:v>2.786</c:v>
                </c:pt>
                <c:pt idx="1394">
                  <c:v>2.7879999999999998</c:v>
                </c:pt>
                <c:pt idx="1395">
                  <c:v>2.79</c:v>
                </c:pt>
                <c:pt idx="1396">
                  <c:v>2.7919999999999998</c:v>
                </c:pt>
                <c:pt idx="1397">
                  <c:v>2.794</c:v>
                </c:pt>
                <c:pt idx="1398">
                  <c:v>2.7959999999999998</c:v>
                </c:pt>
                <c:pt idx="1399">
                  <c:v>2.798</c:v>
                </c:pt>
                <c:pt idx="1400">
                  <c:v>2.8</c:v>
                </c:pt>
                <c:pt idx="1401">
                  <c:v>2.802</c:v>
                </c:pt>
                <c:pt idx="1402">
                  <c:v>2.8039999999999998</c:v>
                </c:pt>
                <c:pt idx="1403">
                  <c:v>2.806</c:v>
                </c:pt>
                <c:pt idx="1404">
                  <c:v>2.8079999999999998</c:v>
                </c:pt>
                <c:pt idx="1405">
                  <c:v>2.81</c:v>
                </c:pt>
                <c:pt idx="1406">
                  <c:v>2.8119999999999998</c:v>
                </c:pt>
                <c:pt idx="1407">
                  <c:v>2.8140000000000001</c:v>
                </c:pt>
                <c:pt idx="1408">
                  <c:v>2.8159999999999998</c:v>
                </c:pt>
                <c:pt idx="1409">
                  <c:v>2.8180000000000001</c:v>
                </c:pt>
                <c:pt idx="1410">
                  <c:v>2.82</c:v>
                </c:pt>
                <c:pt idx="1411">
                  <c:v>2.8220000000000001</c:v>
                </c:pt>
                <c:pt idx="1412">
                  <c:v>2.8239999999999998</c:v>
                </c:pt>
                <c:pt idx="1413">
                  <c:v>2.8260000000000001</c:v>
                </c:pt>
                <c:pt idx="1414">
                  <c:v>2.8279999999999998</c:v>
                </c:pt>
                <c:pt idx="1415">
                  <c:v>2.83</c:v>
                </c:pt>
                <c:pt idx="1416">
                  <c:v>2.8319999999999999</c:v>
                </c:pt>
                <c:pt idx="1417">
                  <c:v>2.8340000000000001</c:v>
                </c:pt>
                <c:pt idx="1418">
                  <c:v>2.8359999999999999</c:v>
                </c:pt>
                <c:pt idx="1419">
                  <c:v>2.8380000000000001</c:v>
                </c:pt>
                <c:pt idx="1420">
                  <c:v>2.84</c:v>
                </c:pt>
                <c:pt idx="1421">
                  <c:v>2.8420000000000001</c:v>
                </c:pt>
                <c:pt idx="1422">
                  <c:v>2.8439999999999999</c:v>
                </c:pt>
                <c:pt idx="1423">
                  <c:v>2.8460000000000001</c:v>
                </c:pt>
                <c:pt idx="1424">
                  <c:v>2.8479999999999999</c:v>
                </c:pt>
                <c:pt idx="1425">
                  <c:v>2.85</c:v>
                </c:pt>
                <c:pt idx="1426">
                  <c:v>2.8519999999999999</c:v>
                </c:pt>
                <c:pt idx="1427">
                  <c:v>2.8540000000000001</c:v>
                </c:pt>
                <c:pt idx="1428">
                  <c:v>2.8559999999999999</c:v>
                </c:pt>
                <c:pt idx="1429">
                  <c:v>2.8580000000000001</c:v>
                </c:pt>
                <c:pt idx="1430">
                  <c:v>2.86</c:v>
                </c:pt>
                <c:pt idx="1431">
                  <c:v>2.8620000000000001</c:v>
                </c:pt>
                <c:pt idx="1432">
                  <c:v>2.8639999999999999</c:v>
                </c:pt>
                <c:pt idx="1433">
                  <c:v>2.8660000000000001</c:v>
                </c:pt>
                <c:pt idx="1434">
                  <c:v>2.8679999999999999</c:v>
                </c:pt>
                <c:pt idx="1435">
                  <c:v>2.87</c:v>
                </c:pt>
                <c:pt idx="1436">
                  <c:v>2.8719999999999999</c:v>
                </c:pt>
                <c:pt idx="1437">
                  <c:v>2.8740000000000001</c:v>
                </c:pt>
                <c:pt idx="1438">
                  <c:v>2.8759999999999999</c:v>
                </c:pt>
                <c:pt idx="1439">
                  <c:v>2.8780000000000001</c:v>
                </c:pt>
                <c:pt idx="1440">
                  <c:v>2.88</c:v>
                </c:pt>
                <c:pt idx="1441">
                  <c:v>2.8820000000000001</c:v>
                </c:pt>
                <c:pt idx="1442">
                  <c:v>2.8839999999999999</c:v>
                </c:pt>
                <c:pt idx="1443">
                  <c:v>2.8860000000000001</c:v>
                </c:pt>
                <c:pt idx="1444">
                  <c:v>2.8879999999999999</c:v>
                </c:pt>
                <c:pt idx="1445">
                  <c:v>2.89</c:v>
                </c:pt>
                <c:pt idx="1446">
                  <c:v>2.8919999999999999</c:v>
                </c:pt>
                <c:pt idx="1447">
                  <c:v>2.8940000000000001</c:v>
                </c:pt>
                <c:pt idx="1448">
                  <c:v>2.8959999999999999</c:v>
                </c:pt>
                <c:pt idx="1449">
                  <c:v>2.8980000000000001</c:v>
                </c:pt>
                <c:pt idx="1450">
                  <c:v>2.9</c:v>
                </c:pt>
                <c:pt idx="1451">
                  <c:v>2.9020000000000001</c:v>
                </c:pt>
                <c:pt idx="1452">
                  <c:v>2.9039999999999999</c:v>
                </c:pt>
                <c:pt idx="1453">
                  <c:v>2.9060000000000001</c:v>
                </c:pt>
                <c:pt idx="1454">
                  <c:v>2.9079999999999999</c:v>
                </c:pt>
                <c:pt idx="1455">
                  <c:v>2.91</c:v>
                </c:pt>
                <c:pt idx="1456">
                  <c:v>2.9119999999999999</c:v>
                </c:pt>
                <c:pt idx="1457">
                  <c:v>2.9140000000000001</c:v>
                </c:pt>
                <c:pt idx="1458">
                  <c:v>2.9159999999999999</c:v>
                </c:pt>
                <c:pt idx="1459">
                  <c:v>2.9180000000000001</c:v>
                </c:pt>
                <c:pt idx="1460">
                  <c:v>2.92</c:v>
                </c:pt>
                <c:pt idx="1461">
                  <c:v>2.9220000000000002</c:v>
                </c:pt>
                <c:pt idx="1462">
                  <c:v>2.9239999999999999</c:v>
                </c:pt>
                <c:pt idx="1463">
                  <c:v>2.9260000000000002</c:v>
                </c:pt>
                <c:pt idx="1464">
                  <c:v>2.9279999999999999</c:v>
                </c:pt>
                <c:pt idx="1465">
                  <c:v>2.93</c:v>
                </c:pt>
                <c:pt idx="1466">
                  <c:v>2.9319999999999999</c:v>
                </c:pt>
                <c:pt idx="1467">
                  <c:v>2.9340000000000002</c:v>
                </c:pt>
                <c:pt idx="1468">
                  <c:v>2.9359999999999999</c:v>
                </c:pt>
                <c:pt idx="1469">
                  <c:v>2.9380000000000002</c:v>
                </c:pt>
                <c:pt idx="1470">
                  <c:v>2.94</c:v>
                </c:pt>
                <c:pt idx="1471">
                  <c:v>2.9420000000000002</c:v>
                </c:pt>
                <c:pt idx="1472">
                  <c:v>2.944</c:v>
                </c:pt>
                <c:pt idx="1473">
                  <c:v>2.9460000000000002</c:v>
                </c:pt>
                <c:pt idx="1474">
                  <c:v>2.948</c:v>
                </c:pt>
                <c:pt idx="1475">
                  <c:v>2.95</c:v>
                </c:pt>
                <c:pt idx="1476">
                  <c:v>2.952</c:v>
                </c:pt>
                <c:pt idx="1477">
                  <c:v>2.9540000000000002</c:v>
                </c:pt>
                <c:pt idx="1478">
                  <c:v>2.956</c:v>
                </c:pt>
                <c:pt idx="1479">
                  <c:v>2.9580000000000002</c:v>
                </c:pt>
                <c:pt idx="1480">
                  <c:v>2.96</c:v>
                </c:pt>
                <c:pt idx="1481">
                  <c:v>2.9620000000000002</c:v>
                </c:pt>
                <c:pt idx="1482">
                  <c:v>2.964</c:v>
                </c:pt>
                <c:pt idx="1483">
                  <c:v>2.9660000000000002</c:v>
                </c:pt>
                <c:pt idx="1484">
                  <c:v>2.968</c:v>
                </c:pt>
                <c:pt idx="1485">
                  <c:v>2.97</c:v>
                </c:pt>
                <c:pt idx="1486">
                  <c:v>2.972</c:v>
                </c:pt>
                <c:pt idx="1487">
                  <c:v>2.9740000000000002</c:v>
                </c:pt>
                <c:pt idx="1488">
                  <c:v>2.976</c:v>
                </c:pt>
                <c:pt idx="1489">
                  <c:v>2.9780000000000002</c:v>
                </c:pt>
                <c:pt idx="1490">
                  <c:v>2.98</c:v>
                </c:pt>
                <c:pt idx="1491">
                  <c:v>2.9820000000000002</c:v>
                </c:pt>
                <c:pt idx="1492">
                  <c:v>2.984</c:v>
                </c:pt>
                <c:pt idx="1493">
                  <c:v>2.9860000000000002</c:v>
                </c:pt>
                <c:pt idx="1494">
                  <c:v>2.988</c:v>
                </c:pt>
                <c:pt idx="1495">
                  <c:v>2.99</c:v>
                </c:pt>
                <c:pt idx="1496">
                  <c:v>2.992</c:v>
                </c:pt>
                <c:pt idx="1497">
                  <c:v>2.9940000000000002</c:v>
                </c:pt>
                <c:pt idx="1498">
                  <c:v>2.996</c:v>
                </c:pt>
                <c:pt idx="1499">
                  <c:v>2.9980000000000002</c:v>
                </c:pt>
                <c:pt idx="1500">
                  <c:v>3</c:v>
                </c:pt>
                <c:pt idx="1501">
                  <c:v>3.0019999999999998</c:v>
                </c:pt>
                <c:pt idx="1502">
                  <c:v>3.004</c:v>
                </c:pt>
                <c:pt idx="1503">
                  <c:v>3.0059999999999998</c:v>
                </c:pt>
                <c:pt idx="1504">
                  <c:v>3.008</c:v>
                </c:pt>
                <c:pt idx="1505">
                  <c:v>3.01</c:v>
                </c:pt>
                <c:pt idx="1506">
                  <c:v>3.012</c:v>
                </c:pt>
                <c:pt idx="1507">
                  <c:v>3.0139999999999998</c:v>
                </c:pt>
                <c:pt idx="1508">
                  <c:v>3.016</c:v>
                </c:pt>
                <c:pt idx="1509">
                  <c:v>3.0179999999999998</c:v>
                </c:pt>
                <c:pt idx="1510">
                  <c:v>3.02</c:v>
                </c:pt>
                <c:pt idx="1511">
                  <c:v>3.0219999999999998</c:v>
                </c:pt>
                <c:pt idx="1512">
                  <c:v>3.024</c:v>
                </c:pt>
                <c:pt idx="1513">
                  <c:v>3.0259999999999998</c:v>
                </c:pt>
                <c:pt idx="1514">
                  <c:v>3.028</c:v>
                </c:pt>
                <c:pt idx="1515">
                  <c:v>3.03</c:v>
                </c:pt>
                <c:pt idx="1516">
                  <c:v>3.032</c:v>
                </c:pt>
                <c:pt idx="1517">
                  <c:v>3.0339999999999998</c:v>
                </c:pt>
                <c:pt idx="1518">
                  <c:v>3.036</c:v>
                </c:pt>
                <c:pt idx="1519">
                  <c:v>3.0379999999999998</c:v>
                </c:pt>
                <c:pt idx="1520">
                  <c:v>3.04</c:v>
                </c:pt>
                <c:pt idx="1521">
                  <c:v>3.0419999999999998</c:v>
                </c:pt>
                <c:pt idx="1522">
                  <c:v>3.044</c:v>
                </c:pt>
                <c:pt idx="1523">
                  <c:v>3.0459999999999998</c:v>
                </c:pt>
                <c:pt idx="1524">
                  <c:v>3.048</c:v>
                </c:pt>
                <c:pt idx="1525">
                  <c:v>3.05</c:v>
                </c:pt>
                <c:pt idx="1526">
                  <c:v>3.052</c:v>
                </c:pt>
                <c:pt idx="1527">
                  <c:v>3.0539999999999998</c:v>
                </c:pt>
                <c:pt idx="1528">
                  <c:v>3.056</c:v>
                </c:pt>
                <c:pt idx="1529">
                  <c:v>3.0579999999999998</c:v>
                </c:pt>
                <c:pt idx="1530">
                  <c:v>3.06</c:v>
                </c:pt>
                <c:pt idx="1531">
                  <c:v>3.0619999999999998</c:v>
                </c:pt>
                <c:pt idx="1532">
                  <c:v>3.0640000000000001</c:v>
                </c:pt>
                <c:pt idx="1533">
                  <c:v>3.0659999999999998</c:v>
                </c:pt>
                <c:pt idx="1534">
                  <c:v>3.0680000000000001</c:v>
                </c:pt>
                <c:pt idx="1535">
                  <c:v>3.07</c:v>
                </c:pt>
                <c:pt idx="1536">
                  <c:v>3.0720000000000001</c:v>
                </c:pt>
                <c:pt idx="1537">
                  <c:v>3.0739999999999998</c:v>
                </c:pt>
                <c:pt idx="1538">
                  <c:v>3.0760000000000001</c:v>
                </c:pt>
                <c:pt idx="1539">
                  <c:v>3.0779999999999998</c:v>
                </c:pt>
                <c:pt idx="1540">
                  <c:v>3.08</c:v>
                </c:pt>
                <c:pt idx="1541">
                  <c:v>3.0819999999999999</c:v>
                </c:pt>
                <c:pt idx="1542">
                  <c:v>3.0840000000000001</c:v>
                </c:pt>
                <c:pt idx="1543">
                  <c:v>3.0859999999999999</c:v>
                </c:pt>
                <c:pt idx="1544">
                  <c:v>3.0880000000000001</c:v>
                </c:pt>
                <c:pt idx="1545">
                  <c:v>3.09</c:v>
                </c:pt>
                <c:pt idx="1546">
                  <c:v>3.0920000000000001</c:v>
                </c:pt>
                <c:pt idx="1547">
                  <c:v>3.0939999999999999</c:v>
                </c:pt>
                <c:pt idx="1548">
                  <c:v>3.0960000000000001</c:v>
                </c:pt>
                <c:pt idx="1549">
                  <c:v>3.0979999999999999</c:v>
                </c:pt>
                <c:pt idx="1550">
                  <c:v>3.1</c:v>
                </c:pt>
                <c:pt idx="1551">
                  <c:v>3.1019999999999999</c:v>
                </c:pt>
                <c:pt idx="1552">
                  <c:v>3.1040000000000001</c:v>
                </c:pt>
                <c:pt idx="1553">
                  <c:v>3.1059999999999999</c:v>
                </c:pt>
                <c:pt idx="1554">
                  <c:v>3.1080000000000001</c:v>
                </c:pt>
                <c:pt idx="1555">
                  <c:v>3.11</c:v>
                </c:pt>
                <c:pt idx="1556">
                  <c:v>3.1120000000000001</c:v>
                </c:pt>
                <c:pt idx="1557">
                  <c:v>3.1139999999999999</c:v>
                </c:pt>
                <c:pt idx="1558">
                  <c:v>3.1160000000000001</c:v>
                </c:pt>
                <c:pt idx="1559">
                  <c:v>3.1179999999999999</c:v>
                </c:pt>
                <c:pt idx="1560">
                  <c:v>3.12</c:v>
                </c:pt>
                <c:pt idx="1561">
                  <c:v>3.1219999999999999</c:v>
                </c:pt>
                <c:pt idx="1562">
                  <c:v>3.1240000000000001</c:v>
                </c:pt>
                <c:pt idx="1563">
                  <c:v>3.1259999999999999</c:v>
                </c:pt>
                <c:pt idx="1564">
                  <c:v>3.1280000000000001</c:v>
                </c:pt>
                <c:pt idx="1565">
                  <c:v>3.13</c:v>
                </c:pt>
                <c:pt idx="1566">
                  <c:v>3.1320000000000001</c:v>
                </c:pt>
                <c:pt idx="1567">
                  <c:v>3.1339999999999999</c:v>
                </c:pt>
                <c:pt idx="1568">
                  <c:v>3.1360000000000001</c:v>
                </c:pt>
                <c:pt idx="1569">
                  <c:v>3.1379999999999999</c:v>
                </c:pt>
                <c:pt idx="1570">
                  <c:v>3.14</c:v>
                </c:pt>
                <c:pt idx="1571">
                  <c:v>3.1419999999999999</c:v>
                </c:pt>
                <c:pt idx="1572">
                  <c:v>3.1440000000000001</c:v>
                </c:pt>
                <c:pt idx="1573">
                  <c:v>3.1459999999999999</c:v>
                </c:pt>
                <c:pt idx="1574">
                  <c:v>3.1480000000000001</c:v>
                </c:pt>
                <c:pt idx="1575">
                  <c:v>3.15</c:v>
                </c:pt>
                <c:pt idx="1576">
                  <c:v>3.1520000000000001</c:v>
                </c:pt>
                <c:pt idx="1577">
                  <c:v>3.1539999999999999</c:v>
                </c:pt>
                <c:pt idx="1578">
                  <c:v>3.1560000000000001</c:v>
                </c:pt>
                <c:pt idx="1579">
                  <c:v>3.1579999999999999</c:v>
                </c:pt>
                <c:pt idx="1580">
                  <c:v>3.16</c:v>
                </c:pt>
                <c:pt idx="1581">
                  <c:v>3.1619999999999999</c:v>
                </c:pt>
                <c:pt idx="1582">
                  <c:v>3.1640000000000001</c:v>
                </c:pt>
                <c:pt idx="1583">
                  <c:v>3.1659999999999999</c:v>
                </c:pt>
                <c:pt idx="1584">
                  <c:v>3.1680000000000001</c:v>
                </c:pt>
                <c:pt idx="1585">
                  <c:v>3.17</c:v>
                </c:pt>
                <c:pt idx="1586">
                  <c:v>3.1720000000000002</c:v>
                </c:pt>
                <c:pt idx="1587">
                  <c:v>3.1739999999999999</c:v>
                </c:pt>
                <c:pt idx="1588">
                  <c:v>3.1760000000000002</c:v>
                </c:pt>
                <c:pt idx="1589">
                  <c:v>3.1779999999999999</c:v>
                </c:pt>
                <c:pt idx="1590">
                  <c:v>3.18</c:v>
                </c:pt>
                <c:pt idx="1591">
                  <c:v>3.1819999999999999</c:v>
                </c:pt>
                <c:pt idx="1592">
                  <c:v>3.1840000000000002</c:v>
                </c:pt>
                <c:pt idx="1593">
                  <c:v>3.1859999999999999</c:v>
                </c:pt>
                <c:pt idx="1594">
                  <c:v>3.1880000000000002</c:v>
                </c:pt>
                <c:pt idx="1595">
                  <c:v>3.19</c:v>
                </c:pt>
                <c:pt idx="1596">
                  <c:v>3.1920000000000002</c:v>
                </c:pt>
                <c:pt idx="1597">
                  <c:v>3.194</c:v>
                </c:pt>
                <c:pt idx="1598">
                  <c:v>3.1960000000000002</c:v>
                </c:pt>
                <c:pt idx="1599">
                  <c:v>3.198</c:v>
                </c:pt>
                <c:pt idx="1600">
                  <c:v>3.2</c:v>
                </c:pt>
                <c:pt idx="1601">
                  <c:v>3.202</c:v>
                </c:pt>
                <c:pt idx="1602">
                  <c:v>3.2040000000000002</c:v>
                </c:pt>
                <c:pt idx="1603">
                  <c:v>3.206</c:v>
                </c:pt>
                <c:pt idx="1604">
                  <c:v>3.2080000000000002</c:v>
                </c:pt>
                <c:pt idx="1605">
                  <c:v>3.21</c:v>
                </c:pt>
                <c:pt idx="1606">
                  <c:v>3.2120000000000002</c:v>
                </c:pt>
                <c:pt idx="1607">
                  <c:v>3.214</c:v>
                </c:pt>
                <c:pt idx="1608">
                  <c:v>3.2160000000000002</c:v>
                </c:pt>
                <c:pt idx="1609">
                  <c:v>3.218</c:v>
                </c:pt>
                <c:pt idx="1610">
                  <c:v>3.22</c:v>
                </c:pt>
                <c:pt idx="1611">
                  <c:v>3.222</c:v>
                </c:pt>
                <c:pt idx="1612">
                  <c:v>3.2240000000000002</c:v>
                </c:pt>
                <c:pt idx="1613">
                  <c:v>3.226</c:v>
                </c:pt>
                <c:pt idx="1614">
                  <c:v>3.2280000000000002</c:v>
                </c:pt>
                <c:pt idx="1615">
                  <c:v>3.23</c:v>
                </c:pt>
                <c:pt idx="1616">
                  <c:v>3.2320000000000002</c:v>
                </c:pt>
                <c:pt idx="1617">
                  <c:v>3.234</c:v>
                </c:pt>
                <c:pt idx="1618">
                  <c:v>3.2360000000000002</c:v>
                </c:pt>
                <c:pt idx="1619">
                  <c:v>3.238</c:v>
                </c:pt>
                <c:pt idx="1620">
                  <c:v>3.24</c:v>
                </c:pt>
                <c:pt idx="1621">
                  <c:v>3.242</c:v>
                </c:pt>
                <c:pt idx="1622">
                  <c:v>3.2440000000000002</c:v>
                </c:pt>
                <c:pt idx="1623">
                  <c:v>3.246</c:v>
                </c:pt>
                <c:pt idx="1624">
                  <c:v>3.2480000000000002</c:v>
                </c:pt>
                <c:pt idx="1625">
                  <c:v>3.25</c:v>
                </c:pt>
                <c:pt idx="1626">
                  <c:v>3.2519999999999998</c:v>
                </c:pt>
                <c:pt idx="1627">
                  <c:v>3.254</c:v>
                </c:pt>
                <c:pt idx="1628">
                  <c:v>3.2559999999999998</c:v>
                </c:pt>
                <c:pt idx="1629">
                  <c:v>3.258</c:v>
                </c:pt>
                <c:pt idx="1630">
                  <c:v>3.26</c:v>
                </c:pt>
                <c:pt idx="1631">
                  <c:v>3.262</c:v>
                </c:pt>
                <c:pt idx="1632">
                  <c:v>3.2639999999999998</c:v>
                </c:pt>
                <c:pt idx="1633">
                  <c:v>3.266</c:v>
                </c:pt>
                <c:pt idx="1634">
                  <c:v>3.2679999999999998</c:v>
                </c:pt>
                <c:pt idx="1635">
                  <c:v>3.27</c:v>
                </c:pt>
                <c:pt idx="1636">
                  <c:v>3.2719999999999998</c:v>
                </c:pt>
                <c:pt idx="1637">
                  <c:v>3.274</c:v>
                </c:pt>
                <c:pt idx="1638">
                  <c:v>3.2759999999999998</c:v>
                </c:pt>
                <c:pt idx="1639">
                  <c:v>3.278</c:v>
                </c:pt>
                <c:pt idx="1640">
                  <c:v>3.28</c:v>
                </c:pt>
                <c:pt idx="1641">
                  <c:v>3.282</c:v>
                </c:pt>
                <c:pt idx="1642">
                  <c:v>3.2839999999999998</c:v>
                </c:pt>
                <c:pt idx="1643">
                  <c:v>3.286</c:v>
                </c:pt>
                <c:pt idx="1644">
                  <c:v>3.2879999999999998</c:v>
                </c:pt>
                <c:pt idx="1645">
                  <c:v>3.29</c:v>
                </c:pt>
                <c:pt idx="1646">
                  <c:v>3.2919999999999998</c:v>
                </c:pt>
                <c:pt idx="1647">
                  <c:v>3.294</c:v>
                </c:pt>
                <c:pt idx="1648">
                  <c:v>3.2959999999999998</c:v>
                </c:pt>
                <c:pt idx="1649">
                  <c:v>3.298</c:v>
                </c:pt>
                <c:pt idx="1650">
                  <c:v>3.3</c:v>
                </c:pt>
                <c:pt idx="1651">
                  <c:v>3.302</c:v>
                </c:pt>
                <c:pt idx="1652">
                  <c:v>3.3039999999999998</c:v>
                </c:pt>
                <c:pt idx="1653">
                  <c:v>3.306</c:v>
                </c:pt>
                <c:pt idx="1654">
                  <c:v>3.3079999999999998</c:v>
                </c:pt>
                <c:pt idx="1655">
                  <c:v>3.31</c:v>
                </c:pt>
                <c:pt idx="1656">
                  <c:v>3.3119999999999998</c:v>
                </c:pt>
                <c:pt idx="1657">
                  <c:v>3.3140000000000001</c:v>
                </c:pt>
                <c:pt idx="1658">
                  <c:v>3.3159999999999998</c:v>
                </c:pt>
                <c:pt idx="1659">
                  <c:v>3.3180000000000001</c:v>
                </c:pt>
                <c:pt idx="1660">
                  <c:v>3.32</c:v>
                </c:pt>
                <c:pt idx="1661">
                  <c:v>3.3220000000000001</c:v>
                </c:pt>
                <c:pt idx="1662">
                  <c:v>3.3239999999999998</c:v>
                </c:pt>
                <c:pt idx="1663">
                  <c:v>3.3260000000000001</c:v>
                </c:pt>
                <c:pt idx="1664">
                  <c:v>3.3279999999999998</c:v>
                </c:pt>
                <c:pt idx="1665">
                  <c:v>3.33</c:v>
                </c:pt>
                <c:pt idx="1666">
                  <c:v>3.3319999999999999</c:v>
                </c:pt>
                <c:pt idx="1667">
                  <c:v>3.3340000000000001</c:v>
                </c:pt>
                <c:pt idx="1668">
                  <c:v>3.3359999999999999</c:v>
                </c:pt>
                <c:pt idx="1669">
                  <c:v>3.3380000000000001</c:v>
                </c:pt>
                <c:pt idx="1670">
                  <c:v>3.34</c:v>
                </c:pt>
                <c:pt idx="1671">
                  <c:v>3.3420000000000001</c:v>
                </c:pt>
                <c:pt idx="1672">
                  <c:v>3.3439999999999999</c:v>
                </c:pt>
                <c:pt idx="1673">
                  <c:v>3.3460000000000001</c:v>
                </c:pt>
                <c:pt idx="1674">
                  <c:v>3.3479999999999999</c:v>
                </c:pt>
                <c:pt idx="1675">
                  <c:v>3.35</c:v>
                </c:pt>
                <c:pt idx="1676">
                  <c:v>3.3519999999999999</c:v>
                </c:pt>
                <c:pt idx="1677">
                  <c:v>3.3540000000000001</c:v>
                </c:pt>
                <c:pt idx="1678">
                  <c:v>3.3559999999999999</c:v>
                </c:pt>
                <c:pt idx="1679">
                  <c:v>3.3580000000000001</c:v>
                </c:pt>
                <c:pt idx="1680">
                  <c:v>3.36</c:v>
                </c:pt>
                <c:pt idx="1681">
                  <c:v>3.3620000000000001</c:v>
                </c:pt>
                <c:pt idx="1682">
                  <c:v>3.3639999999999999</c:v>
                </c:pt>
                <c:pt idx="1683">
                  <c:v>3.3660000000000001</c:v>
                </c:pt>
                <c:pt idx="1684">
                  <c:v>3.3679999999999999</c:v>
                </c:pt>
                <c:pt idx="1685">
                  <c:v>3.37</c:v>
                </c:pt>
                <c:pt idx="1686">
                  <c:v>3.3719999999999999</c:v>
                </c:pt>
                <c:pt idx="1687">
                  <c:v>3.3740000000000001</c:v>
                </c:pt>
                <c:pt idx="1688">
                  <c:v>3.3759999999999999</c:v>
                </c:pt>
                <c:pt idx="1689">
                  <c:v>3.3780000000000001</c:v>
                </c:pt>
                <c:pt idx="1690">
                  <c:v>3.38</c:v>
                </c:pt>
                <c:pt idx="1691">
                  <c:v>3.3820000000000001</c:v>
                </c:pt>
                <c:pt idx="1692">
                  <c:v>3.3839999999999999</c:v>
                </c:pt>
                <c:pt idx="1693">
                  <c:v>3.3860000000000001</c:v>
                </c:pt>
                <c:pt idx="1694">
                  <c:v>3.3879999999999999</c:v>
                </c:pt>
                <c:pt idx="1695">
                  <c:v>3.39</c:v>
                </c:pt>
                <c:pt idx="1696">
                  <c:v>3.3919999999999999</c:v>
                </c:pt>
                <c:pt idx="1697">
                  <c:v>3.3940000000000001</c:v>
                </c:pt>
                <c:pt idx="1698">
                  <c:v>3.3959999999999999</c:v>
                </c:pt>
                <c:pt idx="1699">
                  <c:v>3.3980000000000001</c:v>
                </c:pt>
                <c:pt idx="1700">
                  <c:v>3.4</c:v>
                </c:pt>
                <c:pt idx="1701">
                  <c:v>3.4020000000000001</c:v>
                </c:pt>
                <c:pt idx="1702">
                  <c:v>3.4039999999999999</c:v>
                </c:pt>
                <c:pt idx="1703">
                  <c:v>3.4060000000000001</c:v>
                </c:pt>
                <c:pt idx="1704">
                  <c:v>3.4079999999999999</c:v>
                </c:pt>
                <c:pt idx="1705">
                  <c:v>3.41</c:v>
                </c:pt>
                <c:pt idx="1706">
                  <c:v>3.4119999999999999</c:v>
                </c:pt>
                <c:pt idx="1707">
                  <c:v>3.4140000000000001</c:v>
                </c:pt>
                <c:pt idx="1708">
                  <c:v>3.4159999999999999</c:v>
                </c:pt>
                <c:pt idx="1709">
                  <c:v>3.4180000000000001</c:v>
                </c:pt>
                <c:pt idx="1710">
                  <c:v>3.42</c:v>
                </c:pt>
                <c:pt idx="1711">
                  <c:v>3.4220000000000002</c:v>
                </c:pt>
                <c:pt idx="1712">
                  <c:v>3.4239999999999999</c:v>
                </c:pt>
                <c:pt idx="1713">
                  <c:v>3.4260000000000002</c:v>
                </c:pt>
                <c:pt idx="1714">
                  <c:v>3.4279999999999999</c:v>
                </c:pt>
                <c:pt idx="1715">
                  <c:v>3.43</c:v>
                </c:pt>
                <c:pt idx="1716">
                  <c:v>3.4319999999999999</c:v>
                </c:pt>
                <c:pt idx="1717">
                  <c:v>3.4340000000000002</c:v>
                </c:pt>
                <c:pt idx="1718">
                  <c:v>3.4359999999999999</c:v>
                </c:pt>
                <c:pt idx="1719">
                  <c:v>3.4380000000000002</c:v>
                </c:pt>
                <c:pt idx="1720">
                  <c:v>3.44</c:v>
                </c:pt>
                <c:pt idx="1721">
                  <c:v>3.4420000000000002</c:v>
                </c:pt>
                <c:pt idx="1722">
                  <c:v>3.444</c:v>
                </c:pt>
                <c:pt idx="1723">
                  <c:v>3.4460000000000002</c:v>
                </c:pt>
                <c:pt idx="1724">
                  <c:v>3.448</c:v>
                </c:pt>
                <c:pt idx="1725">
                  <c:v>3.45</c:v>
                </c:pt>
                <c:pt idx="1726">
                  <c:v>3.452</c:v>
                </c:pt>
                <c:pt idx="1727">
                  <c:v>3.4540000000000002</c:v>
                </c:pt>
                <c:pt idx="1728">
                  <c:v>3.456</c:v>
                </c:pt>
                <c:pt idx="1729">
                  <c:v>3.4580000000000002</c:v>
                </c:pt>
                <c:pt idx="1730">
                  <c:v>3.46</c:v>
                </c:pt>
                <c:pt idx="1731">
                  <c:v>3.4620000000000002</c:v>
                </c:pt>
                <c:pt idx="1732">
                  <c:v>3.464</c:v>
                </c:pt>
                <c:pt idx="1733">
                  <c:v>3.4660000000000002</c:v>
                </c:pt>
                <c:pt idx="1734">
                  <c:v>3.468</c:v>
                </c:pt>
                <c:pt idx="1735">
                  <c:v>3.47</c:v>
                </c:pt>
                <c:pt idx="1736">
                  <c:v>3.472</c:v>
                </c:pt>
                <c:pt idx="1737">
                  <c:v>3.4740000000000002</c:v>
                </c:pt>
                <c:pt idx="1738">
                  <c:v>3.476</c:v>
                </c:pt>
                <c:pt idx="1739">
                  <c:v>3.4780000000000002</c:v>
                </c:pt>
                <c:pt idx="1740">
                  <c:v>3.48</c:v>
                </c:pt>
                <c:pt idx="1741">
                  <c:v>3.4820000000000002</c:v>
                </c:pt>
                <c:pt idx="1742">
                  <c:v>3.484</c:v>
                </c:pt>
                <c:pt idx="1743">
                  <c:v>3.4860000000000002</c:v>
                </c:pt>
                <c:pt idx="1744">
                  <c:v>3.488</c:v>
                </c:pt>
                <c:pt idx="1745">
                  <c:v>3.49</c:v>
                </c:pt>
                <c:pt idx="1746">
                  <c:v>3.492</c:v>
                </c:pt>
                <c:pt idx="1747">
                  <c:v>3.4940000000000002</c:v>
                </c:pt>
                <c:pt idx="1748">
                  <c:v>3.496</c:v>
                </c:pt>
                <c:pt idx="1749">
                  <c:v>3.4980000000000002</c:v>
                </c:pt>
                <c:pt idx="1750">
                  <c:v>3.5</c:v>
                </c:pt>
                <c:pt idx="1751">
                  <c:v>3.5019999999999998</c:v>
                </c:pt>
                <c:pt idx="1752">
                  <c:v>3.504</c:v>
                </c:pt>
                <c:pt idx="1753">
                  <c:v>3.5059999999999998</c:v>
                </c:pt>
                <c:pt idx="1754">
                  <c:v>3.508</c:v>
                </c:pt>
                <c:pt idx="1755">
                  <c:v>3.51</c:v>
                </c:pt>
                <c:pt idx="1756">
                  <c:v>3.512</c:v>
                </c:pt>
                <c:pt idx="1757">
                  <c:v>3.5139999999999998</c:v>
                </c:pt>
                <c:pt idx="1758">
                  <c:v>3.516</c:v>
                </c:pt>
                <c:pt idx="1759">
                  <c:v>3.5179999999999998</c:v>
                </c:pt>
                <c:pt idx="1760">
                  <c:v>3.52</c:v>
                </c:pt>
                <c:pt idx="1761">
                  <c:v>3.5219999999999998</c:v>
                </c:pt>
                <c:pt idx="1762">
                  <c:v>3.524</c:v>
                </c:pt>
                <c:pt idx="1763">
                  <c:v>3.5259999999999998</c:v>
                </c:pt>
                <c:pt idx="1764">
                  <c:v>3.528</c:v>
                </c:pt>
                <c:pt idx="1765">
                  <c:v>3.53</c:v>
                </c:pt>
                <c:pt idx="1766">
                  <c:v>3.532</c:v>
                </c:pt>
                <c:pt idx="1767">
                  <c:v>3.5339999999999998</c:v>
                </c:pt>
                <c:pt idx="1768">
                  <c:v>3.536</c:v>
                </c:pt>
                <c:pt idx="1769">
                  <c:v>3.5379999999999998</c:v>
                </c:pt>
                <c:pt idx="1770">
                  <c:v>3.54</c:v>
                </c:pt>
                <c:pt idx="1771">
                  <c:v>3.5419999999999998</c:v>
                </c:pt>
                <c:pt idx="1772">
                  <c:v>3.544</c:v>
                </c:pt>
                <c:pt idx="1773">
                  <c:v>3.5459999999999998</c:v>
                </c:pt>
                <c:pt idx="1774">
                  <c:v>3.548</c:v>
                </c:pt>
                <c:pt idx="1775">
                  <c:v>3.55</c:v>
                </c:pt>
                <c:pt idx="1776">
                  <c:v>3.552</c:v>
                </c:pt>
                <c:pt idx="1777">
                  <c:v>3.5539999999999998</c:v>
                </c:pt>
                <c:pt idx="1778">
                  <c:v>3.556</c:v>
                </c:pt>
                <c:pt idx="1779">
                  <c:v>3.5579999999999998</c:v>
                </c:pt>
                <c:pt idx="1780">
                  <c:v>3.56</c:v>
                </c:pt>
                <c:pt idx="1781">
                  <c:v>3.5619999999999998</c:v>
                </c:pt>
                <c:pt idx="1782">
                  <c:v>3.5640000000000001</c:v>
                </c:pt>
                <c:pt idx="1783">
                  <c:v>3.5659999999999998</c:v>
                </c:pt>
                <c:pt idx="1784">
                  <c:v>3.5680000000000001</c:v>
                </c:pt>
                <c:pt idx="1785">
                  <c:v>3.57</c:v>
                </c:pt>
                <c:pt idx="1786">
                  <c:v>3.5720000000000001</c:v>
                </c:pt>
                <c:pt idx="1787">
                  <c:v>3.5739999999999998</c:v>
                </c:pt>
                <c:pt idx="1788">
                  <c:v>3.5760000000000001</c:v>
                </c:pt>
                <c:pt idx="1789">
                  <c:v>3.5779999999999998</c:v>
                </c:pt>
                <c:pt idx="1790">
                  <c:v>3.58</c:v>
                </c:pt>
                <c:pt idx="1791">
                  <c:v>3.5819999999999999</c:v>
                </c:pt>
                <c:pt idx="1792">
                  <c:v>3.5840000000000001</c:v>
                </c:pt>
                <c:pt idx="1793">
                  <c:v>3.5859999999999999</c:v>
                </c:pt>
                <c:pt idx="1794">
                  <c:v>3.5880000000000001</c:v>
                </c:pt>
                <c:pt idx="1795">
                  <c:v>3.59</c:v>
                </c:pt>
                <c:pt idx="1796">
                  <c:v>3.5920000000000001</c:v>
                </c:pt>
                <c:pt idx="1797">
                  <c:v>3.5939999999999999</c:v>
                </c:pt>
                <c:pt idx="1798">
                  <c:v>3.5960000000000001</c:v>
                </c:pt>
                <c:pt idx="1799">
                  <c:v>3.5979999999999999</c:v>
                </c:pt>
                <c:pt idx="1800">
                  <c:v>3.6</c:v>
                </c:pt>
                <c:pt idx="1801">
                  <c:v>3.6019999999999999</c:v>
                </c:pt>
                <c:pt idx="1802">
                  <c:v>3.6040000000000001</c:v>
                </c:pt>
                <c:pt idx="1803">
                  <c:v>3.6059999999999999</c:v>
                </c:pt>
                <c:pt idx="1804">
                  <c:v>3.6080000000000001</c:v>
                </c:pt>
                <c:pt idx="1805">
                  <c:v>3.61</c:v>
                </c:pt>
                <c:pt idx="1806">
                  <c:v>3.6120000000000001</c:v>
                </c:pt>
                <c:pt idx="1807">
                  <c:v>3.6139999999999999</c:v>
                </c:pt>
                <c:pt idx="1808">
                  <c:v>3.6160000000000001</c:v>
                </c:pt>
                <c:pt idx="1809">
                  <c:v>3.6179999999999999</c:v>
                </c:pt>
                <c:pt idx="1810">
                  <c:v>3.62</c:v>
                </c:pt>
                <c:pt idx="1811">
                  <c:v>3.6219999999999999</c:v>
                </c:pt>
                <c:pt idx="1812">
                  <c:v>3.6240000000000001</c:v>
                </c:pt>
                <c:pt idx="1813">
                  <c:v>3.6259999999999999</c:v>
                </c:pt>
                <c:pt idx="1814">
                  <c:v>3.6280000000000001</c:v>
                </c:pt>
                <c:pt idx="1815">
                  <c:v>3.63</c:v>
                </c:pt>
                <c:pt idx="1816">
                  <c:v>3.6320000000000001</c:v>
                </c:pt>
                <c:pt idx="1817">
                  <c:v>3.6339999999999999</c:v>
                </c:pt>
                <c:pt idx="1818">
                  <c:v>3.6360000000000001</c:v>
                </c:pt>
                <c:pt idx="1819">
                  <c:v>3.6379999999999999</c:v>
                </c:pt>
                <c:pt idx="1820">
                  <c:v>3.64</c:v>
                </c:pt>
                <c:pt idx="1821">
                  <c:v>3.6419999999999999</c:v>
                </c:pt>
                <c:pt idx="1822">
                  <c:v>3.6440000000000001</c:v>
                </c:pt>
                <c:pt idx="1823">
                  <c:v>3.6459999999999999</c:v>
                </c:pt>
                <c:pt idx="1824">
                  <c:v>3.6480000000000001</c:v>
                </c:pt>
                <c:pt idx="1825">
                  <c:v>3.65</c:v>
                </c:pt>
                <c:pt idx="1826">
                  <c:v>3.6520000000000001</c:v>
                </c:pt>
                <c:pt idx="1827">
                  <c:v>3.6539999999999999</c:v>
                </c:pt>
                <c:pt idx="1828">
                  <c:v>3.6560000000000001</c:v>
                </c:pt>
                <c:pt idx="1829">
                  <c:v>3.6579999999999999</c:v>
                </c:pt>
                <c:pt idx="1830">
                  <c:v>3.66</c:v>
                </c:pt>
                <c:pt idx="1831">
                  <c:v>3.6619999999999999</c:v>
                </c:pt>
                <c:pt idx="1832">
                  <c:v>3.6640000000000001</c:v>
                </c:pt>
                <c:pt idx="1833">
                  <c:v>3.6659999999999999</c:v>
                </c:pt>
                <c:pt idx="1834">
                  <c:v>3.6680000000000001</c:v>
                </c:pt>
                <c:pt idx="1835">
                  <c:v>3.67</c:v>
                </c:pt>
                <c:pt idx="1836">
                  <c:v>3.6720000000000002</c:v>
                </c:pt>
                <c:pt idx="1837">
                  <c:v>3.6739999999999999</c:v>
                </c:pt>
                <c:pt idx="1838">
                  <c:v>3.6760000000000002</c:v>
                </c:pt>
                <c:pt idx="1839">
                  <c:v>3.6779999999999999</c:v>
                </c:pt>
                <c:pt idx="1840">
                  <c:v>3.68</c:v>
                </c:pt>
                <c:pt idx="1841">
                  <c:v>3.6819999999999999</c:v>
                </c:pt>
                <c:pt idx="1842">
                  <c:v>3.6840000000000002</c:v>
                </c:pt>
                <c:pt idx="1843">
                  <c:v>3.6859999999999999</c:v>
                </c:pt>
                <c:pt idx="1844">
                  <c:v>3.6880000000000002</c:v>
                </c:pt>
                <c:pt idx="1845">
                  <c:v>3.69</c:v>
                </c:pt>
                <c:pt idx="1846">
                  <c:v>3.6920000000000002</c:v>
                </c:pt>
                <c:pt idx="1847">
                  <c:v>3.694</c:v>
                </c:pt>
                <c:pt idx="1848">
                  <c:v>3.6960000000000002</c:v>
                </c:pt>
                <c:pt idx="1849">
                  <c:v>3.698</c:v>
                </c:pt>
                <c:pt idx="1850">
                  <c:v>3.7</c:v>
                </c:pt>
                <c:pt idx="1851">
                  <c:v>3.702</c:v>
                </c:pt>
                <c:pt idx="1852">
                  <c:v>3.7040000000000002</c:v>
                </c:pt>
                <c:pt idx="1853">
                  <c:v>3.706</c:v>
                </c:pt>
                <c:pt idx="1854">
                  <c:v>3.7080000000000002</c:v>
                </c:pt>
                <c:pt idx="1855">
                  <c:v>3.71</c:v>
                </c:pt>
                <c:pt idx="1856">
                  <c:v>3.7120000000000002</c:v>
                </c:pt>
                <c:pt idx="1857">
                  <c:v>3.714</c:v>
                </c:pt>
                <c:pt idx="1858">
                  <c:v>3.7160000000000002</c:v>
                </c:pt>
                <c:pt idx="1859">
                  <c:v>3.718</c:v>
                </c:pt>
                <c:pt idx="1860">
                  <c:v>3.72</c:v>
                </c:pt>
                <c:pt idx="1861">
                  <c:v>3.722</c:v>
                </c:pt>
                <c:pt idx="1862">
                  <c:v>3.7240000000000002</c:v>
                </c:pt>
                <c:pt idx="1863">
                  <c:v>3.726</c:v>
                </c:pt>
                <c:pt idx="1864">
                  <c:v>3.7280000000000002</c:v>
                </c:pt>
                <c:pt idx="1865">
                  <c:v>3.73</c:v>
                </c:pt>
                <c:pt idx="1866">
                  <c:v>3.7320000000000002</c:v>
                </c:pt>
                <c:pt idx="1867">
                  <c:v>3.734</c:v>
                </c:pt>
                <c:pt idx="1868">
                  <c:v>3.7360000000000002</c:v>
                </c:pt>
                <c:pt idx="1869">
                  <c:v>3.738</c:v>
                </c:pt>
                <c:pt idx="1870">
                  <c:v>3.74</c:v>
                </c:pt>
                <c:pt idx="1871">
                  <c:v>3.742</c:v>
                </c:pt>
                <c:pt idx="1872">
                  <c:v>3.7440000000000002</c:v>
                </c:pt>
                <c:pt idx="1873">
                  <c:v>3.746</c:v>
                </c:pt>
                <c:pt idx="1874">
                  <c:v>3.7480000000000002</c:v>
                </c:pt>
                <c:pt idx="1875">
                  <c:v>3.75</c:v>
                </c:pt>
                <c:pt idx="1876">
                  <c:v>3.7519999999999998</c:v>
                </c:pt>
                <c:pt idx="1877">
                  <c:v>3.754</c:v>
                </c:pt>
                <c:pt idx="1878">
                  <c:v>3.7559999999999998</c:v>
                </c:pt>
                <c:pt idx="1879">
                  <c:v>3.758</c:v>
                </c:pt>
                <c:pt idx="1880">
                  <c:v>3.76</c:v>
                </c:pt>
                <c:pt idx="1881">
                  <c:v>3.762</c:v>
                </c:pt>
                <c:pt idx="1882">
                  <c:v>3.7639999999999998</c:v>
                </c:pt>
                <c:pt idx="1883">
                  <c:v>3.766</c:v>
                </c:pt>
                <c:pt idx="1884">
                  <c:v>3.7679999999999998</c:v>
                </c:pt>
                <c:pt idx="1885">
                  <c:v>3.77</c:v>
                </c:pt>
                <c:pt idx="1886">
                  <c:v>3.7719999999999998</c:v>
                </c:pt>
                <c:pt idx="1887">
                  <c:v>3.774</c:v>
                </c:pt>
                <c:pt idx="1888">
                  <c:v>3.7759999999999998</c:v>
                </c:pt>
                <c:pt idx="1889">
                  <c:v>3.778</c:v>
                </c:pt>
                <c:pt idx="1890">
                  <c:v>3.78</c:v>
                </c:pt>
                <c:pt idx="1891">
                  <c:v>3.782</c:v>
                </c:pt>
                <c:pt idx="1892">
                  <c:v>3.7839999999999998</c:v>
                </c:pt>
                <c:pt idx="1893">
                  <c:v>3.786</c:v>
                </c:pt>
                <c:pt idx="1894">
                  <c:v>3.7879999999999998</c:v>
                </c:pt>
                <c:pt idx="1895">
                  <c:v>3.79</c:v>
                </c:pt>
                <c:pt idx="1896">
                  <c:v>3.7919999999999998</c:v>
                </c:pt>
                <c:pt idx="1897">
                  <c:v>3.794</c:v>
                </c:pt>
                <c:pt idx="1898">
                  <c:v>3.7959999999999998</c:v>
                </c:pt>
                <c:pt idx="1899">
                  <c:v>3.798</c:v>
                </c:pt>
                <c:pt idx="1900">
                  <c:v>3.8</c:v>
                </c:pt>
                <c:pt idx="1901">
                  <c:v>3.802</c:v>
                </c:pt>
                <c:pt idx="1902">
                  <c:v>3.8039999999999998</c:v>
                </c:pt>
                <c:pt idx="1903">
                  <c:v>3.806</c:v>
                </c:pt>
                <c:pt idx="1904">
                  <c:v>3.8079999999999998</c:v>
                </c:pt>
                <c:pt idx="1905">
                  <c:v>3.81</c:v>
                </c:pt>
                <c:pt idx="1906">
                  <c:v>3.8119999999999998</c:v>
                </c:pt>
                <c:pt idx="1907">
                  <c:v>3.8140000000000001</c:v>
                </c:pt>
                <c:pt idx="1908">
                  <c:v>3.8159999999999998</c:v>
                </c:pt>
                <c:pt idx="1909">
                  <c:v>3.8180000000000001</c:v>
                </c:pt>
                <c:pt idx="1910">
                  <c:v>3.82</c:v>
                </c:pt>
                <c:pt idx="1911">
                  <c:v>3.8220000000000001</c:v>
                </c:pt>
                <c:pt idx="1912">
                  <c:v>3.8239999999999998</c:v>
                </c:pt>
                <c:pt idx="1913">
                  <c:v>3.8260000000000001</c:v>
                </c:pt>
                <c:pt idx="1914">
                  <c:v>3.8279999999999998</c:v>
                </c:pt>
                <c:pt idx="1915">
                  <c:v>3.83</c:v>
                </c:pt>
                <c:pt idx="1916">
                  <c:v>3.8319999999999999</c:v>
                </c:pt>
                <c:pt idx="1917">
                  <c:v>3.8340000000000001</c:v>
                </c:pt>
                <c:pt idx="1918">
                  <c:v>3.8359999999999999</c:v>
                </c:pt>
                <c:pt idx="1919">
                  <c:v>3.8380000000000001</c:v>
                </c:pt>
                <c:pt idx="1920">
                  <c:v>3.84</c:v>
                </c:pt>
                <c:pt idx="1921">
                  <c:v>3.8420000000000001</c:v>
                </c:pt>
                <c:pt idx="1922">
                  <c:v>3.8439999999999999</c:v>
                </c:pt>
                <c:pt idx="1923">
                  <c:v>3.8460000000000001</c:v>
                </c:pt>
                <c:pt idx="1924">
                  <c:v>3.8479999999999999</c:v>
                </c:pt>
                <c:pt idx="1925">
                  <c:v>3.85</c:v>
                </c:pt>
                <c:pt idx="1926">
                  <c:v>3.8519999999999999</c:v>
                </c:pt>
                <c:pt idx="1927">
                  <c:v>3.8540000000000001</c:v>
                </c:pt>
                <c:pt idx="1928">
                  <c:v>3.8559999999999999</c:v>
                </c:pt>
                <c:pt idx="1929">
                  <c:v>3.8580000000000001</c:v>
                </c:pt>
                <c:pt idx="1930">
                  <c:v>3.86</c:v>
                </c:pt>
                <c:pt idx="1931">
                  <c:v>3.8620000000000001</c:v>
                </c:pt>
                <c:pt idx="1932">
                  <c:v>3.8639999999999999</c:v>
                </c:pt>
                <c:pt idx="1933">
                  <c:v>3.8660000000000001</c:v>
                </c:pt>
                <c:pt idx="1934">
                  <c:v>3.8679999999999999</c:v>
                </c:pt>
                <c:pt idx="1935">
                  <c:v>3.87</c:v>
                </c:pt>
                <c:pt idx="1936">
                  <c:v>3.8719999999999999</c:v>
                </c:pt>
                <c:pt idx="1937">
                  <c:v>3.8740000000000001</c:v>
                </c:pt>
                <c:pt idx="1938">
                  <c:v>3.8759999999999999</c:v>
                </c:pt>
                <c:pt idx="1939">
                  <c:v>3.8780000000000001</c:v>
                </c:pt>
                <c:pt idx="1940">
                  <c:v>3.88</c:v>
                </c:pt>
                <c:pt idx="1941">
                  <c:v>3.8820000000000001</c:v>
                </c:pt>
                <c:pt idx="1942">
                  <c:v>3.8839999999999999</c:v>
                </c:pt>
                <c:pt idx="1943">
                  <c:v>3.8860000000000001</c:v>
                </c:pt>
                <c:pt idx="1944">
                  <c:v>3.8879999999999999</c:v>
                </c:pt>
                <c:pt idx="1945">
                  <c:v>3.89</c:v>
                </c:pt>
                <c:pt idx="1946">
                  <c:v>3.8919999999999999</c:v>
                </c:pt>
                <c:pt idx="1947">
                  <c:v>3.8940000000000001</c:v>
                </c:pt>
                <c:pt idx="1948">
                  <c:v>3.8959999999999999</c:v>
                </c:pt>
                <c:pt idx="1949">
                  <c:v>3.8980000000000001</c:v>
                </c:pt>
                <c:pt idx="1950">
                  <c:v>3.9</c:v>
                </c:pt>
                <c:pt idx="1951">
                  <c:v>3.9020000000000001</c:v>
                </c:pt>
                <c:pt idx="1952">
                  <c:v>3.9039999999999999</c:v>
                </c:pt>
                <c:pt idx="1953">
                  <c:v>3.9060000000000001</c:v>
                </c:pt>
                <c:pt idx="1954">
                  <c:v>3.9079999999999999</c:v>
                </c:pt>
                <c:pt idx="1955">
                  <c:v>3.91</c:v>
                </c:pt>
                <c:pt idx="1956">
                  <c:v>3.9119999999999999</c:v>
                </c:pt>
                <c:pt idx="1957">
                  <c:v>3.9140000000000001</c:v>
                </c:pt>
                <c:pt idx="1958">
                  <c:v>3.9159999999999999</c:v>
                </c:pt>
                <c:pt idx="1959">
                  <c:v>3.9180000000000001</c:v>
                </c:pt>
                <c:pt idx="1960">
                  <c:v>3.92</c:v>
                </c:pt>
                <c:pt idx="1961">
                  <c:v>3.9220000000000002</c:v>
                </c:pt>
                <c:pt idx="1962">
                  <c:v>3.9239999999999999</c:v>
                </c:pt>
                <c:pt idx="1963">
                  <c:v>3.9260000000000002</c:v>
                </c:pt>
                <c:pt idx="1964">
                  <c:v>3.9279999999999999</c:v>
                </c:pt>
                <c:pt idx="1965">
                  <c:v>3.93</c:v>
                </c:pt>
                <c:pt idx="1966">
                  <c:v>3.9319999999999999</c:v>
                </c:pt>
                <c:pt idx="1967">
                  <c:v>3.9340000000000002</c:v>
                </c:pt>
                <c:pt idx="1968">
                  <c:v>3.9359999999999999</c:v>
                </c:pt>
                <c:pt idx="1969">
                  <c:v>3.9380000000000002</c:v>
                </c:pt>
                <c:pt idx="1970">
                  <c:v>3.94</c:v>
                </c:pt>
                <c:pt idx="1971">
                  <c:v>3.9420000000000002</c:v>
                </c:pt>
                <c:pt idx="1972">
                  <c:v>3.944</c:v>
                </c:pt>
                <c:pt idx="1973">
                  <c:v>3.9460000000000002</c:v>
                </c:pt>
                <c:pt idx="1974">
                  <c:v>3.948</c:v>
                </c:pt>
                <c:pt idx="1975">
                  <c:v>3.95</c:v>
                </c:pt>
                <c:pt idx="1976">
                  <c:v>3.952</c:v>
                </c:pt>
                <c:pt idx="1977">
                  <c:v>3.9540000000000002</c:v>
                </c:pt>
                <c:pt idx="1978">
                  <c:v>3.956</c:v>
                </c:pt>
                <c:pt idx="1979">
                  <c:v>3.9580000000000002</c:v>
                </c:pt>
                <c:pt idx="1980">
                  <c:v>3.96</c:v>
                </c:pt>
                <c:pt idx="1981">
                  <c:v>3.9620000000000002</c:v>
                </c:pt>
                <c:pt idx="1982">
                  <c:v>3.964</c:v>
                </c:pt>
                <c:pt idx="1983">
                  <c:v>3.9660000000000002</c:v>
                </c:pt>
                <c:pt idx="1984">
                  <c:v>3.968</c:v>
                </c:pt>
                <c:pt idx="1985">
                  <c:v>3.97</c:v>
                </c:pt>
                <c:pt idx="1986">
                  <c:v>3.972</c:v>
                </c:pt>
                <c:pt idx="1987">
                  <c:v>3.9740000000000002</c:v>
                </c:pt>
                <c:pt idx="1988">
                  <c:v>3.976</c:v>
                </c:pt>
                <c:pt idx="1989">
                  <c:v>3.9780000000000002</c:v>
                </c:pt>
                <c:pt idx="1990">
                  <c:v>3.98</c:v>
                </c:pt>
                <c:pt idx="1991">
                  <c:v>3.9820000000000002</c:v>
                </c:pt>
                <c:pt idx="1992">
                  <c:v>3.984</c:v>
                </c:pt>
                <c:pt idx="1993">
                  <c:v>3.9860000000000002</c:v>
                </c:pt>
                <c:pt idx="1994">
                  <c:v>3.988</c:v>
                </c:pt>
                <c:pt idx="1995">
                  <c:v>3.99</c:v>
                </c:pt>
                <c:pt idx="1996">
                  <c:v>3.992</c:v>
                </c:pt>
                <c:pt idx="1997">
                  <c:v>3.9940000000000002</c:v>
                </c:pt>
                <c:pt idx="1998">
                  <c:v>3.996</c:v>
                </c:pt>
                <c:pt idx="1999">
                  <c:v>3.9980000000000002</c:v>
                </c:pt>
                <c:pt idx="2000">
                  <c:v>4</c:v>
                </c:pt>
                <c:pt idx="2001">
                  <c:v>4.0019999999999998</c:v>
                </c:pt>
                <c:pt idx="2002">
                  <c:v>4.0039999999999996</c:v>
                </c:pt>
                <c:pt idx="2003">
                  <c:v>4.0060000000000002</c:v>
                </c:pt>
                <c:pt idx="2004">
                  <c:v>4.008</c:v>
                </c:pt>
                <c:pt idx="2005">
                  <c:v>4.01</c:v>
                </c:pt>
                <c:pt idx="2006">
                  <c:v>4.0119999999999996</c:v>
                </c:pt>
                <c:pt idx="2007">
                  <c:v>4.0140000000000002</c:v>
                </c:pt>
                <c:pt idx="2008">
                  <c:v>4.016</c:v>
                </c:pt>
                <c:pt idx="2009">
                  <c:v>4.0179999999999998</c:v>
                </c:pt>
                <c:pt idx="2010">
                  <c:v>4.0199999999999996</c:v>
                </c:pt>
                <c:pt idx="2011">
                  <c:v>4.0220000000000002</c:v>
                </c:pt>
                <c:pt idx="2012">
                  <c:v>4.024</c:v>
                </c:pt>
                <c:pt idx="2013">
                  <c:v>4.0259999999999998</c:v>
                </c:pt>
                <c:pt idx="2014">
                  <c:v>4.0279999999999996</c:v>
                </c:pt>
                <c:pt idx="2015">
                  <c:v>4.03</c:v>
                </c:pt>
                <c:pt idx="2016">
                  <c:v>4.032</c:v>
                </c:pt>
                <c:pt idx="2017">
                  <c:v>4.0339999999999998</c:v>
                </c:pt>
                <c:pt idx="2018">
                  <c:v>4.0359999999999996</c:v>
                </c:pt>
                <c:pt idx="2019">
                  <c:v>4.0380000000000003</c:v>
                </c:pt>
                <c:pt idx="2020">
                  <c:v>4.04</c:v>
                </c:pt>
                <c:pt idx="2021">
                  <c:v>4.0419999999999998</c:v>
                </c:pt>
                <c:pt idx="2022">
                  <c:v>4.0439999999999996</c:v>
                </c:pt>
                <c:pt idx="2023">
                  <c:v>4.0460000000000003</c:v>
                </c:pt>
                <c:pt idx="2024">
                  <c:v>4.048</c:v>
                </c:pt>
                <c:pt idx="2025">
                  <c:v>4.05</c:v>
                </c:pt>
                <c:pt idx="2026">
                  <c:v>4.0519999999999996</c:v>
                </c:pt>
                <c:pt idx="2027">
                  <c:v>4.0540000000000003</c:v>
                </c:pt>
                <c:pt idx="2028">
                  <c:v>4.056</c:v>
                </c:pt>
                <c:pt idx="2029">
                  <c:v>4.0579999999999998</c:v>
                </c:pt>
                <c:pt idx="2030">
                  <c:v>4.0599999999999996</c:v>
                </c:pt>
                <c:pt idx="2031">
                  <c:v>4.0620000000000003</c:v>
                </c:pt>
                <c:pt idx="2032">
                  <c:v>4.0640000000000001</c:v>
                </c:pt>
                <c:pt idx="2033">
                  <c:v>4.0659999999999998</c:v>
                </c:pt>
                <c:pt idx="2034">
                  <c:v>4.0679999999999996</c:v>
                </c:pt>
                <c:pt idx="2035">
                  <c:v>4.07</c:v>
                </c:pt>
                <c:pt idx="2036">
                  <c:v>4.0720000000000001</c:v>
                </c:pt>
                <c:pt idx="2037">
                  <c:v>4.0739999999999998</c:v>
                </c:pt>
                <c:pt idx="2038">
                  <c:v>4.0759999999999996</c:v>
                </c:pt>
                <c:pt idx="2039">
                  <c:v>4.0780000000000003</c:v>
                </c:pt>
                <c:pt idx="2040">
                  <c:v>4.08</c:v>
                </c:pt>
                <c:pt idx="2041">
                  <c:v>4.0819999999999999</c:v>
                </c:pt>
                <c:pt idx="2042">
                  <c:v>4.0839999999999996</c:v>
                </c:pt>
                <c:pt idx="2043">
                  <c:v>4.0860000000000003</c:v>
                </c:pt>
                <c:pt idx="2044">
                  <c:v>4.0880000000000001</c:v>
                </c:pt>
                <c:pt idx="2045">
                  <c:v>4.09</c:v>
                </c:pt>
                <c:pt idx="2046">
                  <c:v>4.0919999999999996</c:v>
                </c:pt>
                <c:pt idx="2047">
                  <c:v>4.0940000000000003</c:v>
                </c:pt>
                <c:pt idx="2048">
                  <c:v>4.0960000000000001</c:v>
                </c:pt>
                <c:pt idx="2049">
                  <c:v>4.0979999999999999</c:v>
                </c:pt>
                <c:pt idx="2050">
                  <c:v>4.0999999999999996</c:v>
                </c:pt>
                <c:pt idx="2051">
                  <c:v>4.1020000000000003</c:v>
                </c:pt>
                <c:pt idx="2052">
                  <c:v>4.1040000000000001</c:v>
                </c:pt>
                <c:pt idx="2053">
                  <c:v>4.1059999999999999</c:v>
                </c:pt>
                <c:pt idx="2054">
                  <c:v>4.1079999999999997</c:v>
                </c:pt>
                <c:pt idx="2055">
                  <c:v>4.1100000000000003</c:v>
                </c:pt>
                <c:pt idx="2056">
                  <c:v>4.1120000000000001</c:v>
                </c:pt>
                <c:pt idx="2057">
                  <c:v>4.1139999999999999</c:v>
                </c:pt>
                <c:pt idx="2058">
                  <c:v>4.1159999999999997</c:v>
                </c:pt>
                <c:pt idx="2059">
                  <c:v>4.1180000000000003</c:v>
                </c:pt>
                <c:pt idx="2060">
                  <c:v>4.12</c:v>
                </c:pt>
                <c:pt idx="2061">
                  <c:v>4.1219999999999999</c:v>
                </c:pt>
                <c:pt idx="2062">
                  <c:v>4.1239999999999997</c:v>
                </c:pt>
                <c:pt idx="2063">
                  <c:v>4.1260000000000003</c:v>
                </c:pt>
                <c:pt idx="2064">
                  <c:v>4.1280000000000001</c:v>
                </c:pt>
                <c:pt idx="2065">
                  <c:v>4.13</c:v>
                </c:pt>
                <c:pt idx="2066">
                  <c:v>4.1319999999999997</c:v>
                </c:pt>
                <c:pt idx="2067">
                  <c:v>4.1340000000000003</c:v>
                </c:pt>
                <c:pt idx="2068">
                  <c:v>4.1360000000000001</c:v>
                </c:pt>
                <c:pt idx="2069">
                  <c:v>4.1379999999999999</c:v>
                </c:pt>
                <c:pt idx="2070">
                  <c:v>4.1399999999999997</c:v>
                </c:pt>
                <c:pt idx="2071">
                  <c:v>4.1420000000000003</c:v>
                </c:pt>
                <c:pt idx="2072">
                  <c:v>4.1440000000000001</c:v>
                </c:pt>
                <c:pt idx="2073">
                  <c:v>4.1459999999999999</c:v>
                </c:pt>
                <c:pt idx="2074">
                  <c:v>4.1479999999999997</c:v>
                </c:pt>
                <c:pt idx="2075">
                  <c:v>4.1500000000000004</c:v>
                </c:pt>
                <c:pt idx="2076">
                  <c:v>4.1520000000000001</c:v>
                </c:pt>
                <c:pt idx="2077">
                  <c:v>4.1539999999999999</c:v>
                </c:pt>
                <c:pt idx="2078">
                  <c:v>4.1559999999999997</c:v>
                </c:pt>
                <c:pt idx="2079">
                  <c:v>4.1580000000000004</c:v>
                </c:pt>
                <c:pt idx="2080">
                  <c:v>4.16</c:v>
                </c:pt>
                <c:pt idx="2081">
                  <c:v>4.1619999999999999</c:v>
                </c:pt>
                <c:pt idx="2082">
                  <c:v>4.1639999999999997</c:v>
                </c:pt>
                <c:pt idx="2083">
                  <c:v>4.1660000000000004</c:v>
                </c:pt>
                <c:pt idx="2084">
                  <c:v>4.1680000000000001</c:v>
                </c:pt>
                <c:pt idx="2085">
                  <c:v>4.17</c:v>
                </c:pt>
                <c:pt idx="2086">
                  <c:v>4.1719999999999997</c:v>
                </c:pt>
                <c:pt idx="2087">
                  <c:v>4.1740000000000004</c:v>
                </c:pt>
                <c:pt idx="2088">
                  <c:v>4.1760000000000002</c:v>
                </c:pt>
                <c:pt idx="2089">
                  <c:v>4.1779999999999999</c:v>
                </c:pt>
                <c:pt idx="2090">
                  <c:v>4.18</c:v>
                </c:pt>
                <c:pt idx="2091">
                  <c:v>4.1820000000000004</c:v>
                </c:pt>
                <c:pt idx="2092">
                  <c:v>4.1840000000000002</c:v>
                </c:pt>
                <c:pt idx="2093">
                  <c:v>4.1859999999999999</c:v>
                </c:pt>
                <c:pt idx="2094">
                  <c:v>4.1879999999999997</c:v>
                </c:pt>
                <c:pt idx="2095">
                  <c:v>4.1900000000000004</c:v>
                </c:pt>
                <c:pt idx="2096">
                  <c:v>4.1920000000000002</c:v>
                </c:pt>
                <c:pt idx="2097">
                  <c:v>4.194</c:v>
                </c:pt>
                <c:pt idx="2098">
                  <c:v>4.1959999999999997</c:v>
                </c:pt>
                <c:pt idx="2099">
                  <c:v>4.1980000000000004</c:v>
                </c:pt>
                <c:pt idx="2100">
                  <c:v>4.2</c:v>
                </c:pt>
                <c:pt idx="2101">
                  <c:v>4.202</c:v>
                </c:pt>
                <c:pt idx="2102">
                  <c:v>4.2039999999999997</c:v>
                </c:pt>
                <c:pt idx="2103">
                  <c:v>4.2060000000000004</c:v>
                </c:pt>
                <c:pt idx="2104">
                  <c:v>4.2080000000000002</c:v>
                </c:pt>
                <c:pt idx="2105">
                  <c:v>4.21</c:v>
                </c:pt>
                <c:pt idx="2106">
                  <c:v>4.2119999999999997</c:v>
                </c:pt>
                <c:pt idx="2107">
                  <c:v>4.2140000000000004</c:v>
                </c:pt>
                <c:pt idx="2108">
                  <c:v>4.2160000000000002</c:v>
                </c:pt>
                <c:pt idx="2109">
                  <c:v>4.218</c:v>
                </c:pt>
                <c:pt idx="2110">
                  <c:v>4.22</c:v>
                </c:pt>
                <c:pt idx="2111">
                  <c:v>4.2220000000000004</c:v>
                </c:pt>
                <c:pt idx="2112">
                  <c:v>4.2240000000000002</c:v>
                </c:pt>
                <c:pt idx="2113">
                  <c:v>4.226</c:v>
                </c:pt>
                <c:pt idx="2114">
                  <c:v>4.2279999999999998</c:v>
                </c:pt>
                <c:pt idx="2115">
                  <c:v>4.2300000000000004</c:v>
                </c:pt>
                <c:pt idx="2116">
                  <c:v>4.2320000000000002</c:v>
                </c:pt>
                <c:pt idx="2117">
                  <c:v>4.234</c:v>
                </c:pt>
                <c:pt idx="2118">
                  <c:v>4.2359999999999998</c:v>
                </c:pt>
                <c:pt idx="2119">
                  <c:v>4.2380000000000004</c:v>
                </c:pt>
                <c:pt idx="2120">
                  <c:v>4.24</c:v>
                </c:pt>
                <c:pt idx="2121">
                  <c:v>4.242</c:v>
                </c:pt>
                <c:pt idx="2122">
                  <c:v>4.2439999999999998</c:v>
                </c:pt>
                <c:pt idx="2123">
                  <c:v>4.2460000000000004</c:v>
                </c:pt>
                <c:pt idx="2124">
                  <c:v>4.2480000000000002</c:v>
                </c:pt>
                <c:pt idx="2125">
                  <c:v>4.25</c:v>
                </c:pt>
                <c:pt idx="2126">
                  <c:v>4.2519999999999998</c:v>
                </c:pt>
                <c:pt idx="2127">
                  <c:v>4.2539999999999996</c:v>
                </c:pt>
                <c:pt idx="2128">
                  <c:v>4.2560000000000002</c:v>
                </c:pt>
                <c:pt idx="2129">
                  <c:v>4.258</c:v>
                </c:pt>
                <c:pt idx="2130">
                  <c:v>4.26</c:v>
                </c:pt>
                <c:pt idx="2131">
                  <c:v>4.2619999999999996</c:v>
                </c:pt>
                <c:pt idx="2132">
                  <c:v>4.2640000000000002</c:v>
                </c:pt>
                <c:pt idx="2133">
                  <c:v>4.266</c:v>
                </c:pt>
                <c:pt idx="2134">
                  <c:v>4.2679999999999998</c:v>
                </c:pt>
                <c:pt idx="2135">
                  <c:v>4.2699999999999996</c:v>
                </c:pt>
                <c:pt idx="2136">
                  <c:v>4.2720000000000002</c:v>
                </c:pt>
                <c:pt idx="2137">
                  <c:v>4.274</c:v>
                </c:pt>
                <c:pt idx="2138">
                  <c:v>4.2759999999999998</c:v>
                </c:pt>
                <c:pt idx="2139">
                  <c:v>4.2779999999999996</c:v>
                </c:pt>
                <c:pt idx="2140">
                  <c:v>4.28</c:v>
                </c:pt>
                <c:pt idx="2141">
                  <c:v>4.282</c:v>
                </c:pt>
                <c:pt idx="2142">
                  <c:v>4.2839999999999998</c:v>
                </c:pt>
                <c:pt idx="2143">
                  <c:v>4.2859999999999996</c:v>
                </c:pt>
                <c:pt idx="2144">
                  <c:v>4.2880000000000003</c:v>
                </c:pt>
                <c:pt idx="2145">
                  <c:v>4.29</c:v>
                </c:pt>
                <c:pt idx="2146">
                  <c:v>4.2919999999999998</c:v>
                </c:pt>
                <c:pt idx="2147">
                  <c:v>4.2939999999999996</c:v>
                </c:pt>
                <c:pt idx="2148">
                  <c:v>4.2960000000000003</c:v>
                </c:pt>
                <c:pt idx="2149">
                  <c:v>4.298</c:v>
                </c:pt>
                <c:pt idx="2150">
                  <c:v>4.3</c:v>
                </c:pt>
                <c:pt idx="2151">
                  <c:v>4.3019999999999996</c:v>
                </c:pt>
                <c:pt idx="2152">
                  <c:v>4.3040000000000003</c:v>
                </c:pt>
                <c:pt idx="2153">
                  <c:v>4.306</c:v>
                </c:pt>
                <c:pt idx="2154">
                  <c:v>4.3079999999999998</c:v>
                </c:pt>
                <c:pt idx="2155">
                  <c:v>4.3099999999999996</c:v>
                </c:pt>
                <c:pt idx="2156">
                  <c:v>4.3120000000000003</c:v>
                </c:pt>
                <c:pt idx="2157">
                  <c:v>4.3140000000000001</c:v>
                </c:pt>
                <c:pt idx="2158">
                  <c:v>4.3159999999999998</c:v>
                </c:pt>
                <c:pt idx="2159">
                  <c:v>4.3179999999999996</c:v>
                </c:pt>
                <c:pt idx="2160">
                  <c:v>4.32</c:v>
                </c:pt>
                <c:pt idx="2161">
                  <c:v>4.3220000000000001</c:v>
                </c:pt>
                <c:pt idx="2162">
                  <c:v>4.3239999999999998</c:v>
                </c:pt>
                <c:pt idx="2163">
                  <c:v>4.3259999999999996</c:v>
                </c:pt>
                <c:pt idx="2164">
                  <c:v>4.3280000000000003</c:v>
                </c:pt>
                <c:pt idx="2165">
                  <c:v>4.33</c:v>
                </c:pt>
                <c:pt idx="2166">
                  <c:v>4.3319999999999999</c:v>
                </c:pt>
                <c:pt idx="2167">
                  <c:v>4.3339999999999996</c:v>
                </c:pt>
                <c:pt idx="2168">
                  <c:v>4.3360000000000003</c:v>
                </c:pt>
                <c:pt idx="2169">
                  <c:v>4.3380000000000001</c:v>
                </c:pt>
                <c:pt idx="2170">
                  <c:v>4.34</c:v>
                </c:pt>
                <c:pt idx="2171">
                  <c:v>4.3419999999999996</c:v>
                </c:pt>
                <c:pt idx="2172">
                  <c:v>4.3440000000000003</c:v>
                </c:pt>
                <c:pt idx="2173">
                  <c:v>4.3460000000000001</c:v>
                </c:pt>
                <c:pt idx="2174">
                  <c:v>4.3479999999999999</c:v>
                </c:pt>
                <c:pt idx="2175">
                  <c:v>4.3499999999999996</c:v>
                </c:pt>
                <c:pt idx="2176">
                  <c:v>4.3520000000000003</c:v>
                </c:pt>
                <c:pt idx="2177">
                  <c:v>4.3540000000000001</c:v>
                </c:pt>
                <c:pt idx="2178">
                  <c:v>4.3559999999999999</c:v>
                </c:pt>
                <c:pt idx="2179">
                  <c:v>4.3579999999999997</c:v>
                </c:pt>
                <c:pt idx="2180">
                  <c:v>4.3600000000000003</c:v>
                </c:pt>
                <c:pt idx="2181">
                  <c:v>4.3620000000000001</c:v>
                </c:pt>
                <c:pt idx="2182">
                  <c:v>4.3639999999999999</c:v>
                </c:pt>
                <c:pt idx="2183">
                  <c:v>4.3659999999999997</c:v>
                </c:pt>
                <c:pt idx="2184">
                  <c:v>4.3680000000000003</c:v>
                </c:pt>
                <c:pt idx="2185">
                  <c:v>4.37</c:v>
                </c:pt>
                <c:pt idx="2186">
                  <c:v>4.3719999999999999</c:v>
                </c:pt>
                <c:pt idx="2187">
                  <c:v>4.3739999999999997</c:v>
                </c:pt>
                <c:pt idx="2188">
                  <c:v>4.3760000000000003</c:v>
                </c:pt>
                <c:pt idx="2189">
                  <c:v>4.3780000000000001</c:v>
                </c:pt>
                <c:pt idx="2190">
                  <c:v>4.38</c:v>
                </c:pt>
                <c:pt idx="2191">
                  <c:v>4.3819999999999997</c:v>
                </c:pt>
                <c:pt idx="2192">
                  <c:v>4.3840000000000003</c:v>
                </c:pt>
                <c:pt idx="2193">
                  <c:v>4.3860000000000001</c:v>
                </c:pt>
                <c:pt idx="2194">
                  <c:v>4.3879999999999999</c:v>
                </c:pt>
                <c:pt idx="2195">
                  <c:v>4.3899999999999997</c:v>
                </c:pt>
                <c:pt idx="2196">
                  <c:v>4.3920000000000003</c:v>
                </c:pt>
                <c:pt idx="2197">
                  <c:v>4.3940000000000001</c:v>
                </c:pt>
                <c:pt idx="2198">
                  <c:v>4.3959999999999999</c:v>
                </c:pt>
                <c:pt idx="2199">
                  <c:v>4.3979999999999997</c:v>
                </c:pt>
                <c:pt idx="2200">
                  <c:v>4.4000000000000004</c:v>
                </c:pt>
                <c:pt idx="2201">
                  <c:v>4.4020000000000001</c:v>
                </c:pt>
                <c:pt idx="2202">
                  <c:v>4.4039999999999999</c:v>
                </c:pt>
                <c:pt idx="2203">
                  <c:v>4.4059999999999997</c:v>
                </c:pt>
                <c:pt idx="2204">
                  <c:v>4.4080000000000004</c:v>
                </c:pt>
                <c:pt idx="2205">
                  <c:v>4.41</c:v>
                </c:pt>
                <c:pt idx="2206">
                  <c:v>4.4119999999999999</c:v>
                </c:pt>
                <c:pt idx="2207">
                  <c:v>4.4139999999999997</c:v>
                </c:pt>
                <c:pt idx="2208">
                  <c:v>4.4160000000000004</c:v>
                </c:pt>
                <c:pt idx="2209">
                  <c:v>4.4180000000000001</c:v>
                </c:pt>
                <c:pt idx="2210">
                  <c:v>4.42</c:v>
                </c:pt>
                <c:pt idx="2211">
                  <c:v>4.4219999999999997</c:v>
                </c:pt>
                <c:pt idx="2212">
                  <c:v>4.4240000000000004</c:v>
                </c:pt>
                <c:pt idx="2213">
                  <c:v>4.4260000000000002</c:v>
                </c:pt>
                <c:pt idx="2214">
                  <c:v>4.4279999999999999</c:v>
                </c:pt>
                <c:pt idx="2215">
                  <c:v>4.43</c:v>
                </c:pt>
                <c:pt idx="2216">
                  <c:v>4.4320000000000004</c:v>
                </c:pt>
                <c:pt idx="2217">
                  <c:v>4.4340000000000002</c:v>
                </c:pt>
                <c:pt idx="2218">
                  <c:v>4.4359999999999999</c:v>
                </c:pt>
                <c:pt idx="2219">
                  <c:v>4.4379999999999997</c:v>
                </c:pt>
                <c:pt idx="2220">
                  <c:v>4.4400000000000004</c:v>
                </c:pt>
                <c:pt idx="2221">
                  <c:v>4.4420000000000002</c:v>
                </c:pt>
                <c:pt idx="2222">
                  <c:v>4.444</c:v>
                </c:pt>
                <c:pt idx="2223">
                  <c:v>4.4459999999999997</c:v>
                </c:pt>
                <c:pt idx="2224">
                  <c:v>4.4480000000000004</c:v>
                </c:pt>
                <c:pt idx="2225">
                  <c:v>4.45</c:v>
                </c:pt>
                <c:pt idx="2226">
                  <c:v>4.452</c:v>
                </c:pt>
                <c:pt idx="2227">
                  <c:v>4.4539999999999997</c:v>
                </c:pt>
                <c:pt idx="2228">
                  <c:v>4.4560000000000004</c:v>
                </c:pt>
                <c:pt idx="2229">
                  <c:v>4.4580000000000002</c:v>
                </c:pt>
                <c:pt idx="2230">
                  <c:v>4.46</c:v>
                </c:pt>
                <c:pt idx="2231">
                  <c:v>4.4619999999999997</c:v>
                </c:pt>
                <c:pt idx="2232">
                  <c:v>4.4640000000000004</c:v>
                </c:pt>
                <c:pt idx="2233">
                  <c:v>4.4660000000000002</c:v>
                </c:pt>
                <c:pt idx="2234">
                  <c:v>4.468</c:v>
                </c:pt>
                <c:pt idx="2235">
                  <c:v>4.47</c:v>
                </c:pt>
                <c:pt idx="2236">
                  <c:v>4.4720000000000004</c:v>
                </c:pt>
                <c:pt idx="2237">
                  <c:v>4.4740000000000002</c:v>
                </c:pt>
                <c:pt idx="2238">
                  <c:v>4.476</c:v>
                </c:pt>
                <c:pt idx="2239">
                  <c:v>4.4779999999999998</c:v>
                </c:pt>
                <c:pt idx="2240">
                  <c:v>4.4800000000000004</c:v>
                </c:pt>
                <c:pt idx="2241">
                  <c:v>4.4820000000000002</c:v>
                </c:pt>
                <c:pt idx="2242">
                  <c:v>4.484</c:v>
                </c:pt>
                <c:pt idx="2243">
                  <c:v>4.4859999999999998</c:v>
                </c:pt>
                <c:pt idx="2244">
                  <c:v>4.4880000000000004</c:v>
                </c:pt>
                <c:pt idx="2245">
                  <c:v>4.49</c:v>
                </c:pt>
                <c:pt idx="2246">
                  <c:v>4.492</c:v>
                </c:pt>
                <c:pt idx="2247">
                  <c:v>4.4939999999999998</c:v>
                </c:pt>
                <c:pt idx="2248">
                  <c:v>4.4960000000000004</c:v>
                </c:pt>
                <c:pt idx="2249">
                  <c:v>4.4980000000000002</c:v>
                </c:pt>
                <c:pt idx="2250">
                  <c:v>4.5</c:v>
                </c:pt>
                <c:pt idx="2251">
                  <c:v>4.5019999999999998</c:v>
                </c:pt>
                <c:pt idx="2252">
                  <c:v>4.5039999999999996</c:v>
                </c:pt>
                <c:pt idx="2253">
                  <c:v>4.5060000000000002</c:v>
                </c:pt>
                <c:pt idx="2254">
                  <c:v>4.508</c:v>
                </c:pt>
                <c:pt idx="2255">
                  <c:v>4.51</c:v>
                </c:pt>
                <c:pt idx="2256">
                  <c:v>4.5119999999999996</c:v>
                </c:pt>
                <c:pt idx="2257">
                  <c:v>4.5140000000000002</c:v>
                </c:pt>
                <c:pt idx="2258">
                  <c:v>4.516</c:v>
                </c:pt>
                <c:pt idx="2259">
                  <c:v>4.5179999999999998</c:v>
                </c:pt>
                <c:pt idx="2260">
                  <c:v>4.5199999999999996</c:v>
                </c:pt>
                <c:pt idx="2261">
                  <c:v>4.5220000000000002</c:v>
                </c:pt>
                <c:pt idx="2262">
                  <c:v>4.524</c:v>
                </c:pt>
                <c:pt idx="2263">
                  <c:v>4.5259999999999998</c:v>
                </c:pt>
                <c:pt idx="2264">
                  <c:v>4.5279999999999996</c:v>
                </c:pt>
                <c:pt idx="2265">
                  <c:v>4.53</c:v>
                </c:pt>
                <c:pt idx="2266">
                  <c:v>4.532</c:v>
                </c:pt>
                <c:pt idx="2267">
                  <c:v>4.5339999999999998</c:v>
                </c:pt>
                <c:pt idx="2268">
                  <c:v>4.5359999999999996</c:v>
                </c:pt>
                <c:pt idx="2269">
                  <c:v>4.5380000000000003</c:v>
                </c:pt>
                <c:pt idx="2270">
                  <c:v>4.54</c:v>
                </c:pt>
                <c:pt idx="2271">
                  <c:v>4.5419999999999998</c:v>
                </c:pt>
                <c:pt idx="2272">
                  <c:v>4.5439999999999996</c:v>
                </c:pt>
                <c:pt idx="2273">
                  <c:v>4.5460000000000003</c:v>
                </c:pt>
                <c:pt idx="2274">
                  <c:v>4.548</c:v>
                </c:pt>
                <c:pt idx="2275">
                  <c:v>4.55</c:v>
                </c:pt>
                <c:pt idx="2276">
                  <c:v>4.5519999999999996</c:v>
                </c:pt>
                <c:pt idx="2277">
                  <c:v>4.5540000000000003</c:v>
                </c:pt>
                <c:pt idx="2278">
                  <c:v>4.556</c:v>
                </c:pt>
                <c:pt idx="2279">
                  <c:v>4.5579999999999998</c:v>
                </c:pt>
                <c:pt idx="2280">
                  <c:v>4.5599999999999996</c:v>
                </c:pt>
                <c:pt idx="2281">
                  <c:v>4.5620000000000003</c:v>
                </c:pt>
                <c:pt idx="2282">
                  <c:v>4.5640000000000001</c:v>
                </c:pt>
                <c:pt idx="2283">
                  <c:v>4.5659999999999998</c:v>
                </c:pt>
                <c:pt idx="2284">
                  <c:v>4.5679999999999996</c:v>
                </c:pt>
                <c:pt idx="2285">
                  <c:v>4.57</c:v>
                </c:pt>
                <c:pt idx="2286">
                  <c:v>4.5720000000000001</c:v>
                </c:pt>
                <c:pt idx="2287">
                  <c:v>4.5739999999999998</c:v>
                </c:pt>
                <c:pt idx="2288">
                  <c:v>4.5759999999999996</c:v>
                </c:pt>
                <c:pt idx="2289">
                  <c:v>4.5780000000000003</c:v>
                </c:pt>
                <c:pt idx="2290">
                  <c:v>4.58</c:v>
                </c:pt>
                <c:pt idx="2291">
                  <c:v>4.5819999999999999</c:v>
                </c:pt>
                <c:pt idx="2292">
                  <c:v>4.5839999999999996</c:v>
                </c:pt>
                <c:pt idx="2293">
                  <c:v>4.5860000000000003</c:v>
                </c:pt>
                <c:pt idx="2294">
                  <c:v>4.5880000000000001</c:v>
                </c:pt>
                <c:pt idx="2295">
                  <c:v>4.59</c:v>
                </c:pt>
                <c:pt idx="2296">
                  <c:v>4.5919999999999996</c:v>
                </c:pt>
                <c:pt idx="2297">
                  <c:v>4.5940000000000003</c:v>
                </c:pt>
                <c:pt idx="2298">
                  <c:v>4.5960000000000001</c:v>
                </c:pt>
                <c:pt idx="2299">
                  <c:v>4.5979999999999999</c:v>
                </c:pt>
                <c:pt idx="2300">
                  <c:v>4.5999999999999996</c:v>
                </c:pt>
                <c:pt idx="2301">
                  <c:v>4.6020000000000003</c:v>
                </c:pt>
                <c:pt idx="2302">
                  <c:v>4.6040000000000001</c:v>
                </c:pt>
                <c:pt idx="2303">
                  <c:v>4.6059999999999999</c:v>
                </c:pt>
                <c:pt idx="2304">
                  <c:v>4.6079999999999997</c:v>
                </c:pt>
                <c:pt idx="2305">
                  <c:v>4.6100000000000003</c:v>
                </c:pt>
                <c:pt idx="2306">
                  <c:v>4.6120000000000001</c:v>
                </c:pt>
                <c:pt idx="2307">
                  <c:v>4.6139999999999999</c:v>
                </c:pt>
                <c:pt idx="2308">
                  <c:v>4.6159999999999997</c:v>
                </c:pt>
                <c:pt idx="2309">
                  <c:v>4.6180000000000003</c:v>
                </c:pt>
                <c:pt idx="2310">
                  <c:v>4.62</c:v>
                </c:pt>
                <c:pt idx="2311">
                  <c:v>4.6219999999999999</c:v>
                </c:pt>
                <c:pt idx="2312">
                  <c:v>4.6239999999999997</c:v>
                </c:pt>
                <c:pt idx="2313">
                  <c:v>4.6260000000000003</c:v>
                </c:pt>
                <c:pt idx="2314">
                  <c:v>4.6280000000000001</c:v>
                </c:pt>
                <c:pt idx="2315">
                  <c:v>4.63</c:v>
                </c:pt>
                <c:pt idx="2316">
                  <c:v>4.6319999999999997</c:v>
                </c:pt>
                <c:pt idx="2317">
                  <c:v>4.6340000000000003</c:v>
                </c:pt>
                <c:pt idx="2318">
                  <c:v>4.6360000000000001</c:v>
                </c:pt>
                <c:pt idx="2319">
                  <c:v>4.6379999999999999</c:v>
                </c:pt>
                <c:pt idx="2320">
                  <c:v>4.6399999999999997</c:v>
                </c:pt>
                <c:pt idx="2321">
                  <c:v>4.6420000000000003</c:v>
                </c:pt>
                <c:pt idx="2322">
                  <c:v>4.6440000000000001</c:v>
                </c:pt>
                <c:pt idx="2323">
                  <c:v>4.6459999999999999</c:v>
                </c:pt>
                <c:pt idx="2324">
                  <c:v>4.6479999999999997</c:v>
                </c:pt>
                <c:pt idx="2325">
                  <c:v>4.6500000000000004</c:v>
                </c:pt>
                <c:pt idx="2326">
                  <c:v>4.6520000000000001</c:v>
                </c:pt>
                <c:pt idx="2327">
                  <c:v>4.6539999999999999</c:v>
                </c:pt>
                <c:pt idx="2328">
                  <c:v>4.6559999999999997</c:v>
                </c:pt>
                <c:pt idx="2329">
                  <c:v>4.6580000000000004</c:v>
                </c:pt>
                <c:pt idx="2330">
                  <c:v>4.66</c:v>
                </c:pt>
                <c:pt idx="2331">
                  <c:v>4.6619999999999999</c:v>
                </c:pt>
                <c:pt idx="2332">
                  <c:v>4.6639999999999997</c:v>
                </c:pt>
                <c:pt idx="2333">
                  <c:v>4.6660000000000004</c:v>
                </c:pt>
                <c:pt idx="2334">
                  <c:v>4.6680000000000001</c:v>
                </c:pt>
                <c:pt idx="2335">
                  <c:v>4.67</c:v>
                </c:pt>
                <c:pt idx="2336">
                  <c:v>4.6719999999999997</c:v>
                </c:pt>
                <c:pt idx="2337">
                  <c:v>4.6740000000000004</c:v>
                </c:pt>
                <c:pt idx="2338">
                  <c:v>4.6760000000000002</c:v>
                </c:pt>
                <c:pt idx="2339">
                  <c:v>4.6779999999999999</c:v>
                </c:pt>
                <c:pt idx="2340">
                  <c:v>4.68</c:v>
                </c:pt>
                <c:pt idx="2341">
                  <c:v>4.6820000000000004</c:v>
                </c:pt>
                <c:pt idx="2342">
                  <c:v>4.6840000000000002</c:v>
                </c:pt>
                <c:pt idx="2343">
                  <c:v>4.6859999999999999</c:v>
                </c:pt>
                <c:pt idx="2344">
                  <c:v>4.6879999999999997</c:v>
                </c:pt>
                <c:pt idx="2345">
                  <c:v>4.6900000000000004</c:v>
                </c:pt>
                <c:pt idx="2346">
                  <c:v>4.6920000000000002</c:v>
                </c:pt>
                <c:pt idx="2347">
                  <c:v>4.694</c:v>
                </c:pt>
                <c:pt idx="2348">
                  <c:v>4.6959999999999997</c:v>
                </c:pt>
                <c:pt idx="2349">
                  <c:v>4.6980000000000004</c:v>
                </c:pt>
                <c:pt idx="2350">
                  <c:v>4.7</c:v>
                </c:pt>
                <c:pt idx="2351">
                  <c:v>4.702</c:v>
                </c:pt>
                <c:pt idx="2352">
                  <c:v>4.7039999999999997</c:v>
                </c:pt>
                <c:pt idx="2353">
                  <c:v>4.7060000000000004</c:v>
                </c:pt>
                <c:pt idx="2354">
                  <c:v>4.7080000000000002</c:v>
                </c:pt>
                <c:pt idx="2355">
                  <c:v>4.71</c:v>
                </c:pt>
                <c:pt idx="2356">
                  <c:v>4.7119999999999997</c:v>
                </c:pt>
                <c:pt idx="2357">
                  <c:v>4.7140000000000004</c:v>
                </c:pt>
                <c:pt idx="2358">
                  <c:v>4.7160000000000002</c:v>
                </c:pt>
                <c:pt idx="2359">
                  <c:v>4.718</c:v>
                </c:pt>
                <c:pt idx="2360">
                  <c:v>4.72</c:v>
                </c:pt>
                <c:pt idx="2361">
                  <c:v>4.7220000000000004</c:v>
                </c:pt>
                <c:pt idx="2362">
                  <c:v>4.7240000000000002</c:v>
                </c:pt>
                <c:pt idx="2363">
                  <c:v>4.726</c:v>
                </c:pt>
                <c:pt idx="2364">
                  <c:v>4.7279999999999998</c:v>
                </c:pt>
                <c:pt idx="2365">
                  <c:v>4.7300000000000004</c:v>
                </c:pt>
                <c:pt idx="2366">
                  <c:v>4.7320000000000002</c:v>
                </c:pt>
                <c:pt idx="2367">
                  <c:v>4.734</c:v>
                </c:pt>
                <c:pt idx="2368">
                  <c:v>4.7359999999999998</c:v>
                </c:pt>
                <c:pt idx="2369">
                  <c:v>4.7380000000000004</c:v>
                </c:pt>
                <c:pt idx="2370">
                  <c:v>4.74</c:v>
                </c:pt>
                <c:pt idx="2371">
                  <c:v>4.742</c:v>
                </c:pt>
                <c:pt idx="2372">
                  <c:v>4.7439999999999998</c:v>
                </c:pt>
                <c:pt idx="2373">
                  <c:v>4.7460000000000004</c:v>
                </c:pt>
                <c:pt idx="2374">
                  <c:v>4.7480000000000002</c:v>
                </c:pt>
                <c:pt idx="2375">
                  <c:v>4.75</c:v>
                </c:pt>
                <c:pt idx="2376">
                  <c:v>4.7519999999999998</c:v>
                </c:pt>
                <c:pt idx="2377">
                  <c:v>4.7539999999999996</c:v>
                </c:pt>
                <c:pt idx="2378">
                  <c:v>4.7560000000000002</c:v>
                </c:pt>
                <c:pt idx="2379">
                  <c:v>4.758</c:v>
                </c:pt>
                <c:pt idx="2380">
                  <c:v>4.76</c:v>
                </c:pt>
                <c:pt idx="2381">
                  <c:v>4.7619999999999996</c:v>
                </c:pt>
                <c:pt idx="2382">
                  <c:v>4.7640000000000002</c:v>
                </c:pt>
                <c:pt idx="2383">
                  <c:v>4.766</c:v>
                </c:pt>
                <c:pt idx="2384">
                  <c:v>4.7679999999999998</c:v>
                </c:pt>
                <c:pt idx="2385">
                  <c:v>4.7699999999999996</c:v>
                </c:pt>
                <c:pt idx="2386">
                  <c:v>4.7720000000000002</c:v>
                </c:pt>
                <c:pt idx="2387">
                  <c:v>4.774</c:v>
                </c:pt>
                <c:pt idx="2388">
                  <c:v>4.7759999999999998</c:v>
                </c:pt>
                <c:pt idx="2389">
                  <c:v>4.7779999999999996</c:v>
                </c:pt>
                <c:pt idx="2390">
                  <c:v>4.78</c:v>
                </c:pt>
                <c:pt idx="2391">
                  <c:v>4.782</c:v>
                </c:pt>
                <c:pt idx="2392">
                  <c:v>4.7839999999999998</c:v>
                </c:pt>
                <c:pt idx="2393">
                  <c:v>4.7859999999999996</c:v>
                </c:pt>
                <c:pt idx="2394">
                  <c:v>4.7880000000000003</c:v>
                </c:pt>
                <c:pt idx="2395">
                  <c:v>4.79</c:v>
                </c:pt>
                <c:pt idx="2396">
                  <c:v>4.7919999999999998</c:v>
                </c:pt>
                <c:pt idx="2397">
                  <c:v>4.7939999999999996</c:v>
                </c:pt>
                <c:pt idx="2398">
                  <c:v>4.7960000000000003</c:v>
                </c:pt>
                <c:pt idx="2399">
                  <c:v>4.798</c:v>
                </c:pt>
                <c:pt idx="2400">
                  <c:v>4.8</c:v>
                </c:pt>
                <c:pt idx="2401">
                  <c:v>4.8019999999999996</c:v>
                </c:pt>
                <c:pt idx="2402">
                  <c:v>4.8040000000000003</c:v>
                </c:pt>
                <c:pt idx="2403">
                  <c:v>4.806</c:v>
                </c:pt>
                <c:pt idx="2404">
                  <c:v>4.8079999999999998</c:v>
                </c:pt>
                <c:pt idx="2405">
                  <c:v>4.8099999999999996</c:v>
                </c:pt>
                <c:pt idx="2406">
                  <c:v>4.8120000000000003</c:v>
                </c:pt>
                <c:pt idx="2407">
                  <c:v>4.8140000000000001</c:v>
                </c:pt>
                <c:pt idx="2408">
                  <c:v>4.8159999999999998</c:v>
                </c:pt>
                <c:pt idx="2409">
                  <c:v>4.8179999999999996</c:v>
                </c:pt>
                <c:pt idx="2410">
                  <c:v>4.82</c:v>
                </c:pt>
                <c:pt idx="2411">
                  <c:v>4.8220000000000001</c:v>
                </c:pt>
                <c:pt idx="2412">
                  <c:v>4.8239999999999998</c:v>
                </c:pt>
                <c:pt idx="2413">
                  <c:v>4.8259999999999996</c:v>
                </c:pt>
                <c:pt idx="2414">
                  <c:v>4.8280000000000003</c:v>
                </c:pt>
                <c:pt idx="2415">
                  <c:v>4.83</c:v>
                </c:pt>
                <c:pt idx="2416">
                  <c:v>4.8319999999999999</c:v>
                </c:pt>
                <c:pt idx="2417">
                  <c:v>4.8339999999999996</c:v>
                </c:pt>
                <c:pt idx="2418">
                  <c:v>4.8360000000000003</c:v>
                </c:pt>
                <c:pt idx="2419">
                  <c:v>4.8380000000000001</c:v>
                </c:pt>
                <c:pt idx="2420">
                  <c:v>4.84</c:v>
                </c:pt>
                <c:pt idx="2421">
                  <c:v>4.8419999999999996</c:v>
                </c:pt>
                <c:pt idx="2422">
                  <c:v>4.8440000000000003</c:v>
                </c:pt>
                <c:pt idx="2423">
                  <c:v>4.8460000000000001</c:v>
                </c:pt>
                <c:pt idx="2424">
                  <c:v>4.8479999999999999</c:v>
                </c:pt>
                <c:pt idx="2425">
                  <c:v>4.8499999999999996</c:v>
                </c:pt>
                <c:pt idx="2426">
                  <c:v>4.8520000000000003</c:v>
                </c:pt>
                <c:pt idx="2427">
                  <c:v>4.8540000000000001</c:v>
                </c:pt>
                <c:pt idx="2428">
                  <c:v>4.8559999999999999</c:v>
                </c:pt>
                <c:pt idx="2429">
                  <c:v>4.8579999999999997</c:v>
                </c:pt>
                <c:pt idx="2430">
                  <c:v>4.8600000000000003</c:v>
                </c:pt>
                <c:pt idx="2431">
                  <c:v>4.8620000000000001</c:v>
                </c:pt>
                <c:pt idx="2432">
                  <c:v>4.8639999999999999</c:v>
                </c:pt>
                <c:pt idx="2433">
                  <c:v>4.8659999999999997</c:v>
                </c:pt>
                <c:pt idx="2434">
                  <c:v>4.8680000000000003</c:v>
                </c:pt>
                <c:pt idx="2435">
                  <c:v>4.87</c:v>
                </c:pt>
                <c:pt idx="2436">
                  <c:v>4.8719999999999999</c:v>
                </c:pt>
                <c:pt idx="2437">
                  <c:v>4.8739999999999997</c:v>
                </c:pt>
                <c:pt idx="2438">
                  <c:v>4.8760000000000003</c:v>
                </c:pt>
                <c:pt idx="2439">
                  <c:v>4.8780000000000001</c:v>
                </c:pt>
                <c:pt idx="2440">
                  <c:v>4.88</c:v>
                </c:pt>
                <c:pt idx="2441">
                  <c:v>4.8819999999999997</c:v>
                </c:pt>
                <c:pt idx="2442">
                  <c:v>4.8840000000000003</c:v>
                </c:pt>
                <c:pt idx="2443">
                  <c:v>4.8860000000000001</c:v>
                </c:pt>
                <c:pt idx="2444">
                  <c:v>4.8879999999999999</c:v>
                </c:pt>
                <c:pt idx="2445">
                  <c:v>4.8899999999999997</c:v>
                </c:pt>
                <c:pt idx="2446">
                  <c:v>4.8920000000000003</c:v>
                </c:pt>
                <c:pt idx="2447">
                  <c:v>4.8940000000000001</c:v>
                </c:pt>
                <c:pt idx="2448">
                  <c:v>4.8959999999999999</c:v>
                </c:pt>
                <c:pt idx="2449">
                  <c:v>4.8979999999999997</c:v>
                </c:pt>
                <c:pt idx="2450">
                  <c:v>4.9000000000000004</c:v>
                </c:pt>
                <c:pt idx="2451">
                  <c:v>4.9020000000000001</c:v>
                </c:pt>
                <c:pt idx="2452">
                  <c:v>4.9039999999999999</c:v>
                </c:pt>
                <c:pt idx="2453">
                  <c:v>4.9059999999999997</c:v>
                </c:pt>
                <c:pt idx="2454">
                  <c:v>4.9080000000000004</c:v>
                </c:pt>
                <c:pt idx="2455">
                  <c:v>4.91</c:v>
                </c:pt>
                <c:pt idx="2456">
                  <c:v>4.9119999999999999</c:v>
                </c:pt>
                <c:pt idx="2457">
                  <c:v>4.9139999999999997</c:v>
                </c:pt>
                <c:pt idx="2458">
                  <c:v>4.9160000000000004</c:v>
                </c:pt>
                <c:pt idx="2459">
                  <c:v>4.9180000000000001</c:v>
                </c:pt>
                <c:pt idx="2460">
                  <c:v>4.92</c:v>
                </c:pt>
                <c:pt idx="2461">
                  <c:v>4.9219999999999997</c:v>
                </c:pt>
                <c:pt idx="2462">
                  <c:v>4.9240000000000004</c:v>
                </c:pt>
                <c:pt idx="2463">
                  <c:v>4.9260000000000002</c:v>
                </c:pt>
                <c:pt idx="2464">
                  <c:v>4.9279999999999999</c:v>
                </c:pt>
                <c:pt idx="2465">
                  <c:v>4.93</c:v>
                </c:pt>
                <c:pt idx="2466">
                  <c:v>4.9320000000000004</c:v>
                </c:pt>
                <c:pt idx="2467">
                  <c:v>4.9340000000000002</c:v>
                </c:pt>
                <c:pt idx="2468">
                  <c:v>4.9359999999999999</c:v>
                </c:pt>
                <c:pt idx="2469">
                  <c:v>4.9379999999999997</c:v>
                </c:pt>
                <c:pt idx="2470">
                  <c:v>4.9400000000000004</c:v>
                </c:pt>
                <c:pt idx="2471">
                  <c:v>4.9420000000000002</c:v>
                </c:pt>
                <c:pt idx="2472">
                  <c:v>4.944</c:v>
                </c:pt>
                <c:pt idx="2473">
                  <c:v>4.9459999999999997</c:v>
                </c:pt>
                <c:pt idx="2474">
                  <c:v>4.9480000000000004</c:v>
                </c:pt>
                <c:pt idx="2475">
                  <c:v>4.95</c:v>
                </c:pt>
                <c:pt idx="2476">
                  <c:v>4.952</c:v>
                </c:pt>
                <c:pt idx="2477">
                  <c:v>4.9539999999999997</c:v>
                </c:pt>
                <c:pt idx="2478">
                  <c:v>4.9560000000000004</c:v>
                </c:pt>
                <c:pt idx="2479">
                  <c:v>4.9580000000000002</c:v>
                </c:pt>
                <c:pt idx="2480">
                  <c:v>4.96</c:v>
                </c:pt>
                <c:pt idx="2481">
                  <c:v>4.9619999999999997</c:v>
                </c:pt>
                <c:pt idx="2482">
                  <c:v>4.9640000000000004</c:v>
                </c:pt>
                <c:pt idx="2483">
                  <c:v>4.9660000000000002</c:v>
                </c:pt>
                <c:pt idx="2484">
                  <c:v>4.968</c:v>
                </c:pt>
                <c:pt idx="2485">
                  <c:v>4.97</c:v>
                </c:pt>
                <c:pt idx="2486">
                  <c:v>4.9720000000000004</c:v>
                </c:pt>
                <c:pt idx="2487">
                  <c:v>4.9740000000000002</c:v>
                </c:pt>
                <c:pt idx="2488">
                  <c:v>4.976</c:v>
                </c:pt>
                <c:pt idx="2489">
                  <c:v>4.9779999999999998</c:v>
                </c:pt>
                <c:pt idx="2490">
                  <c:v>4.9800000000000004</c:v>
                </c:pt>
                <c:pt idx="2491">
                  <c:v>4.9820000000000002</c:v>
                </c:pt>
                <c:pt idx="2492">
                  <c:v>4.984</c:v>
                </c:pt>
                <c:pt idx="2493">
                  <c:v>4.9859999999999998</c:v>
                </c:pt>
                <c:pt idx="2494">
                  <c:v>4.9880000000000004</c:v>
                </c:pt>
                <c:pt idx="2495">
                  <c:v>4.99</c:v>
                </c:pt>
                <c:pt idx="2496">
                  <c:v>4.992</c:v>
                </c:pt>
                <c:pt idx="2497">
                  <c:v>4.9939999999999998</c:v>
                </c:pt>
                <c:pt idx="2498">
                  <c:v>4.9960000000000004</c:v>
                </c:pt>
                <c:pt idx="2499">
                  <c:v>4.9980000000000002</c:v>
                </c:pt>
                <c:pt idx="2500">
                  <c:v>5</c:v>
                </c:pt>
                <c:pt idx="2501">
                  <c:v>5.0019999999999998</c:v>
                </c:pt>
                <c:pt idx="2502">
                  <c:v>5.0039999999999996</c:v>
                </c:pt>
                <c:pt idx="2503">
                  <c:v>5.0060000000000002</c:v>
                </c:pt>
                <c:pt idx="2504">
                  <c:v>5.008</c:v>
                </c:pt>
                <c:pt idx="2505">
                  <c:v>5.01</c:v>
                </c:pt>
                <c:pt idx="2506">
                  <c:v>5.0119999999999996</c:v>
                </c:pt>
                <c:pt idx="2507">
                  <c:v>5.0140000000000002</c:v>
                </c:pt>
                <c:pt idx="2508">
                  <c:v>5.016</c:v>
                </c:pt>
                <c:pt idx="2509">
                  <c:v>5.0179999999999998</c:v>
                </c:pt>
                <c:pt idx="2510">
                  <c:v>5.0199999999999996</c:v>
                </c:pt>
                <c:pt idx="2511">
                  <c:v>5.0220000000000002</c:v>
                </c:pt>
                <c:pt idx="2512">
                  <c:v>5.024</c:v>
                </c:pt>
                <c:pt idx="2513">
                  <c:v>5.0259999999999998</c:v>
                </c:pt>
                <c:pt idx="2514">
                  <c:v>5.0279999999999996</c:v>
                </c:pt>
                <c:pt idx="2515">
                  <c:v>5.03</c:v>
                </c:pt>
                <c:pt idx="2516">
                  <c:v>5.032</c:v>
                </c:pt>
                <c:pt idx="2517">
                  <c:v>5.0339999999999998</c:v>
                </c:pt>
                <c:pt idx="2518">
                  <c:v>5.0359999999999996</c:v>
                </c:pt>
                <c:pt idx="2519">
                  <c:v>5.0380000000000003</c:v>
                </c:pt>
                <c:pt idx="2520">
                  <c:v>5.04</c:v>
                </c:pt>
                <c:pt idx="2521">
                  <c:v>5.0419999999999998</c:v>
                </c:pt>
                <c:pt idx="2522">
                  <c:v>5.0439999999999996</c:v>
                </c:pt>
                <c:pt idx="2523">
                  <c:v>5.0460000000000003</c:v>
                </c:pt>
                <c:pt idx="2524">
                  <c:v>5.048</c:v>
                </c:pt>
                <c:pt idx="2525">
                  <c:v>5.05</c:v>
                </c:pt>
                <c:pt idx="2526">
                  <c:v>5.0519999999999996</c:v>
                </c:pt>
                <c:pt idx="2527">
                  <c:v>5.0540000000000003</c:v>
                </c:pt>
                <c:pt idx="2528">
                  <c:v>5.056</c:v>
                </c:pt>
                <c:pt idx="2529">
                  <c:v>5.0579999999999998</c:v>
                </c:pt>
                <c:pt idx="2530">
                  <c:v>5.0599999999999996</c:v>
                </c:pt>
                <c:pt idx="2531">
                  <c:v>5.0620000000000003</c:v>
                </c:pt>
                <c:pt idx="2532">
                  <c:v>5.0640000000000001</c:v>
                </c:pt>
                <c:pt idx="2533">
                  <c:v>5.0659999999999998</c:v>
                </c:pt>
                <c:pt idx="2534">
                  <c:v>5.0679999999999996</c:v>
                </c:pt>
                <c:pt idx="2535">
                  <c:v>5.07</c:v>
                </c:pt>
                <c:pt idx="2536">
                  <c:v>5.0720000000000001</c:v>
                </c:pt>
                <c:pt idx="2537">
                  <c:v>5.0739999999999998</c:v>
                </c:pt>
                <c:pt idx="2538">
                  <c:v>5.0759999999999996</c:v>
                </c:pt>
                <c:pt idx="2539">
                  <c:v>5.0780000000000003</c:v>
                </c:pt>
                <c:pt idx="2540">
                  <c:v>5.08</c:v>
                </c:pt>
                <c:pt idx="2541">
                  <c:v>5.0819999999999999</c:v>
                </c:pt>
                <c:pt idx="2542">
                  <c:v>5.0839999999999996</c:v>
                </c:pt>
                <c:pt idx="2543">
                  <c:v>5.0860000000000003</c:v>
                </c:pt>
                <c:pt idx="2544">
                  <c:v>5.0880000000000001</c:v>
                </c:pt>
                <c:pt idx="2545">
                  <c:v>5.09</c:v>
                </c:pt>
                <c:pt idx="2546">
                  <c:v>5.0919999999999996</c:v>
                </c:pt>
                <c:pt idx="2547">
                  <c:v>5.0940000000000003</c:v>
                </c:pt>
                <c:pt idx="2548">
                  <c:v>5.0960000000000001</c:v>
                </c:pt>
                <c:pt idx="2549">
                  <c:v>5.0979999999999999</c:v>
                </c:pt>
                <c:pt idx="2550">
                  <c:v>5.0999999999999996</c:v>
                </c:pt>
                <c:pt idx="2551">
                  <c:v>5.1020000000000003</c:v>
                </c:pt>
                <c:pt idx="2552">
                  <c:v>5.1040000000000001</c:v>
                </c:pt>
                <c:pt idx="2553">
                  <c:v>5.1059999999999999</c:v>
                </c:pt>
                <c:pt idx="2554">
                  <c:v>5.1079999999999997</c:v>
                </c:pt>
                <c:pt idx="2555">
                  <c:v>5.1100000000000003</c:v>
                </c:pt>
                <c:pt idx="2556">
                  <c:v>5.1120000000000001</c:v>
                </c:pt>
                <c:pt idx="2557">
                  <c:v>5.1139999999999999</c:v>
                </c:pt>
                <c:pt idx="2558">
                  <c:v>5.1159999999999997</c:v>
                </c:pt>
                <c:pt idx="2559">
                  <c:v>5.1180000000000003</c:v>
                </c:pt>
                <c:pt idx="2560">
                  <c:v>5.12</c:v>
                </c:pt>
                <c:pt idx="2561">
                  <c:v>5.1219999999999999</c:v>
                </c:pt>
                <c:pt idx="2562">
                  <c:v>5.1239999999999997</c:v>
                </c:pt>
                <c:pt idx="2563">
                  <c:v>5.1260000000000003</c:v>
                </c:pt>
                <c:pt idx="2564">
                  <c:v>5.1280000000000001</c:v>
                </c:pt>
                <c:pt idx="2565">
                  <c:v>5.13</c:v>
                </c:pt>
                <c:pt idx="2566">
                  <c:v>5.1319999999999997</c:v>
                </c:pt>
                <c:pt idx="2567">
                  <c:v>5.1340000000000003</c:v>
                </c:pt>
                <c:pt idx="2568">
                  <c:v>5.1360000000000001</c:v>
                </c:pt>
                <c:pt idx="2569">
                  <c:v>5.1379999999999999</c:v>
                </c:pt>
                <c:pt idx="2570">
                  <c:v>5.14</c:v>
                </c:pt>
                <c:pt idx="2571">
                  <c:v>5.1420000000000003</c:v>
                </c:pt>
                <c:pt idx="2572">
                  <c:v>5.1440000000000001</c:v>
                </c:pt>
                <c:pt idx="2573">
                  <c:v>5.1459999999999999</c:v>
                </c:pt>
                <c:pt idx="2574">
                  <c:v>5.1479999999999997</c:v>
                </c:pt>
                <c:pt idx="2575">
                  <c:v>5.15</c:v>
                </c:pt>
                <c:pt idx="2576">
                  <c:v>5.1520000000000001</c:v>
                </c:pt>
                <c:pt idx="2577">
                  <c:v>5.1539999999999999</c:v>
                </c:pt>
                <c:pt idx="2578">
                  <c:v>5.1559999999999997</c:v>
                </c:pt>
                <c:pt idx="2579">
                  <c:v>5.1580000000000004</c:v>
                </c:pt>
                <c:pt idx="2580">
                  <c:v>5.16</c:v>
                </c:pt>
                <c:pt idx="2581">
                  <c:v>5.1619999999999999</c:v>
                </c:pt>
                <c:pt idx="2582">
                  <c:v>5.1639999999999997</c:v>
                </c:pt>
                <c:pt idx="2583">
                  <c:v>5.1660000000000004</c:v>
                </c:pt>
                <c:pt idx="2584">
                  <c:v>5.1680000000000001</c:v>
                </c:pt>
                <c:pt idx="2585">
                  <c:v>5.17</c:v>
                </c:pt>
                <c:pt idx="2586">
                  <c:v>5.1719999999999997</c:v>
                </c:pt>
                <c:pt idx="2587">
                  <c:v>5.1740000000000004</c:v>
                </c:pt>
                <c:pt idx="2588">
                  <c:v>5.1760000000000002</c:v>
                </c:pt>
                <c:pt idx="2589">
                  <c:v>5.1779999999999999</c:v>
                </c:pt>
                <c:pt idx="2590">
                  <c:v>5.18</c:v>
                </c:pt>
                <c:pt idx="2591">
                  <c:v>5.1820000000000004</c:v>
                </c:pt>
                <c:pt idx="2592">
                  <c:v>5.1840000000000002</c:v>
                </c:pt>
                <c:pt idx="2593">
                  <c:v>5.1859999999999999</c:v>
                </c:pt>
                <c:pt idx="2594">
                  <c:v>5.1879999999999997</c:v>
                </c:pt>
                <c:pt idx="2595">
                  <c:v>5.19</c:v>
                </c:pt>
                <c:pt idx="2596">
                  <c:v>5.1920000000000002</c:v>
                </c:pt>
                <c:pt idx="2597">
                  <c:v>5.194</c:v>
                </c:pt>
                <c:pt idx="2598">
                  <c:v>5.1959999999999997</c:v>
                </c:pt>
                <c:pt idx="2599">
                  <c:v>5.1980000000000004</c:v>
                </c:pt>
                <c:pt idx="2600">
                  <c:v>5.2</c:v>
                </c:pt>
                <c:pt idx="2601">
                  <c:v>5.202</c:v>
                </c:pt>
                <c:pt idx="2602">
                  <c:v>5.2039999999999997</c:v>
                </c:pt>
                <c:pt idx="2603">
                  <c:v>5.2060000000000004</c:v>
                </c:pt>
                <c:pt idx="2604">
                  <c:v>5.2080000000000002</c:v>
                </c:pt>
                <c:pt idx="2605">
                  <c:v>5.21</c:v>
                </c:pt>
                <c:pt idx="2606">
                  <c:v>5.2119999999999997</c:v>
                </c:pt>
                <c:pt idx="2607">
                  <c:v>5.2140000000000004</c:v>
                </c:pt>
                <c:pt idx="2608">
                  <c:v>5.2160000000000002</c:v>
                </c:pt>
                <c:pt idx="2609">
                  <c:v>5.218</c:v>
                </c:pt>
                <c:pt idx="2610">
                  <c:v>5.22</c:v>
                </c:pt>
                <c:pt idx="2611">
                  <c:v>5.2220000000000004</c:v>
                </c:pt>
                <c:pt idx="2612">
                  <c:v>5.2240000000000002</c:v>
                </c:pt>
                <c:pt idx="2613">
                  <c:v>5.226</c:v>
                </c:pt>
                <c:pt idx="2614">
                  <c:v>5.2279999999999998</c:v>
                </c:pt>
                <c:pt idx="2615">
                  <c:v>5.23</c:v>
                </c:pt>
                <c:pt idx="2616">
                  <c:v>5.2320000000000002</c:v>
                </c:pt>
                <c:pt idx="2617">
                  <c:v>5.234</c:v>
                </c:pt>
                <c:pt idx="2618">
                  <c:v>5.2359999999999998</c:v>
                </c:pt>
                <c:pt idx="2619">
                  <c:v>5.2380000000000004</c:v>
                </c:pt>
                <c:pt idx="2620">
                  <c:v>5.24</c:v>
                </c:pt>
                <c:pt idx="2621">
                  <c:v>5.242</c:v>
                </c:pt>
                <c:pt idx="2622">
                  <c:v>5.2439999999999998</c:v>
                </c:pt>
                <c:pt idx="2623">
                  <c:v>5.2460000000000004</c:v>
                </c:pt>
                <c:pt idx="2624">
                  <c:v>5.2480000000000002</c:v>
                </c:pt>
                <c:pt idx="2625">
                  <c:v>5.25</c:v>
                </c:pt>
                <c:pt idx="2626">
                  <c:v>5.2519999999999998</c:v>
                </c:pt>
                <c:pt idx="2627">
                  <c:v>5.2539999999999996</c:v>
                </c:pt>
                <c:pt idx="2628">
                  <c:v>5.2560000000000002</c:v>
                </c:pt>
                <c:pt idx="2629">
                  <c:v>5.258</c:v>
                </c:pt>
                <c:pt idx="2630">
                  <c:v>5.26</c:v>
                </c:pt>
                <c:pt idx="2631">
                  <c:v>5.2619999999999996</c:v>
                </c:pt>
                <c:pt idx="2632">
                  <c:v>5.2640000000000002</c:v>
                </c:pt>
                <c:pt idx="2633">
                  <c:v>5.266</c:v>
                </c:pt>
                <c:pt idx="2634">
                  <c:v>5.2679999999999998</c:v>
                </c:pt>
                <c:pt idx="2635">
                  <c:v>5.27</c:v>
                </c:pt>
                <c:pt idx="2636">
                  <c:v>5.2720000000000002</c:v>
                </c:pt>
                <c:pt idx="2637">
                  <c:v>5.274</c:v>
                </c:pt>
                <c:pt idx="2638">
                  <c:v>5.2759999999999998</c:v>
                </c:pt>
                <c:pt idx="2639">
                  <c:v>5.2779999999999996</c:v>
                </c:pt>
                <c:pt idx="2640">
                  <c:v>5.28</c:v>
                </c:pt>
                <c:pt idx="2641">
                  <c:v>5.282</c:v>
                </c:pt>
                <c:pt idx="2642">
                  <c:v>5.2839999999999998</c:v>
                </c:pt>
                <c:pt idx="2643">
                  <c:v>5.2859999999999996</c:v>
                </c:pt>
                <c:pt idx="2644">
                  <c:v>5.2880000000000003</c:v>
                </c:pt>
                <c:pt idx="2645">
                  <c:v>5.29</c:v>
                </c:pt>
                <c:pt idx="2646">
                  <c:v>5.2919999999999998</c:v>
                </c:pt>
                <c:pt idx="2647">
                  <c:v>5.2939999999999996</c:v>
                </c:pt>
                <c:pt idx="2648">
                  <c:v>5.2960000000000003</c:v>
                </c:pt>
                <c:pt idx="2649">
                  <c:v>5.298</c:v>
                </c:pt>
                <c:pt idx="2650">
                  <c:v>5.3</c:v>
                </c:pt>
                <c:pt idx="2651">
                  <c:v>5.3019999999999996</c:v>
                </c:pt>
                <c:pt idx="2652">
                  <c:v>5.3040000000000003</c:v>
                </c:pt>
                <c:pt idx="2653">
                  <c:v>5.306</c:v>
                </c:pt>
                <c:pt idx="2654">
                  <c:v>5.3079999999999998</c:v>
                </c:pt>
                <c:pt idx="2655">
                  <c:v>5.31</c:v>
                </c:pt>
                <c:pt idx="2656">
                  <c:v>5.3120000000000003</c:v>
                </c:pt>
                <c:pt idx="2657">
                  <c:v>5.3140000000000001</c:v>
                </c:pt>
                <c:pt idx="2658">
                  <c:v>5.3159999999999998</c:v>
                </c:pt>
                <c:pt idx="2659">
                  <c:v>5.3179999999999996</c:v>
                </c:pt>
                <c:pt idx="2660">
                  <c:v>5.32</c:v>
                </c:pt>
                <c:pt idx="2661">
                  <c:v>5.3220000000000001</c:v>
                </c:pt>
                <c:pt idx="2662">
                  <c:v>5.3239999999999998</c:v>
                </c:pt>
                <c:pt idx="2663">
                  <c:v>5.3259999999999996</c:v>
                </c:pt>
                <c:pt idx="2664">
                  <c:v>5.3280000000000003</c:v>
                </c:pt>
                <c:pt idx="2665">
                  <c:v>5.33</c:v>
                </c:pt>
                <c:pt idx="2666">
                  <c:v>5.3319999999999999</c:v>
                </c:pt>
                <c:pt idx="2667">
                  <c:v>5.3339999999999996</c:v>
                </c:pt>
                <c:pt idx="2668">
                  <c:v>5.3360000000000003</c:v>
                </c:pt>
                <c:pt idx="2669">
                  <c:v>5.3380000000000001</c:v>
                </c:pt>
                <c:pt idx="2670">
                  <c:v>5.34</c:v>
                </c:pt>
                <c:pt idx="2671">
                  <c:v>5.3419999999999996</c:v>
                </c:pt>
                <c:pt idx="2672">
                  <c:v>5.3440000000000003</c:v>
                </c:pt>
                <c:pt idx="2673">
                  <c:v>5.3460000000000001</c:v>
                </c:pt>
                <c:pt idx="2674">
                  <c:v>5.3479999999999999</c:v>
                </c:pt>
                <c:pt idx="2675">
                  <c:v>5.35</c:v>
                </c:pt>
                <c:pt idx="2676">
                  <c:v>5.3520000000000003</c:v>
                </c:pt>
                <c:pt idx="2677">
                  <c:v>5.3540000000000001</c:v>
                </c:pt>
                <c:pt idx="2678">
                  <c:v>5.3559999999999999</c:v>
                </c:pt>
                <c:pt idx="2679">
                  <c:v>5.3579999999999997</c:v>
                </c:pt>
                <c:pt idx="2680">
                  <c:v>5.36</c:v>
                </c:pt>
                <c:pt idx="2681">
                  <c:v>5.3620000000000001</c:v>
                </c:pt>
                <c:pt idx="2682">
                  <c:v>5.3639999999999999</c:v>
                </c:pt>
                <c:pt idx="2683">
                  <c:v>5.3659999999999997</c:v>
                </c:pt>
                <c:pt idx="2684">
                  <c:v>5.3680000000000003</c:v>
                </c:pt>
                <c:pt idx="2685">
                  <c:v>5.37</c:v>
                </c:pt>
                <c:pt idx="2686">
                  <c:v>5.3719999999999999</c:v>
                </c:pt>
                <c:pt idx="2687">
                  <c:v>5.3739999999999997</c:v>
                </c:pt>
                <c:pt idx="2688">
                  <c:v>5.3760000000000003</c:v>
                </c:pt>
                <c:pt idx="2689">
                  <c:v>5.3780000000000001</c:v>
                </c:pt>
                <c:pt idx="2690">
                  <c:v>5.38</c:v>
                </c:pt>
                <c:pt idx="2691">
                  <c:v>5.3819999999999997</c:v>
                </c:pt>
                <c:pt idx="2692">
                  <c:v>5.3840000000000003</c:v>
                </c:pt>
                <c:pt idx="2693">
                  <c:v>5.3860000000000001</c:v>
                </c:pt>
                <c:pt idx="2694">
                  <c:v>5.3879999999999999</c:v>
                </c:pt>
                <c:pt idx="2695">
                  <c:v>5.39</c:v>
                </c:pt>
                <c:pt idx="2696">
                  <c:v>5.3920000000000003</c:v>
                </c:pt>
                <c:pt idx="2697">
                  <c:v>5.3940000000000001</c:v>
                </c:pt>
                <c:pt idx="2698">
                  <c:v>5.3959999999999999</c:v>
                </c:pt>
                <c:pt idx="2699">
                  <c:v>5.3979999999999997</c:v>
                </c:pt>
                <c:pt idx="2700">
                  <c:v>5.4</c:v>
                </c:pt>
                <c:pt idx="2701">
                  <c:v>5.4020000000000001</c:v>
                </c:pt>
                <c:pt idx="2702">
                  <c:v>5.4039999999999999</c:v>
                </c:pt>
                <c:pt idx="2703">
                  <c:v>5.4059999999999997</c:v>
                </c:pt>
                <c:pt idx="2704">
                  <c:v>5.4080000000000004</c:v>
                </c:pt>
                <c:pt idx="2705">
                  <c:v>5.41</c:v>
                </c:pt>
                <c:pt idx="2706">
                  <c:v>5.4119999999999999</c:v>
                </c:pt>
                <c:pt idx="2707">
                  <c:v>5.4139999999999997</c:v>
                </c:pt>
                <c:pt idx="2708">
                  <c:v>5.4160000000000004</c:v>
                </c:pt>
                <c:pt idx="2709">
                  <c:v>5.4180000000000001</c:v>
                </c:pt>
                <c:pt idx="2710">
                  <c:v>5.42</c:v>
                </c:pt>
                <c:pt idx="2711">
                  <c:v>5.4219999999999997</c:v>
                </c:pt>
                <c:pt idx="2712">
                  <c:v>5.4240000000000004</c:v>
                </c:pt>
                <c:pt idx="2713">
                  <c:v>5.4260000000000002</c:v>
                </c:pt>
                <c:pt idx="2714">
                  <c:v>5.4279999999999999</c:v>
                </c:pt>
                <c:pt idx="2715">
                  <c:v>5.43</c:v>
                </c:pt>
                <c:pt idx="2716">
                  <c:v>5.4320000000000004</c:v>
                </c:pt>
                <c:pt idx="2717">
                  <c:v>5.4340000000000002</c:v>
                </c:pt>
                <c:pt idx="2718">
                  <c:v>5.4359999999999999</c:v>
                </c:pt>
                <c:pt idx="2719">
                  <c:v>5.4379999999999997</c:v>
                </c:pt>
                <c:pt idx="2720">
                  <c:v>5.44</c:v>
                </c:pt>
                <c:pt idx="2721">
                  <c:v>5.4420000000000002</c:v>
                </c:pt>
                <c:pt idx="2722">
                  <c:v>5.444</c:v>
                </c:pt>
                <c:pt idx="2723">
                  <c:v>5.4459999999999997</c:v>
                </c:pt>
                <c:pt idx="2724">
                  <c:v>5.4480000000000004</c:v>
                </c:pt>
                <c:pt idx="2725">
                  <c:v>5.45</c:v>
                </c:pt>
                <c:pt idx="2726">
                  <c:v>5.452</c:v>
                </c:pt>
                <c:pt idx="2727">
                  <c:v>5.4539999999999997</c:v>
                </c:pt>
                <c:pt idx="2728">
                  <c:v>5.4560000000000004</c:v>
                </c:pt>
                <c:pt idx="2729">
                  <c:v>5.4580000000000002</c:v>
                </c:pt>
                <c:pt idx="2730">
                  <c:v>5.46</c:v>
                </c:pt>
                <c:pt idx="2731">
                  <c:v>5.4619999999999997</c:v>
                </c:pt>
                <c:pt idx="2732">
                  <c:v>5.4640000000000004</c:v>
                </c:pt>
                <c:pt idx="2733">
                  <c:v>5.4660000000000002</c:v>
                </c:pt>
                <c:pt idx="2734">
                  <c:v>5.468</c:v>
                </c:pt>
                <c:pt idx="2735">
                  <c:v>5.47</c:v>
                </c:pt>
                <c:pt idx="2736">
                  <c:v>5.4720000000000004</c:v>
                </c:pt>
                <c:pt idx="2737">
                  <c:v>5.4740000000000002</c:v>
                </c:pt>
                <c:pt idx="2738">
                  <c:v>5.476</c:v>
                </c:pt>
                <c:pt idx="2739">
                  <c:v>5.4779999999999998</c:v>
                </c:pt>
                <c:pt idx="2740">
                  <c:v>5.48</c:v>
                </c:pt>
                <c:pt idx="2741">
                  <c:v>5.4820000000000002</c:v>
                </c:pt>
                <c:pt idx="2742">
                  <c:v>5.484</c:v>
                </c:pt>
                <c:pt idx="2743">
                  <c:v>5.4859999999999998</c:v>
                </c:pt>
                <c:pt idx="2744">
                  <c:v>5.4880000000000004</c:v>
                </c:pt>
                <c:pt idx="2745">
                  <c:v>5.49</c:v>
                </c:pt>
                <c:pt idx="2746">
                  <c:v>5.492</c:v>
                </c:pt>
                <c:pt idx="2747">
                  <c:v>5.4939999999999998</c:v>
                </c:pt>
                <c:pt idx="2748">
                  <c:v>5.4960000000000004</c:v>
                </c:pt>
                <c:pt idx="2749">
                  <c:v>5.4980000000000002</c:v>
                </c:pt>
                <c:pt idx="2750">
                  <c:v>5.5</c:v>
                </c:pt>
                <c:pt idx="2751">
                  <c:v>5.5019999999999998</c:v>
                </c:pt>
                <c:pt idx="2752">
                  <c:v>5.5039999999999996</c:v>
                </c:pt>
                <c:pt idx="2753">
                  <c:v>5.5060000000000002</c:v>
                </c:pt>
                <c:pt idx="2754">
                  <c:v>5.508</c:v>
                </c:pt>
                <c:pt idx="2755">
                  <c:v>5.51</c:v>
                </c:pt>
                <c:pt idx="2756">
                  <c:v>5.5119999999999996</c:v>
                </c:pt>
                <c:pt idx="2757">
                  <c:v>5.5140000000000002</c:v>
                </c:pt>
                <c:pt idx="2758">
                  <c:v>5.516</c:v>
                </c:pt>
                <c:pt idx="2759">
                  <c:v>5.5179999999999998</c:v>
                </c:pt>
                <c:pt idx="2760">
                  <c:v>5.52</c:v>
                </c:pt>
                <c:pt idx="2761">
                  <c:v>5.5220000000000002</c:v>
                </c:pt>
                <c:pt idx="2762">
                  <c:v>5.524</c:v>
                </c:pt>
                <c:pt idx="2763">
                  <c:v>5.5259999999999998</c:v>
                </c:pt>
                <c:pt idx="2764">
                  <c:v>5.5279999999999996</c:v>
                </c:pt>
                <c:pt idx="2765">
                  <c:v>5.53</c:v>
                </c:pt>
                <c:pt idx="2766">
                  <c:v>5.532</c:v>
                </c:pt>
                <c:pt idx="2767">
                  <c:v>5.5339999999999998</c:v>
                </c:pt>
                <c:pt idx="2768">
                  <c:v>5.5359999999999996</c:v>
                </c:pt>
                <c:pt idx="2769">
                  <c:v>5.5380000000000003</c:v>
                </c:pt>
                <c:pt idx="2770">
                  <c:v>5.54</c:v>
                </c:pt>
                <c:pt idx="2771">
                  <c:v>5.5419999999999998</c:v>
                </c:pt>
                <c:pt idx="2772">
                  <c:v>5.5439999999999996</c:v>
                </c:pt>
                <c:pt idx="2773">
                  <c:v>5.5460000000000003</c:v>
                </c:pt>
                <c:pt idx="2774">
                  <c:v>5.548</c:v>
                </c:pt>
                <c:pt idx="2775">
                  <c:v>5.55</c:v>
                </c:pt>
                <c:pt idx="2776">
                  <c:v>5.5519999999999996</c:v>
                </c:pt>
                <c:pt idx="2777">
                  <c:v>5.5540000000000003</c:v>
                </c:pt>
                <c:pt idx="2778">
                  <c:v>5.556</c:v>
                </c:pt>
                <c:pt idx="2779">
                  <c:v>5.5579999999999998</c:v>
                </c:pt>
                <c:pt idx="2780">
                  <c:v>5.56</c:v>
                </c:pt>
                <c:pt idx="2781">
                  <c:v>5.5620000000000003</c:v>
                </c:pt>
                <c:pt idx="2782">
                  <c:v>5.5640000000000001</c:v>
                </c:pt>
                <c:pt idx="2783">
                  <c:v>5.5659999999999998</c:v>
                </c:pt>
                <c:pt idx="2784">
                  <c:v>5.5679999999999996</c:v>
                </c:pt>
                <c:pt idx="2785">
                  <c:v>5.57</c:v>
                </c:pt>
                <c:pt idx="2786">
                  <c:v>5.5720000000000001</c:v>
                </c:pt>
                <c:pt idx="2787">
                  <c:v>5.5739999999999998</c:v>
                </c:pt>
                <c:pt idx="2788">
                  <c:v>5.5759999999999996</c:v>
                </c:pt>
                <c:pt idx="2789">
                  <c:v>5.5780000000000003</c:v>
                </c:pt>
                <c:pt idx="2790">
                  <c:v>5.58</c:v>
                </c:pt>
                <c:pt idx="2791">
                  <c:v>5.5819999999999999</c:v>
                </c:pt>
                <c:pt idx="2792">
                  <c:v>5.5839999999999996</c:v>
                </c:pt>
                <c:pt idx="2793">
                  <c:v>5.5860000000000003</c:v>
                </c:pt>
                <c:pt idx="2794">
                  <c:v>5.5880000000000001</c:v>
                </c:pt>
                <c:pt idx="2795">
                  <c:v>5.59</c:v>
                </c:pt>
                <c:pt idx="2796">
                  <c:v>5.5919999999999996</c:v>
                </c:pt>
                <c:pt idx="2797">
                  <c:v>5.5940000000000003</c:v>
                </c:pt>
                <c:pt idx="2798">
                  <c:v>5.5960000000000001</c:v>
                </c:pt>
                <c:pt idx="2799">
                  <c:v>5.5979999999999999</c:v>
                </c:pt>
                <c:pt idx="2800">
                  <c:v>5.6</c:v>
                </c:pt>
                <c:pt idx="2801">
                  <c:v>5.6020000000000003</c:v>
                </c:pt>
                <c:pt idx="2802">
                  <c:v>5.6040000000000001</c:v>
                </c:pt>
                <c:pt idx="2803">
                  <c:v>5.6059999999999999</c:v>
                </c:pt>
                <c:pt idx="2804">
                  <c:v>5.6079999999999997</c:v>
                </c:pt>
                <c:pt idx="2805">
                  <c:v>5.61</c:v>
                </c:pt>
                <c:pt idx="2806">
                  <c:v>5.6120000000000001</c:v>
                </c:pt>
                <c:pt idx="2807">
                  <c:v>5.6139999999999999</c:v>
                </c:pt>
                <c:pt idx="2808">
                  <c:v>5.6159999999999997</c:v>
                </c:pt>
                <c:pt idx="2809">
                  <c:v>5.6180000000000003</c:v>
                </c:pt>
                <c:pt idx="2810">
                  <c:v>5.62</c:v>
                </c:pt>
                <c:pt idx="2811">
                  <c:v>5.6219999999999999</c:v>
                </c:pt>
                <c:pt idx="2812">
                  <c:v>5.6239999999999997</c:v>
                </c:pt>
                <c:pt idx="2813">
                  <c:v>5.6260000000000003</c:v>
                </c:pt>
                <c:pt idx="2814">
                  <c:v>5.6280000000000001</c:v>
                </c:pt>
                <c:pt idx="2815">
                  <c:v>5.63</c:v>
                </c:pt>
                <c:pt idx="2816">
                  <c:v>5.6319999999999997</c:v>
                </c:pt>
                <c:pt idx="2817">
                  <c:v>5.6340000000000003</c:v>
                </c:pt>
                <c:pt idx="2818">
                  <c:v>5.6360000000000001</c:v>
                </c:pt>
                <c:pt idx="2819">
                  <c:v>5.6379999999999999</c:v>
                </c:pt>
                <c:pt idx="2820">
                  <c:v>5.64</c:v>
                </c:pt>
                <c:pt idx="2821">
                  <c:v>5.6420000000000003</c:v>
                </c:pt>
                <c:pt idx="2822">
                  <c:v>5.6440000000000001</c:v>
                </c:pt>
                <c:pt idx="2823">
                  <c:v>5.6459999999999999</c:v>
                </c:pt>
                <c:pt idx="2824">
                  <c:v>5.6479999999999997</c:v>
                </c:pt>
                <c:pt idx="2825">
                  <c:v>5.65</c:v>
                </c:pt>
                <c:pt idx="2826">
                  <c:v>5.6520000000000001</c:v>
                </c:pt>
                <c:pt idx="2827">
                  <c:v>5.6539999999999999</c:v>
                </c:pt>
                <c:pt idx="2828">
                  <c:v>5.6559999999999997</c:v>
                </c:pt>
                <c:pt idx="2829">
                  <c:v>5.6580000000000004</c:v>
                </c:pt>
                <c:pt idx="2830">
                  <c:v>5.66</c:v>
                </c:pt>
                <c:pt idx="2831">
                  <c:v>5.6619999999999999</c:v>
                </c:pt>
                <c:pt idx="2832">
                  <c:v>5.6639999999999997</c:v>
                </c:pt>
                <c:pt idx="2833">
                  <c:v>5.6660000000000004</c:v>
                </c:pt>
                <c:pt idx="2834">
                  <c:v>5.6680000000000001</c:v>
                </c:pt>
                <c:pt idx="2835">
                  <c:v>5.67</c:v>
                </c:pt>
                <c:pt idx="2836">
                  <c:v>5.6719999999999997</c:v>
                </c:pt>
                <c:pt idx="2837">
                  <c:v>5.6740000000000004</c:v>
                </c:pt>
                <c:pt idx="2838">
                  <c:v>5.6760000000000002</c:v>
                </c:pt>
                <c:pt idx="2839">
                  <c:v>5.6779999999999999</c:v>
                </c:pt>
                <c:pt idx="2840">
                  <c:v>5.68</c:v>
                </c:pt>
                <c:pt idx="2841">
                  <c:v>5.6820000000000004</c:v>
                </c:pt>
                <c:pt idx="2842">
                  <c:v>5.6840000000000002</c:v>
                </c:pt>
                <c:pt idx="2843">
                  <c:v>5.6859999999999999</c:v>
                </c:pt>
                <c:pt idx="2844">
                  <c:v>5.6879999999999997</c:v>
                </c:pt>
                <c:pt idx="2845">
                  <c:v>5.69</c:v>
                </c:pt>
                <c:pt idx="2846">
                  <c:v>5.6920000000000002</c:v>
                </c:pt>
                <c:pt idx="2847">
                  <c:v>5.694</c:v>
                </c:pt>
                <c:pt idx="2848">
                  <c:v>5.6959999999999997</c:v>
                </c:pt>
                <c:pt idx="2849">
                  <c:v>5.6980000000000004</c:v>
                </c:pt>
                <c:pt idx="2850">
                  <c:v>5.7</c:v>
                </c:pt>
                <c:pt idx="2851">
                  <c:v>5.702</c:v>
                </c:pt>
                <c:pt idx="2852">
                  <c:v>5.7039999999999997</c:v>
                </c:pt>
                <c:pt idx="2853">
                  <c:v>5.7060000000000004</c:v>
                </c:pt>
                <c:pt idx="2854">
                  <c:v>5.7080000000000002</c:v>
                </c:pt>
                <c:pt idx="2855">
                  <c:v>5.71</c:v>
                </c:pt>
                <c:pt idx="2856">
                  <c:v>5.7119999999999997</c:v>
                </c:pt>
                <c:pt idx="2857">
                  <c:v>5.7140000000000004</c:v>
                </c:pt>
                <c:pt idx="2858">
                  <c:v>5.7160000000000002</c:v>
                </c:pt>
                <c:pt idx="2859">
                  <c:v>5.718</c:v>
                </c:pt>
                <c:pt idx="2860">
                  <c:v>5.72</c:v>
                </c:pt>
                <c:pt idx="2861">
                  <c:v>5.7220000000000004</c:v>
                </c:pt>
                <c:pt idx="2862">
                  <c:v>5.7240000000000002</c:v>
                </c:pt>
                <c:pt idx="2863">
                  <c:v>5.726</c:v>
                </c:pt>
                <c:pt idx="2864">
                  <c:v>5.7279999999999998</c:v>
                </c:pt>
                <c:pt idx="2865">
                  <c:v>5.73</c:v>
                </c:pt>
                <c:pt idx="2866">
                  <c:v>5.7320000000000002</c:v>
                </c:pt>
                <c:pt idx="2867">
                  <c:v>5.734</c:v>
                </c:pt>
                <c:pt idx="2868">
                  <c:v>5.7359999999999998</c:v>
                </c:pt>
                <c:pt idx="2869">
                  <c:v>5.7380000000000004</c:v>
                </c:pt>
                <c:pt idx="2870">
                  <c:v>5.74</c:v>
                </c:pt>
                <c:pt idx="2871">
                  <c:v>5.742</c:v>
                </c:pt>
                <c:pt idx="2872">
                  <c:v>5.7439999999999998</c:v>
                </c:pt>
                <c:pt idx="2873">
                  <c:v>5.7460000000000004</c:v>
                </c:pt>
                <c:pt idx="2874">
                  <c:v>5.7480000000000002</c:v>
                </c:pt>
                <c:pt idx="2875">
                  <c:v>5.75</c:v>
                </c:pt>
                <c:pt idx="2876">
                  <c:v>5.7519999999999998</c:v>
                </c:pt>
                <c:pt idx="2877">
                  <c:v>5.7539999999999996</c:v>
                </c:pt>
                <c:pt idx="2878">
                  <c:v>5.7560000000000002</c:v>
                </c:pt>
                <c:pt idx="2879">
                  <c:v>5.758</c:v>
                </c:pt>
                <c:pt idx="2880">
                  <c:v>5.76</c:v>
                </c:pt>
                <c:pt idx="2881">
                  <c:v>5.7619999999999996</c:v>
                </c:pt>
                <c:pt idx="2882">
                  <c:v>5.7640000000000002</c:v>
                </c:pt>
                <c:pt idx="2883">
                  <c:v>5.766</c:v>
                </c:pt>
                <c:pt idx="2884">
                  <c:v>5.7679999999999998</c:v>
                </c:pt>
                <c:pt idx="2885">
                  <c:v>5.77</c:v>
                </c:pt>
                <c:pt idx="2886">
                  <c:v>5.7720000000000002</c:v>
                </c:pt>
                <c:pt idx="2887">
                  <c:v>5.774</c:v>
                </c:pt>
                <c:pt idx="2888">
                  <c:v>5.7759999999999998</c:v>
                </c:pt>
                <c:pt idx="2889">
                  <c:v>5.7779999999999996</c:v>
                </c:pt>
                <c:pt idx="2890">
                  <c:v>5.78</c:v>
                </c:pt>
                <c:pt idx="2891">
                  <c:v>5.782</c:v>
                </c:pt>
                <c:pt idx="2892">
                  <c:v>5.7839999999999998</c:v>
                </c:pt>
                <c:pt idx="2893">
                  <c:v>5.7859999999999996</c:v>
                </c:pt>
                <c:pt idx="2894">
                  <c:v>5.7880000000000003</c:v>
                </c:pt>
                <c:pt idx="2895">
                  <c:v>5.79</c:v>
                </c:pt>
                <c:pt idx="2896">
                  <c:v>5.7919999999999998</c:v>
                </c:pt>
                <c:pt idx="2897">
                  <c:v>5.7939999999999996</c:v>
                </c:pt>
                <c:pt idx="2898">
                  <c:v>5.7960000000000003</c:v>
                </c:pt>
                <c:pt idx="2899">
                  <c:v>5.798</c:v>
                </c:pt>
                <c:pt idx="2900">
                  <c:v>5.8</c:v>
                </c:pt>
                <c:pt idx="2901">
                  <c:v>5.8019999999999996</c:v>
                </c:pt>
                <c:pt idx="2902">
                  <c:v>5.8040000000000003</c:v>
                </c:pt>
                <c:pt idx="2903">
                  <c:v>5.806</c:v>
                </c:pt>
                <c:pt idx="2904">
                  <c:v>5.8079999999999998</c:v>
                </c:pt>
                <c:pt idx="2905">
                  <c:v>5.81</c:v>
                </c:pt>
                <c:pt idx="2906">
                  <c:v>5.8120000000000003</c:v>
                </c:pt>
                <c:pt idx="2907">
                  <c:v>5.8140000000000001</c:v>
                </c:pt>
                <c:pt idx="2908">
                  <c:v>5.8159999999999998</c:v>
                </c:pt>
                <c:pt idx="2909">
                  <c:v>5.8179999999999996</c:v>
                </c:pt>
                <c:pt idx="2910">
                  <c:v>5.82</c:v>
                </c:pt>
                <c:pt idx="2911">
                  <c:v>5.8220000000000001</c:v>
                </c:pt>
                <c:pt idx="2912">
                  <c:v>5.8239999999999998</c:v>
                </c:pt>
                <c:pt idx="2913">
                  <c:v>5.8259999999999996</c:v>
                </c:pt>
                <c:pt idx="2914">
                  <c:v>5.8280000000000003</c:v>
                </c:pt>
                <c:pt idx="2915">
                  <c:v>5.83</c:v>
                </c:pt>
                <c:pt idx="2916">
                  <c:v>5.8319999999999999</c:v>
                </c:pt>
                <c:pt idx="2917">
                  <c:v>5.8339999999999996</c:v>
                </c:pt>
                <c:pt idx="2918">
                  <c:v>5.8360000000000003</c:v>
                </c:pt>
                <c:pt idx="2919">
                  <c:v>5.8380000000000001</c:v>
                </c:pt>
                <c:pt idx="2920">
                  <c:v>5.84</c:v>
                </c:pt>
                <c:pt idx="2921">
                  <c:v>5.8419999999999996</c:v>
                </c:pt>
                <c:pt idx="2922">
                  <c:v>5.8440000000000003</c:v>
                </c:pt>
                <c:pt idx="2923">
                  <c:v>5.8460000000000001</c:v>
                </c:pt>
                <c:pt idx="2924">
                  <c:v>5.8479999999999999</c:v>
                </c:pt>
                <c:pt idx="2925">
                  <c:v>5.85</c:v>
                </c:pt>
                <c:pt idx="2926">
                  <c:v>5.8520000000000003</c:v>
                </c:pt>
                <c:pt idx="2927">
                  <c:v>5.8540000000000001</c:v>
                </c:pt>
                <c:pt idx="2928">
                  <c:v>5.8559999999999999</c:v>
                </c:pt>
                <c:pt idx="2929">
                  <c:v>5.8579999999999997</c:v>
                </c:pt>
                <c:pt idx="2930">
                  <c:v>5.86</c:v>
                </c:pt>
                <c:pt idx="2931">
                  <c:v>5.8620000000000001</c:v>
                </c:pt>
                <c:pt idx="2932">
                  <c:v>5.8639999999999999</c:v>
                </c:pt>
                <c:pt idx="2933">
                  <c:v>5.8659999999999997</c:v>
                </c:pt>
                <c:pt idx="2934">
                  <c:v>5.8680000000000003</c:v>
                </c:pt>
                <c:pt idx="2935">
                  <c:v>5.87</c:v>
                </c:pt>
                <c:pt idx="2936">
                  <c:v>5.8719999999999999</c:v>
                </c:pt>
                <c:pt idx="2937">
                  <c:v>5.8739999999999997</c:v>
                </c:pt>
                <c:pt idx="2938">
                  <c:v>5.8760000000000003</c:v>
                </c:pt>
                <c:pt idx="2939">
                  <c:v>5.8780000000000001</c:v>
                </c:pt>
                <c:pt idx="2940">
                  <c:v>5.88</c:v>
                </c:pt>
                <c:pt idx="2941">
                  <c:v>5.8819999999999997</c:v>
                </c:pt>
                <c:pt idx="2942">
                  <c:v>5.8840000000000003</c:v>
                </c:pt>
                <c:pt idx="2943">
                  <c:v>5.8860000000000001</c:v>
                </c:pt>
                <c:pt idx="2944">
                  <c:v>5.8879999999999999</c:v>
                </c:pt>
                <c:pt idx="2945">
                  <c:v>5.89</c:v>
                </c:pt>
                <c:pt idx="2946">
                  <c:v>5.8920000000000003</c:v>
                </c:pt>
                <c:pt idx="2947">
                  <c:v>5.8940000000000001</c:v>
                </c:pt>
                <c:pt idx="2948">
                  <c:v>5.8959999999999999</c:v>
                </c:pt>
                <c:pt idx="2949">
                  <c:v>5.8979999999999997</c:v>
                </c:pt>
                <c:pt idx="2950">
                  <c:v>5.9</c:v>
                </c:pt>
                <c:pt idx="2951">
                  <c:v>5.9020000000000001</c:v>
                </c:pt>
                <c:pt idx="2952">
                  <c:v>5.9039999999999999</c:v>
                </c:pt>
                <c:pt idx="2953">
                  <c:v>5.9059999999999997</c:v>
                </c:pt>
                <c:pt idx="2954">
                  <c:v>5.9080000000000004</c:v>
                </c:pt>
                <c:pt idx="2955">
                  <c:v>5.91</c:v>
                </c:pt>
                <c:pt idx="2956">
                  <c:v>5.9119999999999999</c:v>
                </c:pt>
                <c:pt idx="2957">
                  <c:v>5.9139999999999997</c:v>
                </c:pt>
                <c:pt idx="2958">
                  <c:v>5.9160000000000004</c:v>
                </c:pt>
                <c:pt idx="2959">
                  <c:v>5.9180000000000001</c:v>
                </c:pt>
                <c:pt idx="2960">
                  <c:v>5.92</c:v>
                </c:pt>
                <c:pt idx="2961">
                  <c:v>5.9219999999999997</c:v>
                </c:pt>
                <c:pt idx="2962">
                  <c:v>5.9240000000000004</c:v>
                </c:pt>
                <c:pt idx="2963">
                  <c:v>5.9260000000000002</c:v>
                </c:pt>
                <c:pt idx="2964">
                  <c:v>5.9279999999999999</c:v>
                </c:pt>
                <c:pt idx="2965">
                  <c:v>5.93</c:v>
                </c:pt>
                <c:pt idx="2966">
                  <c:v>5.9320000000000004</c:v>
                </c:pt>
                <c:pt idx="2967">
                  <c:v>5.9340000000000002</c:v>
                </c:pt>
                <c:pt idx="2968">
                  <c:v>5.9359999999999999</c:v>
                </c:pt>
                <c:pt idx="2969">
                  <c:v>5.9379999999999997</c:v>
                </c:pt>
                <c:pt idx="2970">
                  <c:v>5.94</c:v>
                </c:pt>
                <c:pt idx="2971">
                  <c:v>5.9420000000000002</c:v>
                </c:pt>
                <c:pt idx="2972">
                  <c:v>5.944</c:v>
                </c:pt>
                <c:pt idx="2973">
                  <c:v>5.9459999999999997</c:v>
                </c:pt>
                <c:pt idx="2974">
                  <c:v>5.9480000000000004</c:v>
                </c:pt>
                <c:pt idx="2975">
                  <c:v>5.95</c:v>
                </c:pt>
                <c:pt idx="2976">
                  <c:v>5.952</c:v>
                </c:pt>
                <c:pt idx="2977">
                  <c:v>5.9539999999999997</c:v>
                </c:pt>
                <c:pt idx="2978">
                  <c:v>5.9560000000000004</c:v>
                </c:pt>
                <c:pt idx="2979">
                  <c:v>5.9580000000000002</c:v>
                </c:pt>
                <c:pt idx="2980">
                  <c:v>5.96</c:v>
                </c:pt>
                <c:pt idx="2981">
                  <c:v>5.9619999999999997</c:v>
                </c:pt>
                <c:pt idx="2982">
                  <c:v>5.9640000000000004</c:v>
                </c:pt>
                <c:pt idx="2983">
                  <c:v>5.9660000000000002</c:v>
                </c:pt>
                <c:pt idx="2984">
                  <c:v>5.968</c:v>
                </c:pt>
                <c:pt idx="2985">
                  <c:v>5.97</c:v>
                </c:pt>
                <c:pt idx="2986">
                  <c:v>5.9720000000000004</c:v>
                </c:pt>
                <c:pt idx="2987">
                  <c:v>5.9740000000000002</c:v>
                </c:pt>
                <c:pt idx="2988">
                  <c:v>5.976</c:v>
                </c:pt>
                <c:pt idx="2989">
                  <c:v>5.9779999999999998</c:v>
                </c:pt>
                <c:pt idx="2990">
                  <c:v>5.98</c:v>
                </c:pt>
                <c:pt idx="2991">
                  <c:v>5.9820000000000002</c:v>
                </c:pt>
                <c:pt idx="2992">
                  <c:v>5.984</c:v>
                </c:pt>
                <c:pt idx="2993">
                  <c:v>5.9859999999999998</c:v>
                </c:pt>
                <c:pt idx="2994">
                  <c:v>5.9880000000000004</c:v>
                </c:pt>
                <c:pt idx="2995">
                  <c:v>5.99</c:v>
                </c:pt>
                <c:pt idx="2996">
                  <c:v>5.992</c:v>
                </c:pt>
                <c:pt idx="2997">
                  <c:v>5.9939999999999998</c:v>
                </c:pt>
                <c:pt idx="2998">
                  <c:v>5.9960000000000004</c:v>
                </c:pt>
                <c:pt idx="2999">
                  <c:v>5.9980000000000002</c:v>
                </c:pt>
                <c:pt idx="3000">
                  <c:v>6</c:v>
                </c:pt>
                <c:pt idx="3001">
                  <c:v>6.0019999999999998</c:v>
                </c:pt>
                <c:pt idx="3002">
                  <c:v>6.0039999999999996</c:v>
                </c:pt>
                <c:pt idx="3003">
                  <c:v>6.0060000000000002</c:v>
                </c:pt>
                <c:pt idx="3004">
                  <c:v>6.008</c:v>
                </c:pt>
                <c:pt idx="3005">
                  <c:v>6.01</c:v>
                </c:pt>
                <c:pt idx="3006">
                  <c:v>6.0119999999999996</c:v>
                </c:pt>
                <c:pt idx="3007">
                  <c:v>6.0140000000000002</c:v>
                </c:pt>
                <c:pt idx="3008">
                  <c:v>6.016</c:v>
                </c:pt>
                <c:pt idx="3009">
                  <c:v>6.0179999999999998</c:v>
                </c:pt>
                <c:pt idx="3010">
                  <c:v>6.02</c:v>
                </c:pt>
                <c:pt idx="3011">
                  <c:v>6.0220000000000002</c:v>
                </c:pt>
                <c:pt idx="3012">
                  <c:v>6.024</c:v>
                </c:pt>
                <c:pt idx="3013">
                  <c:v>6.0259999999999998</c:v>
                </c:pt>
                <c:pt idx="3014">
                  <c:v>6.0279999999999996</c:v>
                </c:pt>
                <c:pt idx="3015">
                  <c:v>6.03</c:v>
                </c:pt>
                <c:pt idx="3016">
                  <c:v>6.032</c:v>
                </c:pt>
                <c:pt idx="3017">
                  <c:v>6.0339999999999998</c:v>
                </c:pt>
                <c:pt idx="3018">
                  <c:v>6.0359999999999996</c:v>
                </c:pt>
                <c:pt idx="3019">
                  <c:v>6.0380000000000003</c:v>
                </c:pt>
                <c:pt idx="3020">
                  <c:v>6.04</c:v>
                </c:pt>
                <c:pt idx="3021">
                  <c:v>6.0419999999999998</c:v>
                </c:pt>
                <c:pt idx="3022">
                  <c:v>6.0439999999999996</c:v>
                </c:pt>
                <c:pt idx="3023">
                  <c:v>6.0460000000000003</c:v>
                </c:pt>
                <c:pt idx="3024">
                  <c:v>6.048</c:v>
                </c:pt>
                <c:pt idx="3025">
                  <c:v>6.05</c:v>
                </c:pt>
                <c:pt idx="3026">
                  <c:v>6.0519999999999996</c:v>
                </c:pt>
                <c:pt idx="3027">
                  <c:v>6.0540000000000003</c:v>
                </c:pt>
                <c:pt idx="3028">
                  <c:v>6.056</c:v>
                </c:pt>
                <c:pt idx="3029">
                  <c:v>6.0579999999999998</c:v>
                </c:pt>
                <c:pt idx="3030">
                  <c:v>6.06</c:v>
                </c:pt>
                <c:pt idx="3031">
                  <c:v>6.0620000000000003</c:v>
                </c:pt>
                <c:pt idx="3032">
                  <c:v>6.0640000000000001</c:v>
                </c:pt>
                <c:pt idx="3033">
                  <c:v>6.0659999999999998</c:v>
                </c:pt>
                <c:pt idx="3034">
                  <c:v>6.0679999999999996</c:v>
                </c:pt>
                <c:pt idx="3035">
                  <c:v>6.07</c:v>
                </c:pt>
                <c:pt idx="3036">
                  <c:v>6.0720000000000001</c:v>
                </c:pt>
                <c:pt idx="3037">
                  <c:v>6.0739999999999998</c:v>
                </c:pt>
                <c:pt idx="3038">
                  <c:v>6.0759999999999996</c:v>
                </c:pt>
                <c:pt idx="3039">
                  <c:v>6.0780000000000003</c:v>
                </c:pt>
                <c:pt idx="3040">
                  <c:v>6.08</c:v>
                </c:pt>
                <c:pt idx="3041">
                  <c:v>6.0819999999999999</c:v>
                </c:pt>
                <c:pt idx="3042">
                  <c:v>6.0839999999999996</c:v>
                </c:pt>
                <c:pt idx="3043">
                  <c:v>6.0860000000000003</c:v>
                </c:pt>
                <c:pt idx="3044">
                  <c:v>6.0880000000000001</c:v>
                </c:pt>
                <c:pt idx="3045">
                  <c:v>6.09</c:v>
                </c:pt>
                <c:pt idx="3046">
                  <c:v>6.0919999999999996</c:v>
                </c:pt>
                <c:pt idx="3047">
                  <c:v>6.0940000000000003</c:v>
                </c:pt>
                <c:pt idx="3048">
                  <c:v>6.0960000000000001</c:v>
                </c:pt>
                <c:pt idx="3049">
                  <c:v>6.0979999999999999</c:v>
                </c:pt>
                <c:pt idx="3050">
                  <c:v>6.1</c:v>
                </c:pt>
                <c:pt idx="3051">
                  <c:v>6.1020000000000003</c:v>
                </c:pt>
                <c:pt idx="3052">
                  <c:v>6.1040000000000001</c:v>
                </c:pt>
                <c:pt idx="3053">
                  <c:v>6.1059999999999999</c:v>
                </c:pt>
                <c:pt idx="3054">
                  <c:v>6.1079999999999997</c:v>
                </c:pt>
                <c:pt idx="3055">
                  <c:v>6.11</c:v>
                </c:pt>
                <c:pt idx="3056">
                  <c:v>6.1120000000000001</c:v>
                </c:pt>
                <c:pt idx="3057">
                  <c:v>6.1139999999999999</c:v>
                </c:pt>
                <c:pt idx="3058">
                  <c:v>6.1159999999999997</c:v>
                </c:pt>
                <c:pt idx="3059">
                  <c:v>6.1180000000000003</c:v>
                </c:pt>
                <c:pt idx="3060">
                  <c:v>6.12</c:v>
                </c:pt>
                <c:pt idx="3061">
                  <c:v>6.1219999999999999</c:v>
                </c:pt>
                <c:pt idx="3062">
                  <c:v>6.1239999999999997</c:v>
                </c:pt>
                <c:pt idx="3063">
                  <c:v>6.1260000000000003</c:v>
                </c:pt>
                <c:pt idx="3064">
                  <c:v>6.1280000000000001</c:v>
                </c:pt>
                <c:pt idx="3065">
                  <c:v>6.13</c:v>
                </c:pt>
                <c:pt idx="3066">
                  <c:v>6.1319999999999997</c:v>
                </c:pt>
                <c:pt idx="3067">
                  <c:v>6.1340000000000003</c:v>
                </c:pt>
                <c:pt idx="3068">
                  <c:v>6.1360000000000001</c:v>
                </c:pt>
                <c:pt idx="3069">
                  <c:v>6.1379999999999999</c:v>
                </c:pt>
                <c:pt idx="3070">
                  <c:v>6.14</c:v>
                </c:pt>
                <c:pt idx="3071">
                  <c:v>6.1420000000000003</c:v>
                </c:pt>
                <c:pt idx="3072">
                  <c:v>6.1440000000000001</c:v>
                </c:pt>
                <c:pt idx="3073">
                  <c:v>6.1459999999999999</c:v>
                </c:pt>
                <c:pt idx="3074">
                  <c:v>6.1479999999999997</c:v>
                </c:pt>
                <c:pt idx="3075">
                  <c:v>6.15</c:v>
                </c:pt>
                <c:pt idx="3076">
                  <c:v>6.1520000000000001</c:v>
                </c:pt>
                <c:pt idx="3077">
                  <c:v>6.1539999999999999</c:v>
                </c:pt>
                <c:pt idx="3078">
                  <c:v>6.1559999999999997</c:v>
                </c:pt>
                <c:pt idx="3079">
                  <c:v>6.1580000000000004</c:v>
                </c:pt>
                <c:pt idx="3080">
                  <c:v>6.16</c:v>
                </c:pt>
              </c:numCache>
            </c:numRef>
          </c:xVal>
          <c:yVal>
            <c:numRef>
              <c:f>'C2_Phantom_Converted_selected'!$B$2:$B$3082</c:f>
              <c:numCache>
                <c:formatCode>General</c:formatCode>
                <c:ptCount val="3081"/>
                <c:pt idx="0">
                  <c:v>-3.01034338954667E-2</c:v>
                </c:pt>
                <c:pt idx="1">
                  <c:v>-2.99385590916624E-2</c:v>
                </c:pt>
                <c:pt idx="2">
                  <c:v>-2.97021776998425E-2</c:v>
                </c:pt>
                <c:pt idx="3">
                  <c:v>-2.9402521447286601E-2</c:v>
                </c:pt>
                <c:pt idx="4">
                  <c:v>-2.9048875699857701E-2</c:v>
                </c:pt>
                <c:pt idx="5">
                  <c:v>-2.8651468242092502E-2</c:v>
                </c:pt>
                <c:pt idx="6">
                  <c:v>-2.8221337906955898E-2</c:v>
                </c:pt>
                <c:pt idx="7">
                  <c:v>-2.7770187142006599E-2</c:v>
                </c:pt>
                <c:pt idx="8">
                  <c:v>-2.73102234129785E-2</c:v>
                </c:pt>
                <c:pt idx="9">
                  <c:v>-2.6853993929653101E-2</c:v>
                </c:pt>
                <c:pt idx="10">
                  <c:v>-2.6414216739950799E-2</c:v>
                </c:pt>
                <c:pt idx="11">
                  <c:v>-2.6003609335922901E-2</c:v>
                </c:pt>
                <c:pt idx="12">
                  <c:v>-2.5634714358359002E-2</c:v>
                </c:pt>
                <c:pt idx="13">
                  <c:v>-2.53197215248251E-2</c:v>
                </c:pt>
                <c:pt idx="14">
                  <c:v>-2.5070285826060499E-2</c:v>
                </c:pt>
                <c:pt idx="15">
                  <c:v>-2.48973439797904E-2</c:v>
                </c:pt>
                <c:pt idx="16">
                  <c:v>-2.4810933300991499E-2</c:v>
                </c:pt>
                <c:pt idx="17">
                  <c:v>-2.4820018715196901E-2</c:v>
                </c:pt>
                <c:pt idx="18">
                  <c:v>-2.4932334059876899E-2</c:v>
                </c:pt>
                <c:pt idx="19">
                  <c:v>-2.5154242930779398E-2</c:v>
                </c:pt>
                <c:pt idx="20">
                  <c:v>-2.54906223758497E-2</c:v>
                </c:pt>
                <c:pt idx="21">
                  <c:v>-2.5944770332178801E-2</c:v>
                </c:pt>
                <c:pt idx="22">
                  <c:v>-2.65183356782656E-2</c:v>
                </c:pt>
                <c:pt idx="23">
                  <c:v>-2.72112688689089E-2</c:v>
                </c:pt>
                <c:pt idx="24">
                  <c:v>-2.8021791605448401E-2</c:v>
                </c:pt>
                <c:pt idx="25">
                  <c:v>-2.8946385534931299E-2</c:v>
                </c:pt>
                <c:pt idx="26">
                  <c:v>-2.9979801821124901E-2</c:v>
                </c:pt>
                <c:pt idx="27">
                  <c:v>-3.1115094805762002E-2</c:v>
                </c:pt>
                <c:pt idx="28">
                  <c:v>-3.2343683313534502E-2</c:v>
                </c:pt>
                <c:pt idx="29">
                  <c:v>-3.3655442162587701E-2</c:v>
                </c:pt>
                <c:pt idx="30">
                  <c:v>-3.5038824205152697E-2</c:v>
                </c:pt>
                <c:pt idx="31">
                  <c:v>-3.6481010321667E-2</c:v>
                </c:pt>
                <c:pt idx="32">
                  <c:v>-3.7968082194761901E-2</c:v>
                </c:pt>
                <c:pt idx="33">
                  <c:v>-3.9485211294341599E-2</c:v>
                </c:pt>
                <c:pt idx="34">
                  <c:v>-4.1016857656427201E-2</c:v>
                </c:pt>
                <c:pt idx="35">
                  <c:v>-4.2546973402379E-2</c:v>
                </c:pt>
                <c:pt idx="36">
                  <c:v>-4.4059207785335001E-2</c:v>
                </c:pt>
                <c:pt idx="37">
                  <c:v>-4.55371121296827E-2</c:v>
                </c:pt>
                <c:pt idx="38">
                  <c:v>-4.6964343834848203E-2</c:v>
                </c:pt>
                <c:pt idx="39">
                  <c:v>-4.8324868397038999E-2</c:v>
                </c:pt>
                <c:pt idx="40">
                  <c:v>-4.9603157221750301E-2</c:v>
                </c:pt>
                <c:pt idx="41">
                  <c:v>-5.0784377334619199E-2</c:v>
                </c:pt>
                <c:pt idx="42">
                  <c:v>-5.1854567797714003E-2</c:v>
                </c:pt>
                <c:pt idx="43">
                  <c:v>-5.2800797534103203E-2</c:v>
                </c:pt>
                <c:pt idx="44">
                  <c:v>-5.3611300653288299E-2</c:v>
                </c:pt>
                <c:pt idx="45">
                  <c:v>-5.4275587824711397E-2</c:v>
                </c:pt>
                <c:pt idx="46">
                  <c:v>-5.4784534892082501E-2</c:v>
                </c:pt>
                <c:pt idx="47">
                  <c:v>-5.5130451900411701E-2</c:v>
                </c:pt>
                <c:pt idx="48">
                  <c:v>-5.5307136485712498E-2</c:v>
                </c:pt>
                <c:pt idx="49">
                  <c:v>-5.5309915017569503E-2</c:v>
                </c:pt>
                <c:pt idx="50">
                  <c:v>-5.5135673219572801E-2</c:v>
                </c:pt>
                <c:pt idx="51">
                  <c:v>-5.4782875816260797E-2</c:v>
                </c:pt>
                <c:pt idx="52">
                  <c:v>-5.4251572939048899E-2</c:v>
                </c:pt>
                <c:pt idx="53">
                  <c:v>-5.3543390359772902E-2</c:v>
                </c:pt>
                <c:pt idx="54">
                  <c:v>-5.2661501362488899E-2</c:v>
                </c:pt>
                <c:pt idx="55">
                  <c:v>-5.1610579809376597E-2</c:v>
                </c:pt>
                <c:pt idx="56">
                  <c:v>-5.03967359489714E-2</c:v>
                </c:pt>
                <c:pt idx="57">
                  <c:v>-4.9027438023279898E-2</c:v>
                </c:pt>
                <c:pt idx="58">
                  <c:v>-4.7511423274374798E-2</c:v>
                </c:pt>
                <c:pt idx="59">
                  <c:v>-4.5858601402827201E-2</c:v>
                </c:pt>
                <c:pt idx="60">
                  <c:v>-4.4079952133846197E-2</c:v>
                </c:pt>
                <c:pt idx="61">
                  <c:v>-4.2187416869379303E-2</c:v>
                </c:pt>
                <c:pt idx="62">
                  <c:v>-4.0193783194435201E-2</c:v>
                </c:pt>
                <c:pt idx="63">
                  <c:v>-3.8112560887034103E-2</c:v>
                </c:pt>
                <c:pt idx="64">
                  <c:v>-3.5957849182188001E-2</c:v>
                </c:pt>
                <c:pt idx="65">
                  <c:v>-3.3744196892163299E-2</c:v>
                </c:pt>
                <c:pt idx="66">
                  <c:v>-3.1486458815800498E-2</c:v>
                </c:pt>
                <c:pt idx="67">
                  <c:v>-2.9199653006762E-2</c:v>
                </c:pt>
                <c:pt idx="68">
                  <c:v>-2.6898823536498698E-2</c:v>
                </c:pt>
                <c:pt idx="69">
                  <c:v>-2.45989122992698E-2</c:v>
                </c:pt>
                <c:pt idx="70">
                  <c:v>-2.2314641376265199E-2</c:v>
                </c:pt>
                <c:pt idx="71">
                  <c:v>-2.0060405060049299E-2</c:v>
                </c:pt>
                <c:pt idx="72">
                  <c:v>-1.7850168669906599E-2</c:v>
                </c:pt>
                <c:pt idx="73">
                  <c:v>-1.5697370548720401E-2</c:v>
                </c:pt>
                <c:pt idx="74">
                  <c:v>-1.36148244325044E-2</c:v>
                </c:pt>
                <c:pt idx="75">
                  <c:v>-1.16146213538542E-2</c:v>
                </c:pt>
                <c:pt idx="76">
                  <c:v>-9.70803253870379E-3</c:v>
                </c:pt>
                <c:pt idx="77">
                  <c:v>-7.9054165135243708E-3</c:v>
                </c:pt>
                <c:pt idx="78">
                  <c:v>-6.2161342900994201E-3</c:v>
                </c:pt>
                <c:pt idx="79">
                  <c:v>-4.6484758617481598E-3</c:v>
                </c:pt>
                <c:pt idx="80">
                  <c:v>-3.2095995549347202E-3</c:v>
                </c:pt>
                <c:pt idx="81">
                  <c:v>-1.9054836595751E-3</c:v>
                </c:pt>
                <c:pt idx="82">
                  <c:v>-7.4088807930250205E-4</c:v>
                </c:pt>
                <c:pt idx="83">
                  <c:v>2.8067675136143303E-4</c:v>
                </c:pt>
                <c:pt idx="84">
                  <c:v>1.15697550052506E-3</c:v>
                </c:pt>
                <c:pt idx="85">
                  <c:v>1.8870679893186E-3</c:v>
                </c:pt>
                <c:pt idx="86">
                  <c:v>2.47132139863236E-3</c:v>
                </c:pt>
                <c:pt idx="87">
                  <c:v>2.91141088667143E-3</c:v>
                </c:pt>
                <c:pt idx="88">
                  <c:v>3.2103045167294498E-3</c:v>
                </c:pt>
                <c:pt idx="89">
                  <c:v>3.3722293048210499E-3</c:v>
                </c:pt>
                <c:pt idx="90">
                  <c:v>3.4026171848430902E-3</c:v>
                </c:pt>
                <c:pt idx="91">
                  <c:v>3.3080321933241798E-3</c:v>
                </c:pt>
                <c:pt idx="92">
                  <c:v>3.0960823313437198E-3</c:v>
                </c:pt>
                <c:pt idx="93">
                  <c:v>2.7753205559645699E-3</c:v>
                </c:pt>
                <c:pt idx="94">
                  <c:v>2.3551388663276798E-3</c:v>
                </c:pt>
                <c:pt idx="95">
                  <c:v>1.84565781658732E-3</c:v>
                </c:pt>
                <c:pt idx="96">
                  <c:v>1.2576118055879701E-3</c:v>
                </c:pt>
                <c:pt idx="97">
                  <c:v>6.0222904155630204E-4</c:v>
                </c:pt>
                <c:pt idx="98">
                  <c:v>-1.08895219964334E-4</c:v>
                </c:pt>
                <c:pt idx="99">
                  <c:v>-8.6393255254450796E-4</c:v>
                </c:pt>
                <c:pt idx="100">
                  <c:v>-1.650960748647E-3</c:v>
                </c:pt>
                <c:pt idx="101">
                  <c:v>-2.4581049126879899E-3</c:v>
                </c:pt>
                <c:pt idx="102">
                  <c:v>-3.2736749403531498E-3</c:v>
                </c:pt>
                <c:pt idx="103">
                  <c:v>-4.0862939469986396E-3</c:v>
                </c:pt>
                <c:pt idx="104">
                  <c:v>-4.88501356446348E-3</c:v>
                </c:pt>
                <c:pt idx="105">
                  <c:v>-5.6594143378187701E-3</c:v>
                </c:pt>
                <c:pt idx="106">
                  <c:v>-6.3996919037191402E-3</c:v>
                </c:pt>
                <c:pt idx="107">
                  <c:v>-7.0967314540765804E-3</c:v>
                </c:pt>
                <c:pt idx="108">
                  <c:v>-7.7421736709025E-3</c:v>
                </c:pt>
                <c:pt idx="109">
                  <c:v>-8.3284746947974199E-3</c:v>
                </c:pt>
                <c:pt idx="110">
                  <c:v>-8.8489609853260494E-3</c:v>
                </c:pt>
                <c:pt idx="111">
                  <c:v>-9.2978777686041608E-3</c:v>
                </c:pt>
                <c:pt idx="112">
                  <c:v>-9.6704280553417295E-3</c:v>
                </c:pt>
                <c:pt idx="113">
                  <c:v>-9.96279878247237E-3</c:v>
                </c:pt>
                <c:pt idx="114">
                  <c:v>-1.0172171737859699E-2</c:v>
                </c:pt>
                <c:pt idx="115">
                  <c:v>-1.02967190565918E-2</c:v>
                </c:pt>
                <c:pt idx="116">
                  <c:v>-1.0335585274984901E-2</c:v>
                </c:pt>
                <c:pt idx="117">
                  <c:v>-1.02888593417815E-2</c:v>
                </c:pt>
                <c:pt idx="118">
                  <c:v>-1.0157540205960301E-2</c:v>
                </c:pt>
                <c:pt idx="119">
                  <c:v>-9.9434986844160606E-3</c:v>
                </c:pt>
                <c:pt idx="120">
                  <c:v>-9.6494366316634394E-3</c:v>
                </c:pt>
                <c:pt idx="121">
                  <c:v>-9.2788425537512192E-3</c:v>
                </c:pt>
                <c:pt idx="122">
                  <c:v>-8.8359414280656506E-3</c:v>
                </c:pt>
                <c:pt idx="123">
                  <c:v>-8.3256362340863692E-3</c:v>
                </c:pt>
                <c:pt idx="124">
                  <c:v>-7.7534397506881297E-3</c:v>
                </c:pt>
                <c:pt idx="125">
                  <c:v>-7.12539709988838E-3</c:v>
                </c:pt>
                <c:pt idx="126">
                  <c:v>-6.4480015115269598E-3</c:v>
                </c:pt>
                <c:pt idx="127">
                  <c:v>-5.7281070977195699E-3</c:v>
                </c:pt>
                <c:pt idx="128">
                  <c:v>-4.9728426132221101E-3</c:v>
                </c:pt>
                <c:pt idx="129">
                  <c:v>-4.18952914467185E-3</c:v>
                </c:pt>
                <c:pt idx="130">
                  <c:v>-3.3856026982523098E-3</c:v>
                </c:pt>
                <c:pt idx="131">
                  <c:v>-2.5685404085023299E-3</c:v>
                </c:pt>
                <c:pt idx="132">
                  <c:v>-1.74578746276266E-3</c:v>
                </c:pt>
                <c:pt idx="133">
                  <c:v>-9.2468154666401799E-4</c:v>
                </c:pt>
                <c:pt idx="134">
                  <c:v>-1.12372810067248E-4</c:v>
                </c:pt>
                <c:pt idx="135">
                  <c:v>6.8426049390161395E-4</c:v>
                </c:pt>
                <c:pt idx="136">
                  <c:v>1.45869830827859E-3</c:v>
                </c:pt>
                <c:pt idx="137">
                  <c:v>2.20486307580463E-3</c:v>
                </c:pt>
                <c:pt idx="138">
                  <c:v>2.9171976867766198E-3</c:v>
                </c:pt>
                <c:pt idx="139">
                  <c:v>3.5907335105883399E-3</c:v>
                </c:pt>
                <c:pt idx="140">
                  <c:v>4.2211467634354696E-3</c:v>
                </c:pt>
                <c:pt idx="141">
                  <c:v>4.8048037034279303E-3</c:v>
                </c:pt>
                <c:pt idx="142">
                  <c:v>5.3387969375027202E-3</c:v>
                </c:pt>
                <c:pt idx="143">
                  <c:v>5.8209756937368804E-3</c:v>
                </c:pt>
                <c:pt idx="144">
                  <c:v>6.2499720130823697E-3</c:v>
                </c:pt>
                <c:pt idx="145">
                  <c:v>6.6252228872114701E-3</c:v>
                </c:pt>
                <c:pt idx="146">
                  <c:v>6.9469862668992298E-3</c:v>
                </c:pt>
                <c:pt idx="147">
                  <c:v>7.21634739827393E-3</c:v>
                </c:pt>
                <c:pt idx="148">
                  <c:v>7.43521161464244E-3</c:v>
                </c:pt>
                <c:pt idx="149">
                  <c:v>7.6062806841484601E-3</c:v>
                </c:pt>
                <c:pt idx="150">
                  <c:v>7.7330118835656804E-3</c:v>
                </c:pt>
                <c:pt idx="151">
                  <c:v>7.8195614839186595E-3</c:v>
                </c:pt>
                <c:pt idx="152">
                  <c:v>7.8707163317541292E-3</c:v>
                </c:pt>
                <c:pt idx="153">
                  <c:v>7.8918178893086794E-3</c:v>
                </c:pt>
                <c:pt idx="154">
                  <c:v>7.8886822939684201E-3</c:v>
                </c:pt>
                <c:pt idx="155">
                  <c:v>7.8675182369535093E-3</c:v>
                </c:pt>
                <c:pt idx="156">
                  <c:v>7.8348425794612705E-3</c:v>
                </c:pt>
                <c:pt idx="157">
                  <c:v>7.7973923442846201E-3</c:v>
                </c:pt>
                <c:pt idx="158">
                  <c:v>7.7620314462486699E-3</c:v>
                </c:pt>
                <c:pt idx="159">
                  <c:v>7.7356513274893001E-3</c:v>
                </c:pt>
                <c:pt idx="160">
                  <c:v>7.7250663143190396E-3</c:v>
                </c:pt>
                <c:pt idx="161">
                  <c:v>7.7369064771769698E-3</c:v>
                </c:pt>
                <c:pt idx="162">
                  <c:v>7.7775122793069702E-3</c:v>
                </c:pt>
                <c:pt idx="163">
                  <c:v>7.8528356361366493E-3</c:v>
                </c:pt>
                <c:pt idx="164">
                  <c:v>7.9683509679011697E-3</c:v>
                </c:pt>
                <c:pt idx="165">
                  <c:v>8.1289778553359504E-3</c:v>
                </c:pt>
                <c:pt idx="166">
                  <c:v>8.3390148228591407E-3</c:v>
                </c:pt>
                <c:pt idx="167">
                  <c:v>8.6020823593011692E-3</c:v>
                </c:pt>
                <c:pt idx="168">
                  <c:v>8.9210730070460095E-3</c:v>
                </c:pt>
                <c:pt idx="169">
                  <c:v>9.2981072491429093E-3</c:v>
                </c:pt>
                <c:pt idx="170">
                  <c:v>9.7344956392303797E-3</c:v>
                </c:pt>
                <c:pt idx="171">
                  <c:v>1.02307094599527E-2</c:v>
                </c:pt>
                <c:pt idx="172">
                  <c:v>1.07863633247439E-2</c:v>
                </c:pt>
                <c:pt idx="173">
                  <c:v>1.14002129491546E-2</c:v>
                </c:pt>
                <c:pt idx="174">
                  <c:v>1.20701698040035E-2</c:v>
                </c:pt>
                <c:pt idx="175">
                  <c:v>1.27933321095615E-2</c:v>
                </c:pt>
                <c:pt idx="176">
                  <c:v>1.35660294473738E-2</c:v>
                </c:pt>
                <c:pt idx="177">
                  <c:v>1.43838768249303E-2</c:v>
                </c:pt>
                <c:pt idx="178">
                  <c:v>1.52418337135663E-2</c:v>
                </c:pt>
                <c:pt idx="179">
                  <c:v>1.61342644703132E-2</c:v>
                </c:pt>
                <c:pt idx="180">
                  <c:v>1.7054998402502401E-2</c:v>
                </c:pt>
                <c:pt idx="181">
                  <c:v>1.7997389946334302E-2</c:v>
                </c:pt>
                <c:pt idx="182">
                  <c:v>1.8954381174246401E-2</c:v>
                </c:pt>
                <c:pt idx="183">
                  <c:v>1.9918569399706699E-2</c:v>
                </c:pt>
                <c:pt idx="184">
                  <c:v>2.0882281835672499E-2</c:v>
                </c:pt>
                <c:pt idx="185">
                  <c:v>2.1837657571862901E-2</c:v>
                </c:pt>
                <c:pt idx="186">
                  <c:v>2.2776735379319998E-2</c:v>
                </c:pt>
                <c:pt idx="187">
                  <c:v>2.36915446917055E-2</c:v>
                </c:pt>
                <c:pt idx="188">
                  <c:v>2.4574196853532598E-2</c:v>
                </c:pt>
                <c:pt idx="189">
                  <c:v>2.5416974390936199E-2</c:v>
                </c:pt>
                <c:pt idx="190">
                  <c:v>2.6212417479128398E-2</c:v>
                </c:pt>
                <c:pt idx="191">
                  <c:v>2.6953408502902201E-2</c:v>
                </c:pt>
                <c:pt idx="192">
                  <c:v>2.76332568909641E-2</c:v>
                </c:pt>
                <c:pt idx="193">
                  <c:v>2.8245786535262801E-2</c:v>
                </c:pt>
                <c:pt idx="194">
                  <c:v>2.8785426874071301E-2</c:v>
                </c:pt>
                <c:pt idx="195">
                  <c:v>2.9247306599913099E-2</c:v>
                </c:pt>
                <c:pt idx="196">
                  <c:v>2.96273467960813E-2</c:v>
                </c:pt>
                <c:pt idx="197">
                  <c:v>2.9922348840974399E-2</c:v>
                </c:pt>
                <c:pt idx="198">
                  <c:v>3.0130072049956502E-2</c:v>
                </c:pt>
                <c:pt idx="199">
                  <c:v>3.0249296860520199E-2</c:v>
                </c:pt>
                <c:pt idx="200">
                  <c:v>3.0279871225239299E-2</c:v>
                </c:pt>
                <c:pt idx="201">
                  <c:v>3.0222740194263801E-2</c:v>
                </c:pt>
                <c:pt idx="202">
                  <c:v>3.0079960583780801E-2</c:v>
                </c:pt>
                <c:pt idx="203">
                  <c:v>2.9854703356668299E-2</c:v>
                </c:pt>
                <c:pt idx="204">
                  <c:v>2.9551245623908901E-2</c:v>
                </c:pt>
                <c:pt idx="205">
                  <c:v>2.9174952427346201E-2</c:v>
                </c:pt>
                <c:pt idx="206">
                  <c:v>2.8732246536137498E-2</c:v>
                </c:pt>
                <c:pt idx="207">
                  <c:v>2.82305632243934E-2</c:v>
                </c:pt>
                <c:pt idx="208">
                  <c:v>2.76782869201657E-2</c:v>
                </c:pt>
                <c:pt idx="209">
                  <c:v>2.7084667829291802E-2</c:v>
                </c:pt>
                <c:pt idx="210">
                  <c:v>2.6459718811508399E-2</c:v>
                </c:pt>
                <c:pt idx="211">
                  <c:v>2.5814095199948602E-2</c:v>
                </c:pt>
                <c:pt idx="212">
                  <c:v>2.5158962010777601E-2</c:v>
                </c:pt>
                <c:pt idx="213">
                  <c:v>2.45058534222235E-2</c:v>
                </c:pt>
                <c:pt idx="214">
                  <c:v>2.3866528446986501E-2</c:v>
                </c:pt>
                <c:pt idx="215">
                  <c:v>2.3252824935476001E-2</c:v>
                </c:pt>
                <c:pt idx="216">
                  <c:v>2.26765122764809E-2</c:v>
                </c:pt>
                <c:pt idx="217">
                  <c:v>2.21491421428835E-2</c:v>
                </c:pt>
                <c:pt idx="218">
                  <c:v>2.1681896743012501E-2</c:v>
                </c:pt>
                <c:pt idx="219">
                  <c:v>2.1285435258091099E-2</c:v>
                </c:pt>
                <c:pt idx="220">
                  <c:v>2.09697411103845E-2</c:v>
                </c:pt>
                <c:pt idx="221">
                  <c:v>2.0743974776076601E-2</c:v>
                </c:pt>
                <c:pt idx="222">
                  <c:v>2.0616338210899299E-2</c:v>
                </c:pt>
                <c:pt idx="223">
                  <c:v>2.0593956909251799E-2</c:v>
                </c:pt>
                <c:pt idx="224">
                  <c:v>2.0682784043918101E-2</c:v>
                </c:pt>
                <c:pt idx="225">
                  <c:v>2.0887528578350099E-2</c:v>
                </c:pt>
                <c:pt idx="226">
                  <c:v>2.1211606597686599E-2</c:v>
                </c:pt>
                <c:pt idx="227">
                  <c:v>2.1657113176879898E-2</c:v>
                </c:pt>
                <c:pt idx="228">
                  <c:v>2.22248113613089E-2</c:v>
                </c:pt>
                <c:pt idx="229">
                  <c:v>2.2914135335271701E-2</c:v>
                </c:pt>
                <c:pt idx="230">
                  <c:v>2.3723206290382201E-2</c:v>
                </c:pt>
                <c:pt idx="231">
                  <c:v>2.4648861268291501E-2</c:v>
                </c:pt>
                <c:pt idx="232">
                  <c:v>2.56866965418515E-2</c:v>
                </c:pt>
                <c:pt idx="233">
                  <c:v>2.6831127241002999E-2</c:v>
                </c:pt>
                <c:pt idx="234">
                  <c:v>2.8075463761339001E-2</c:v>
                </c:pt>
                <c:pt idx="235">
                  <c:v>2.9412003480800902E-2</c:v>
                </c:pt>
                <c:pt idx="236">
                  <c:v>3.0832134289852299E-2</c:v>
                </c:pt>
                <c:pt idx="237">
                  <c:v>3.2326445219083497E-2</c:v>
                </c:pt>
                <c:pt idx="238">
                  <c:v>3.38848394982596E-2</c:v>
                </c:pt>
                <c:pt idx="239">
                  <c:v>3.5496646712933899E-2</c:v>
                </c:pt>
                <c:pt idx="240">
                  <c:v>3.7150732910900298E-2</c:v>
                </c:pt>
                <c:pt idx="241">
                  <c:v>3.8835609804941003E-2</c:v>
                </c:pt>
                <c:pt idx="242">
                  <c:v>4.0539545765566697E-2</c:v>
                </c:pt>
                <c:pt idx="243">
                  <c:v>4.22506814540324E-2</c:v>
                </c:pt>
                <c:pt idx="244">
                  <c:v>4.3957151605527302E-2</c:v>
                </c:pt>
                <c:pt idx="245">
                  <c:v>4.5647212156825698E-2</c:v>
                </c:pt>
                <c:pt idx="246">
                  <c:v>4.7309369515040098E-2</c:v>
                </c:pt>
                <c:pt idx="247">
                  <c:v>4.89325071361962E-2</c:v>
                </c:pt>
                <c:pt idx="248">
                  <c:v>5.0506004247360098E-2</c:v>
                </c:pt>
                <c:pt idx="249">
                  <c:v>5.2019842604463198E-2</c:v>
                </c:pt>
                <c:pt idx="250">
                  <c:v>5.3464699302761702E-2</c:v>
                </c:pt>
                <c:pt idx="251">
                  <c:v>5.4832026142114902E-2</c:v>
                </c:pt>
                <c:pt idx="252">
                  <c:v>5.6114117988853698E-2</c:v>
                </c:pt>
                <c:pt idx="253">
                  <c:v>5.73041732097333E-2</c:v>
                </c:pt>
                <c:pt idx="254">
                  <c:v>5.8396348350184001E-2</c:v>
                </c:pt>
                <c:pt idx="255">
                  <c:v>5.9385807238661797E-2</c:v>
                </c:pt>
                <c:pt idx="256">
                  <c:v>6.0268762510580803E-2</c:v>
                </c:pt>
                <c:pt idx="257">
                  <c:v>6.1042506039438602E-2</c:v>
                </c:pt>
                <c:pt idx="258">
                  <c:v>6.1705424506647698E-2</c:v>
                </c:pt>
                <c:pt idx="259">
                  <c:v>6.2256997493382198E-2</c:v>
                </c:pt>
                <c:pt idx="260">
                  <c:v>6.2697777719524395E-2</c:v>
                </c:pt>
                <c:pt idx="261">
                  <c:v>6.3029355581906296E-2</c:v>
                </c:pt>
                <c:pt idx="262">
                  <c:v>6.3254311931212795E-2</c:v>
                </c:pt>
                <c:pt idx="263">
                  <c:v>6.3376163336256799E-2</c:v>
                </c:pt>
                <c:pt idx="264">
                  <c:v>6.3399302854126302E-2</c:v>
                </c:pt>
                <c:pt idx="265">
                  <c:v>6.3328937156273593E-2</c:v>
                </c:pt>
                <c:pt idx="266">
                  <c:v>6.3171018672554896E-2</c:v>
                </c:pt>
                <c:pt idx="267">
                  <c:v>6.2932170042210606E-2</c:v>
                </c:pt>
                <c:pt idx="268">
                  <c:v>6.2619598089537806E-2</c:v>
                </c:pt>
                <c:pt idx="269">
                  <c:v>6.22409958043669E-2</c:v>
                </c:pt>
                <c:pt idx="270">
                  <c:v>6.1804432988422899E-2</c:v>
                </c:pt>
                <c:pt idx="271">
                  <c:v>6.1318238570240102E-2</c:v>
                </c:pt>
                <c:pt idx="272">
                  <c:v>6.0790879218376302E-2</c:v>
                </c:pt>
                <c:pt idx="273">
                  <c:v>6.0230839158440498E-2</c:v>
                </c:pt>
                <c:pt idx="274">
                  <c:v>5.96465049486299E-2</c:v>
                </c:pt>
                <c:pt idx="275">
                  <c:v>5.9046056919514103E-2</c:v>
                </c:pt>
                <c:pt idx="276">
                  <c:v>5.84373669010868E-2</c:v>
                </c:pt>
                <c:pt idx="277">
                  <c:v>5.7827900567532599E-2</c:v>
                </c:pt>
                <c:pt idx="278">
                  <c:v>5.7224622710278401E-2</c:v>
                </c:pt>
                <c:pt idx="279">
                  <c:v>5.6633905003042502E-2</c:v>
                </c:pt>
                <c:pt idx="280">
                  <c:v>5.6061437889924098E-2</c:v>
                </c:pt>
                <c:pt idx="281">
                  <c:v>5.5512150326325803E-2</c:v>
                </c:pt>
                <c:pt idx="282">
                  <c:v>5.4990142375848199E-2</c:v>
                </c:pt>
                <c:pt idx="283">
                  <c:v>5.4498635543324299E-2</c:v>
                </c:pt>
                <c:pt idx="284">
                  <c:v>5.4039944197343197E-2</c:v>
                </c:pt>
                <c:pt idx="285">
                  <c:v>5.3615469040526303E-2</c:v>
                </c:pt>
                <c:pt idx="286">
                  <c:v>5.3225711130375102E-2</c:v>
                </c:pt>
                <c:pt idx="287">
                  <c:v>5.2870303193635199E-2</c:v>
                </c:pt>
                <c:pt idx="288">
                  <c:v>5.2548054367060303E-2</c:v>
                </c:pt>
                <c:pt idx="289">
                  <c:v>5.2257005084742701E-2</c:v>
                </c:pt>
                <c:pt idx="290">
                  <c:v>5.1994490295345003E-2</c:v>
                </c:pt>
                <c:pt idx="291">
                  <c:v>5.1757210924198202E-2</c:v>
                </c:pt>
                <c:pt idx="292">
                  <c:v>5.1541314729214999E-2</c:v>
                </c:pt>
                <c:pt idx="293">
                  <c:v>5.1342487799494498E-2</c:v>
                </c:pt>
                <c:pt idx="294">
                  <c:v>5.1156056763621498E-2</c:v>
                </c:pt>
                <c:pt idx="295">
                  <c:v>5.09770997616164E-2</c:v>
                </c:pt>
                <c:pt idx="296">
                  <c:v>5.0800562184341001E-2</c:v>
                </c:pt>
                <c:pt idx="297">
                  <c:v>5.0621371856034998E-2</c:v>
                </c:pt>
                <c:pt idx="298">
                  <c:v>5.0434548210171903E-2</c:v>
                </c:pt>
                <c:pt idx="299">
                  <c:v>5.02353011961734E-2</c:v>
                </c:pt>
                <c:pt idx="300">
                  <c:v>5.0019117849336499E-2</c:v>
                </c:pt>
                <c:pt idx="301">
                  <c:v>4.9781836945189298E-2</c:v>
                </c:pt>
                <c:pt idx="302">
                  <c:v>4.9519714015148902E-2</c:v>
                </c:pt>
                <c:pt idx="303">
                  <c:v>4.9229479494643603E-2</c:v>
                </c:pt>
                <c:pt idx="304">
                  <c:v>4.8908391779925203E-2</c:v>
                </c:pt>
                <c:pt idx="305">
                  <c:v>4.8554285033165001E-2</c:v>
                </c:pt>
                <c:pt idx="306">
                  <c:v>4.81656096010551E-2</c:v>
                </c:pt>
                <c:pt idx="307">
                  <c:v>4.7741461710524E-2</c:v>
                </c:pt>
                <c:pt idx="308">
                  <c:v>4.7281599125741099E-2</c:v>
                </c:pt>
                <c:pt idx="309">
                  <c:v>4.67864407336668E-2</c:v>
                </c:pt>
                <c:pt idx="310">
                  <c:v>4.6257050210319499E-2</c:v>
                </c:pt>
                <c:pt idx="311">
                  <c:v>4.5695106281267203E-2</c:v>
                </c:pt>
                <c:pt idx="312">
                  <c:v>4.5102863744079597E-2</c:v>
                </c:pt>
                <c:pt idx="313">
                  <c:v>4.4483109717288798E-2</c:v>
                </c:pt>
                <c:pt idx="314">
                  <c:v>4.3839118443211998E-2</c:v>
                </c:pt>
                <c:pt idx="315">
                  <c:v>4.3174605924922803E-2</c:v>
                </c:pt>
                <c:pt idx="316">
                  <c:v>4.2493683541907697E-2</c:v>
                </c:pt>
                <c:pt idx="317">
                  <c:v>4.1800808299525899E-2</c:v>
                </c:pt>
                <c:pt idx="318">
                  <c:v>4.1100726962859997E-2</c:v>
                </c:pt>
                <c:pt idx="319">
                  <c:v>4.0398412118117497E-2</c:v>
                </c:pt>
                <c:pt idx="320">
                  <c:v>3.9698989974948903E-2</c:v>
                </c:pt>
                <c:pt idx="321">
                  <c:v>3.9007661888729402E-2</c:v>
                </c:pt>
                <c:pt idx="322">
                  <c:v>3.8329623297042897E-2</c:v>
                </c:pt>
                <c:pt idx="323">
                  <c:v>3.7669984284678999E-2</c:v>
                </c:pt>
                <c:pt idx="324">
                  <c:v>3.7033695116133698E-2</c:v>
                </c:pt>
                <c:pt idx="325">
                  <c:v>3.6425478275575802E-2</c:v>
                </c:pt>
                <c:pt idx="326">
                  <c:v>3.5849766669407299E-2</c:v>
                </c:pt>
                <c:pt idx="327">
                  <c:v>3.53106464291719E-2</c:v>
                </c:pt>
                <c:pt idx="328">
                  <c:v>3.4811802596778497E-2</c:v>
                </c:pt>
                <c:pt idx="329">
                  <c:v>3.4356466874012198E-2</c:v>
                </c:pt>
                <c:pt idx="330">
                  <c:v>3.3947368222463699E-2</c:v>
                </c:pt>
                <c:pt idx="331">
                  <c:v>3.3586688769916599E-2</c:v>
                </c:pt>
                <c:pt idx="332">
                  <c:v>3.3276028451586698E-2</c:v>
                </c:pt>
                <c:pt idx="333">
                  <c:v>3.30163815511701E-2</c:v>
                </c:pt>
                <c:pt idx="334">
                  <c:v>3.2808126825489198E-2</c:v>
                </c:pt>
                <c:pt idx="335">
                  <c:v>3.2651030771124301E-2</c:v>
                </c:pt>
                <c:pt idx="336">
                  <c:v>3.25442616265793E-2</c:v>
                </c:pt>
                <c:pt idx="337">
                  <c:v>3.2486410576889099E-2</c:v>
                </c:pt>
                <c:pt idx="338">
                  <c:v>3.2475516690779298E-2</c:v>
                </c:pt>
                <c:pt idx="339">
                  <c:v>3.2509093352554801E-2</c:v>
                </c:pt>
                <c:pt idx="340">
                  <c:v>3.2584155976794003E-2</c:v>
                </c:pt>
                <c:pt idx="341">
                  <c:v>3.2697252918808102E-2</c:v>
                </c:pt>
                <c:pt idx="342">
                  <c:v>3.2844502855094403E-2</c:v>
                </c:pt>
                <c:pt idx="343">
                  <c:v>3.3021641853320599E-2</c:v>
                </c:pt>
                <c:pt idx="344">
                  <c:v>3.3224081830349E-2</c:v>
                </c:pt>
                <c:pt idx="345">
                  <c:v>3.3446979703104299E-2</c:v>
                </c:pt>
                <c:pt idx="346">
                  <c:v>3.3685314181310599E-2</c:v>
                </c:pt>
                <c:pt idx="347">
                  <c:v>3.3933965654230097E-2</c:v>
                </c:pt>
                <c:pt idx="348">
                  <c:v>3.4187794438266597E-2</c:v>
                </c:pt>
                <c:pt idx="349">
                  <c:v>3.44417137668614E-2</c:v>
                </c:pt>
                <c:pt idx="350">
                  <c:v>3.4690755903932002E-2</c:v>
                </c:pt>
                <c:pt idx="351">
                  <c:v>3.4930131950383102E-2</c:v>
                </c:pt>
                <c:pt idx="352">
                  <c:v>3.51552874708684E-2</c:v>
                </c:pt>
                <c:pt idx="353">
                  <c:v>3.5361956359282E-2</c:v>
                </c:pt>
                <c:pt idx="354">
                  <c:v>3.5546214298533003E-2</c:v>
                </c:pt>
                <c:pt idx="355">
                  <c:v>3.57045312939437E-2</c:v>
                </c:pt>
                <c:pt idx="356">
                  <c:v>3.5833820915526601E-2</c:v>
                </c:pt>
                <c:pt idx="357">
                  <c:v>3.5931482798312001E-2</c:v>
                </c:pt>
                <c:pt idx="358">
                  <c:v>3.5995435013102497E-2</c:v>
                </c:pt>
                <c:pt idx="359">
                  <c:v>3.60241341579427E-2</c:v>
                </c:pt>
                <c:pt idx="360">
                  <c:v>3.6016583089971299E-2</c:v>
                </c:pt>
                <c:pt idx="361">
                  <c:v>3.59723284370045E-2</c:v>
                </c:pt>
                <c:pt idx="362">
                  <c:v>3.5891451564264501E-2</c:v>
                </c:pt>
                <c:pt idx="363">
                  <c:v>3.5774556893349997E-2</c:v>
                </c:pt>
                <c:pt idx="364">
                  <c:v>3.5622760295599E-2</c:v>
                </c:pt>
                <c:pt idx="365">
                  <c:v>3.5437678244495299E-2</c:v>
                </c:pt>
                <c:pt idx="366">
                  <c:v>3.5221416362664702E-2</c:v>
                </c:pt>
                <c:pt idx="367">
                  <c:v>3.4976554685209403E-2</c:v>
                </c:pt>
                <c:pt idx="368">
                  <c:v>3.47061268019873E-2</c:v>
                </c:pt>
                <c:pt idx="369">
                  <c:v>3.4413591098606998E-2</c:v>
                </c:pt>
                <c:pt idx="370">
                  <c:v>3.4102794258896299E-2</c:v>
                </c:pt>
                <c:pt idx="371">
                  <c:v>3.3777929291343198E-2</c:v>
                </c:pt>
                <c:pt idx="372">
                  <c:v>3.34434916996037E-2</c:v>
                </c:pt>
                <c:pt idx="373">
                  <c:v>3.3104237403134E-2</c:v>
                </c:pt>
                <c:pt idx="374">
                  <c:v>3.2765144610860102E-2</c:v>
                </c:pt>
                <c:pt idx="375">
                  <c:v>3.2431379639085801E-2</c:v>
                </c:pt>
                <c:pt idx="376">
                  <c:v>3.2108264488754701E-2</c:v>
                </c:pt>
                <c:pt idx="377">
                  <c:v>3.1801242587352799E-2</c:v>
                </c:pt>
                <c:pt idx="378">
                  <c:v>3.15158388884237E-2</c:v>
                </c:pt>
                <c:pt idx="379">
                  <c:v>3.1257611606232298E-2</c:v>
                </c:pt>
                <c:pt idx="380">
                  <c:v>3.1032094957640199E-2</c:v>
                </c:pt>
                <c:pt idx="381">
                  <c:v>3.0844734662733599E-2</c:v>
                </c:pt>
                <c:pt idx="382">
                  <c:v>3.0700819653596799E-2</c:v>
                </c:pt>
                <c:pt idx="383">
                  <c:v>3.0605413748617701E-2</c:v>
                </c:pt>
                <c:pt idx="384">
                  <c:v>3.0563289947400402E-2</c:v>
                </c:pt>
                <c:pt idx="385">
                  <c:v>3.0578868117590599E-2</c:v>
                </c:pt>
                <c:pt idx="386">
                  <c:v>3.0656155034192101E-2</c:v>
                </c:pt>
                <c:pt idx="387">
                  <c:v>3.0798684667793501E-2</c:v>
                </c:pt>
                <c:pt idx="388">
                  <c:v>3.10094566268918E-2</c:v>
                </c:pt>
                <c:pt idx="389">
                  <c:v>3.1290871732117802E-2</c:v>
                </c:pt>
                <c:pt idx="390">
                  <c:v>3.1644665531621798E-2</c:v>
                </c:pt>
                <c:pt idx="391">
                  <c:v>3.2071842561335002E-2</c:v>
                </c:pt>
                <c:pt idx="392">
                  <c:v>3.2572615526562002E-2</c:v>
                </c:pt>
                <c:pt idx="393">
                  <c:v>3.3146353697872701E-2</c:v>
                </c:pt>
                <c:pt idx="394">
                  <c:v>3.3791543574361101E-2</c:v>
                </c:pt>
                <c:pt idx="395">
                  <c:v>3.4505762772827402E-2</c:v>
                </c:pt>
                <c:pt idx="396">
                  <c:v>3.5285665965140198E-2</c:v>
                </c:pt>
                <c:pt idx="397">
                  <c:v>3.6126980256924499E-2</c:v>
                </c:pt>
                <c:pt idx="398">
                  <c:v>3.7024507123200198E-2</c:v>
                </c:pt>
                <c:pt idx="399">
                  <c:v>3.7972128950766897E-2</c:v>
                </c:pt>
                <c:pt idx="400">
                  <c:v>3.8962820057496197E-2</c:v>
                </c:pt>
                <c:pt idx="401">
                  <c:v>3.9988664076048799E-2</c:v>
                </c:pt>
                <c:pt idx="402">
                  <c:v>4.1040880914300797E-2</c:v>
                </c:pt>
                <c:pt idx="403">
                  <c:v>4.21098664698209E-2</c:v>
                </c:pt>
                <c:pt idx="404">
                  <c:v>4.3185246867858303E-2</c:v>
                </c:pt>
                <c:pt idx="405">
                  <c:v>4.4255946863463701E-2</c:v>
                </c:pt>
                <c:pt idx="406">
                  <c:v>4.5310270093227599E-2</c:v>
                </c:pt>
                <c:pt idx="407">
                  <c:v>4.6335987772546203E-2</c:v>
                </c:pt>
                <c:pt idx="408">
                  <c:v>4.7320432517543497E-2</c:v>
                </c:pt>
                <c:pt idx="409">
                  <c:v>4.8250595163691901E-2</c:v>
                </c:pt>
                <c:pt idx="410">
                  <c:v>4.91132243640066E-2</c:v>
                </c:pt>
                <c:pt idx="411">
                  <c:v>4.9894930705873898E-2</c:v>
                </c:pt>
                <c:pt idx="412">
                  <c:v>5.0582298298901103E-2</c:v>
                </c:pt>
                <c:pt idx="413">
                  <c:v>5.1162006680051199E-2</c:v>
                </c:pt>
                <c:pt idx="414">
                  <c:v>5.1620964415465501E-2</c:v>
                </c:pt>
                <c:pt idx="415">
                  <c:v>5.1946453503161003E-2</c:v>
                </c:pt>
                <c:pt idx="416">
                  <c:v>5.2126281456551397E-2</c:v>
                </c:pt>
                <c:pt idx="417">
                  <c:v>5.2148936532130603E-2</c:v>
                </c:pt>
                <c:pt idx="418">
                  <c:v>5.2003741362603301E-2</c:v>
                </c:pt>
                <c:pt idx="419">
                  <c:v>5.16810012743655E-2</c:v>
                </c:pt>
                <c:pt idx="420">
                  <c:v>5.1172145410929799E-2</c:v>
                </c:pt>
                <c:pt idx="421">
                  <c:v>5.0469860715981703E-2</c:v>
                </c:pt>
                <c:pt idx="422">
                  <c:v>4.9568220011258803E-2</c:v>
                </c:pt>
                <c:pt idx="423">
                  <c:v>4.8462805271477997E-2</c:v>
                </c:pt>
                <c:pt idx="424">
                  <c:v>4.7150825760198301E-2</c:v>
                </c:pt>
                <c:pt idx="425">
                  <c:v>4.5631228529564999E-2</c:v>
                </c:pt>
                <c:pt idx="426">
                  <c:v>4.3904796746414898E-2</c:v>
                </c:pt>
                <c:pt idx="427">
                  <c:v>4.1974230096842299E-2</c:v>
                </c:pt>
                <c:pt idx="428">
                  <c:v>3.98442015212086E-2</c:v>
                </c:pt>
                <c:pt idx="429">
                  <c:v>3.7521385787611203E-2</c:v>
                </c:pt>
                <c:pt idx="430">
                  <c:v>3.5014457612461997E-2</c:v>
                </c:pt>
                <c:pt idx="431">
                  <c:v>3.2334059475053897E-2</c:v>
                </c:pt>
                <c:pt idx="432">
                  <c:v>2.9492741032141199E-2</c:v>
                </c:pt>
                <c:pt idx="433">
                  <c:v>2.65048724571877E-2</c:v>
                </c:pt>
                <c:pt idx="434">
                  <c:v>2.3386533110395201E-2</c:v>
                </c:pt>
                <c:pt idx="435">
                  <c:v>2.01553753322989E-2</c:v>
                </c:pt>
                <c:pt idx="436">
                  <c:v>1.6830461714510699E-2</c:v>
                </c:pt>
                <c:pt idx="437">
                  <c:v>1.34320736301365E-2</c:v>
                </c:pt>
                <c:pt idx="438">
                  <c:v>9.9814894617366295E-3</c:v>
                </c:pt>
                <c:pt idx="439">
                  <c:v>6.5007328518663799E-3</c:v>
                </c:pt>
                <c:pt idx="440">
                  <c:v>3.0122940616250701E-3</c:v>
                </c:pt>
                <c:pt idx="441">
                  <c:v>-4.6116955334629E-4</c:v>
                </c:pt>
                <c:pt idx="442">
                  <c:v>-3.8971457271500401E-3</c:v>
                </c:pt>
                <c:pt idx="443">
                  <c:v>-7.2735830358641599E-3</c:v>
                </c:pt>
                <c:pt idx="444">
                  <c:v>-1.0569201637957E-2</c:v>
                </c:pt>
                <c:pt idx="445">
                  <c:v>-1.37637918271556E-2</c:v>
                </c:pt>
                <c:pt idx="446">
                  <c:v>-1.6838494870792999E-2</c:v>
                </c:pt>
                <c:pt idx="447">
                  <c:v>-1.9776061980968099E-2</c:v>
                </c:pt>
                <c:pt idx="448">
                  <c:v>-2.2561088019159001E-2</c:v>
                </c:pt>
                <c:pt idx="449">
                  <c:v>-2.5180216498417202E-2</c:v>
                </c:pt>
                <c:pt idx="450">
                  <c:v>-2.7622311750316E-2</c:v>
                </c:pt>
                <c:pt idx="451">
                  <c:v>-2.9878593315374902E-2</c:v>
                </c:pt>
                <c:pt idx="452">
                  <c:v>-3.1942727516330899E-2</c:v>
                </c:pt>
                <c:pt idx="453">
                  <c:v>-3.3810872393581499E-2</c:v>
                </c:pt>
                <c:pt idx="454">
                  <c:v>-3.5481674676932098E-2</c:v>
                </c:pt>
                <c:pt idx="455">
                  <c:v>-3.6956220555782099E-2</c:v>
                </c:pt>
                <c:pt idx="456">
                  <c:v>-3.8237944781993403E-2</c:v>
                </c:pt>
                <c:pt idx="457">
                  <c:v>-3.9332504365071901E-2</c:v>
                </c:pt>
                <c:pt idx="458">
                  <c:v>-4.0247623452507902E-2</c:v>
                </c:pt>
                <c:pt idx="459">
                  <c:v>-4.0992915026080601E-2</c:v>
                </c:pt>
                <c:pt idx="460">
                  <c:v>-4.1579683285254E-2</c:v>
                </c:pt>
                <c:pt idx="461">
                  <c:v>-4.20207088056061E-2</c:v>
                </c:pt>
                <c:pt idx="462">
                  <c:v>-4.2330017573100003E-2</c:v>
                </c:pt>
                <c:pt idx="463">
                  <c:v>-4.25226353100207E-2</c:v>
                </c:pt>
                <c:pt idx="464">
                  <c:v>-4.2614330009142803E-2</c:v>
                </c:pt>
                <c:pt idx="465">
                  <c:v>-4.2621347582864302E-2</c:v>
                </c:pt>
                <c:pt idx="466">
                  <c:v>-4.25601471511955E-2</c:v>
                </c:pt>
                <c:pt idx="467">
                  <c:v>-4.2447143139303201E-2</c:v>
                </c:pt>
                <c:pt idx="468">
                  <c:v>-4.2298460837204899E-2</c:v>
                </c:pt>
                <c:pt idx="469">
                  <c:v>-4.21297105039228E-2</c:v>
                </c:pt>
                <c:pt idx="470">
                  <c:v>-4.1955782833269901E-2</c:v>
                </c:pt>
                <c:pt idx="471">
                  <c:v>-4.1790666270927E-2</c:v>
                </c:pt>
                <c:pt idx="472">
                  <c:v>-4.16472850827483E-2</c:v>
                </c:pt>
                <c:pt idx="473">
                  <c:v>-4.15373568117487E-2</c:v>
                </c:pt>
                <c:pt idx="474">
                  <c:v>-4.14712688156239E-2</c:v>
                </c:pt>
                <c:pt idx="475">
                  <c:v>-4.14579753134161E-2</c:v>
                </c:pt>
                <c:pt idx="476">
                  <c:v>-4.1504917903363803E-2</c:v>
                </c:pt>
                <c:pt idx="477">
                  <c:v>-4.1617973140465399E-2</c:v>
                </c:pt>
                <c:pt idx="478">
                  <c:v>-4.18014301520604E-2</c:v>
                </c:pt>
                <c:pt idx="479">
                  <c:v>-4.2057999461027097E-2</c:v>
                </c:pt>
                <c:pt idx="480">
                  <c:v>-4.2388851585846897E-2</c:v>
                </c:pt>
                <c:pt idx="481">
                  <c:v>-4.2793681361574798E-2</c:v>
                </c:pt>
                <c:pt idx="482">
                  <c:v>-4.3270792187737502E-2</c:v>
                </c:pt>
                <c:pt idx="483">
                  <c:v>-4.3817194184187301E-2</c:v>
                </c:pt>
                <c:pt idx="484">
                  <c:v>-4.4428711504100202E-2</c:v>
                </c:pt>
                <c:pt idx="485">
                  <c:v>-4.5100096167947898E-2</c:v>
                </c:pt>
                <c:pt idx="486">
                  <c:v>-4.58251478570849E-2</c:v>
                </c:pt>
                <c:pt idx="487">
                  <c:v>-4.6596840433948801E-2</c:v>
                </c:pt>
                <c:pt idx="488">
                  <c:v>-4.7407456180950401E-2</c:v>
                </c:pt>
                <c:pt idx="489">
                  <c:v>-4.8248727848078203E-2</c:v>
                </c:pt>
                <c:pt idx="490">
                  <c:v>-4.9111986880570203E-2</c:v>
                </c:pt>
                <c:pt idx="491">
                  <c:v>-4.9988314326923397E-2</c:v>
                </c:pt>
                <c:pt idx="492">
                  <c:v>-5.08686897567961E-2</c:v>
                </c:pt>
                <c:pt idx="493">
                  <c:v>-5.1744133672928197E-2</c:v>
                </c:pt>
                <c:pt idx="494">
                  <c:v>-5.2605840387150701E-2</c:v>
                </c:pt>
                <c:pt idx="495">
                  <c:v>-5.3445300522732803E-2</c:v>
                </c:pt>
                <c:pt idx="496">
                  <c:v>-5.4254414318574501E-2</c:v>
                </c:pt>
                <c:pt idx="497">
                  <c:v>-5.50255980301168E-2</c:v>
                </c:pt>
                <c:pt idx="498">
                  <c:v>-5.5751885618159899E-2</c:v>
                </c:pt>
                <c:pt idx="499">
                  <c:v>-5.6427026650118603E-2</c:v>
                </c:pt>
                <c:pt idx="500">
                  <c:v>-5.7045579316126097E-2</c:v>
                </c:pt>
                <c:pt idx="501">
                  <c:v>-5.76029954151464E-2</c:v>
                </c:pt>
                <c:pt idx="502">
                  <c:v>-5.8095692973396798E-2</c:v>
                </c:pt>
                <c:pt idx="503">
                  <c:v>-5.8521112425804399E-2</c:v>
                </c:pt>
                <c:pt idx="504">
                  <c:v>-5.8877753975344199E-2</c:v>
                </c:pt>
                <c:pt idx="505">
                  <c:v>-5.91651961727412E-2</c:v>
                </c:pt>
                <c:pt idx="506">
                  <c:v>-5.9384098008470401E-2</c:v>
                </c:pt>
                <c:pt idx="507">
                  <c:v>-5.9536188120147299E-2</c:v>
                </c:pt>
                <c:pt idx="508">
                  <c:v>-5.9624244739931997E-2</c:v>
                </c:pt>
                <c:pt idx="509">
                  <c:v>-5.9652068831421802E-2</c:v>
                </c:pt>
                <c:pt idx="510">
                  <c:v>-5.9624450932580203E-2</c:v>
                </c:pt>
                <c:pt idx="511">
                  <c:v>-5.9547130222323198E-2</c:v>
                </c:pt>
                <c:pt idx="512">
                  <c:v>-5.9426743063115801E-2</c:v>
                </c:pt>
                <c:pt idx="513">
                  <c:v>-5.92707583027949E-2</c:v>
                </c:pt>
                <c:pt idx="514">
                  <c:v>-5.9087397921177898E-2</c:v>
                </c:pt>
                <c:pt idx="515">
                  <c:v>-5.8885543584075599E-2</c:v>
                </c:pt>
                <c:pt idx="516">
                  <c:v>-5.8674631511356698E-2</c:v>
                </c:pt>
                <c:pt idx="517">
                  <c:v>-5.8464539128097202E-2</c:v>
                </c:pt>
                <c:pt idx="518">
                  <c:v>-5.8265466942678597E-2</c:v>
                </c:pt>
                <c:pt idx="519">
                  <c:v>-5.80878180445989E-2</c:v>
                </c:pt>
                <c:pt idx="520">
                  <c:v>-5.7942075926196303E-2</c:v>
                </c:pt>
                <c:pt idx="521">
                  <c:v>-5.7838679663493202E-2</c:v>
                </c:pt>
                <c:pt idx="522">
                  <c:v>-5.7787894606444498E-2</c:v>
                </c:pt>
                <c:pt idx="523">
                  <c:v>-5.7799677154973098E-2</c:v>
                </c:pt>
                <c:pt idx="524">
                  <c:v>-5.7883533884277201E-2</c:v>
                </c:pt>
                <c:pt idx="525">
                  <c:v>-5.8048377593965299E-2</c:v>
                </c:pt>
                <c:pt idx="526">
                  <c:v>-5.8302384920839598E-2</c:v>
                </c:pt>
                <c:pt idx="527">
                  <c:v>-5.86528612788252E-2</c:v>
                </c:pt>
                <c:pt idx="528">
                  <c:v>-5.9106118735406298E-2</c:v>
                </c:pt>
                <c:pt idx="529">
                  <c:v>-5.9667371032311102E-2</c:v>
                </c:pt>
                <c:pt idx="530">
                  <c:v>-6.03406477120981E-2</c:v>
                </c:pt>
                <c:pt idx="531">
                  <c:v>-6.1128726979204601E-2</c:v>
                </c:pt>
                <c:pt idx="532">
                  <c:v>-6.20330853856738E-2</c:v>
                </c:pt>
                <c:pt idx="533">
                  <c:v>-6.3053862258032403E-2</c:v>
                </c:pt>
                <c:pt idx="534">
                  <c:v>-6.4189837902816002E-2</c:v>
                </c:pt>
                <c:pt idx="535">
                  <c:v>-6.5438426404355904E-2</c:v>
                </c:pt>
                <c:pt idx="536">
                  <c:v>-6.6795685435438706E-2</c:v>
                </c:pt>
                <c:pt idx="537">
                  <c:v>-6.8256346287328698E-2</c:v>
                </c:pt>
                <c:pt idx="538">
                  <c:v>-6.9813866949370806E-2</c:v>
                </c:pt>
                <c:pt idx="539">
                  <c:v>-7.1460509532119895E-2</c:v>
                </c:pt>
                <c:pt idx="540">
                  <c:v>-7.3187441027807096E-2</c:v>
                </c:pt>
                <c:pt idx="541">
                  <c:v>-7.4984854101762699E-2</c:v>
                </c:pt>
                <c:pt idx="542">
                  <c:v>-7.6842103173030293E-2</c:v>
                </c:pt>
                <c:pt idx="543">
                  <c:v>-7.8747850995932595E-2</c:v>
                </c:pt>
                <c:pt idx="544">
                  <c:v>-8.0690222183073895E-2</c:v>
                </c:pt>
                <c:pt idx="545">
                  <c:v>-8.2656961962581793E-2</c:v>
                </c:pt>
                <c:pt idx="546">
                  <c:v>-8.4635600131530098E-2</c:v>
                </c:pt>
                <c:pt idx="547">
                  <c:v>-8.6613621020053794E-2</c:v>
                </c:pt>
                <c:pt idx="548">
                  <c:v>-8.8578639980511895E-2</c:v>
                </c:pt>
                <c:pt idx="549">
                  <c:v>-9.0518585462321804E-2</c:v>
                </c:pt>
                <c:pt idx="550">
                  <c:v>-9.2421883517978407E-2</c:v>
                </c:pt>
                <c:pt idx="551">
                  <c:v>-9.4277639378855096E-2</c:v>
                </c:pt>
                <c:pt idx="552">
                  <c:v>-9.6075809435982706E-2</c:v>
                </c:pt>
                <c:pt idx="553">
                  <c:v>-9.7807357131839301E-2</c:v>
                </c:pt>
                <c:pt idx="554">
                  <c:v>-9.94643878262743E-2</c:v>
                </c:pt>
                <c:pt idx="555">
                  <c:v>-0.101040259961908</c:v>
                </c:pt>
                <c:pt idx="556">
                  <c:v>-0.10252967194453499</c:v>
                </c:pt>
                <c:pt idx="557">
                  <c:v>-0.10392872541680399</c:v>
                </c:pt>
                <c:pt idx="558">
                  <c:v>-0.105234965805905</c:v>
                </c:pt>
                <c:pt idx="559">
                  <c:v>-0.106447400315373</c:v>
                </c:pt>
                <c:pt idx="560">
                  <c:v>-0.107566492305228</c:v>
                </c:pt>
                <c:pt idx="561">
                  <c:v>-0.10859412984428</c:v>
                </c:pt>
                <c:pt idx="562">
                  <c:v>-0.10953356579704</c:v>
                </c:pt>
                <c:pt idx="563">
                  <c:v>-0.11038932761034601</c:v>
                </c:pt>
                <c:pt idx="564">
                  <c:v>-0.111167096962227</c:v>
                </c:pt>
                <c:pt idx="565">
                  <c:v>-0.11187356204686601</c:v>
                </c:pt>
                <c:pt idx="566">
                  <c:v>-0.112516247668612</c:v>
                </c:pt>
                <c:pt idx="567">
                  <c:v>-0.113103329815144</c:v>
                </c:pt>
                <c:pt idx="568">
                  <c:v>-0.11364344163911901</c:v>
                </c:pt>
                <c:pt idx="569">
                  <c:v>-0.114145476847484</c:v>
                </c:pt>
                <c:pt idx="570">
                  <c:v>-0.11461839477428901</c:v>
                </c:pt>
                <c:pt idx="571">
                  <c:v>-0.115071029592791</c:v>
                </c:pt>
                <c:pt idx="572">
                  <c:v>-0.11551190500911</c:v>
                </c:pt>
                <c:pt idx="573">
                  <c:v>-0.115949055880849</c:v>
                </c:pt>
                <c:pt idx="574">
                  <c:v>-0.116389859403204</c:v>
                </c:pt>
                <c:pt idx="575">
                  <c:v>-0.116840880139369</c:v>
                </c:pt>
                <c:pt idx="576">
                  <c:v>-0.11730773443388599</c:v>
                </c:pt>
                <c:pt idx="577">
                  <c:v>-0.117794980043437</c:v>
                </c:pt>
                <c:pt idx="578">
                  <c:v>-0.118306035907749</c:v>
                </c:pt>
                <c:pt idx="579">
                  <c:v>-0.11884313497792599</c:v>
                </c:pt>
                <c:pt idx="580">
                  <c:v>-0.119407310372094</c:v>
                </c:pt>
                <c:pt idx="581">
                  <c:v>-0.11999841256093</c:v>
                </c:pt>
                <c:pt idx="582">
                  <c:v>-0.12061515356427401</c:v>
                </c:pt>
                <c:pt idx="583">
                  <c:v>-0.12125517371400001</c:v>
                </c:pt>
                <c:pt idx="584">
                  <c:v>-0.121915127288358</c:v>
                </c:pt>
                <c:pt idx="585">
                  <c:v>-0.12259078463735899</c:v>
                </c:pt>
                <c:pt idx="586">
                  <c:v>-0.123277149538789</c:v>
                </c:pt>
                <c:pt idx="587">
                  <c:v>-0.12396859089107699</c:v>
                </c:pt>
                <c:pt idx="588">
                  <c:v>-0.124658987248979</c:v>
                </c:pt>
                <c:pt idx="589">
                  <c:v>-0.125341881262993</c:v>
                </c:pt>
                <c:pt idx="590">
                  <c:v>-0.12601063922570099</c:v>
                </c:pt>
                <c:pt idx="591">
                  <c:v>-0.12665860935548101</c:v>
                </c:pt>
                <c:pt idx="592">
                  <c:v>-0.12727927191712601</c:v>
                </c:pt>
                <c:pt idx="593">
                  <c:v>-0.12786637522935099</c:v>
                </c:pt>
                <c:pt idx="594">
                  <c:v>-0.128414053867169</c:v>
                </c:pt>
                <c:pt idx="595">
                  <c:v>-0.12891692821054901</c:v>
                </c:pt>
                <c:pt idx="596">
                  <c:v>-0.12937018703739001</c:v>
                </c:pt>
                <c:pt idx="597">
                  <c:v>-0.129769656434432</c:v>
                </c:pt>
                <c:pt idx="598">
                  <c:v>-0.13011185855503299</c:v>
                </c:pt>
                <c:pt idx="599">
                  <c:v>-0.130394062672919</c:v>
                </c:pt>
                <c:pt idx="600">
                  <c:v>-0.130614328962359</c:v>
                </c:pt>
                <c:pt idx="601">
                  <c:v>-0.130771543291794</c:v>
                </c:pt>
                <c:pt idx="602">
                  <c:v>-0.13086543998726499</c:v>
                </c:pt>
                <c:pt idx="603">
                  <c:v>-0.130896609581308</c:v>
                </c:pt>
                <c:pt idx="604">
                  <c:v>-0.130866489931767</c:v>
                </c:pt>
                <c:pt idx="605">
                  <c:v>-0.130777341140485</c:v>
                </c:pt>
                <c:pt idx="606">
                  <c:v>-0.13063220660741501</c:v>
                </c:pt>
                <c:pt idx="607">
                  <c:v>-0.13043486367070301</c:v>
                </c:pt>
                <c:pt idx="608">
                  <c:v>-0.13018976729442999</c:v>
                </c:pt>
                <c:pt idx="609">
                  <c:v>-0.12990198922801499</c:v>
                </c:pt>
                <c:pt idx="610">
                  <c:v>-0.12957715338147799</c:v>
                </c:pt>
                <c:pt idx="611">
                  <c:v>-0.12922136652039401</c:v>
                </c:pt>
                <c:pt idx="612">
                  <c:v>-0.12884114250985401</c:v>
                </c:pt>
                <c:pt idx="613">
                  <c:v>-0.12844331866037401</c:v>
                </c:pt>
                <c:pt idx="614">
                  <c:v>-0.12803496415825599</c:v>
                </c:pt>
                <c:pt idx="615">
                  <c:v>-0.12762328253154701</c:v>
                </c:pt>
                <c:pt idx="616">
                  <c:v>-0.127215511841896</c:v>
                </c:pt>
                <c:pt idx="617">
                  <c:v>-0.126818827148208</c:v>
                </c:pt>
                <c:pt idx="618">
                  <c:v>-0.126440249426686</c:v>
                </c:pt>
                <c:pt idx="619">
                  <c:v>-0.126086563599143</c:v>
                </c:pt>
                <c:pt idx="620">
                  <c:v>-0.12576424603859099</c:v>
                </c:pt>
                <c:pt idx="621">
                  <c:v>-0.12547939965876601</c:v>
                </c:pt>
                <c:pt idx="622">
                  <c:v>-0.12523769335152399</c:v>
                </c:pt>
                <c:pt idx="623">
                  <c:v>-0.125044302663048</c:v>
                </c:pt>
                <c:pt idx="624">
                  <c:v>-0.124903850032829</c:v>
                </c:pt>
                <c:pt idx="625">
                  <c:v>-0.124820344910045</c:v>
                </c:pt>
                <c:pt idx="626">
                  <c:v>-0.124797125756823</c:v>
                </c:pt>
                <c:pt idx="627">
                  <c:v>-0.124836806779919</c:v>
                </c:pt>
                <c:pt idx="628">
                  <c:v>-0.124941232022073</c:v>
                </c:pt>
                <c:pt idx="629">
                  <c:v>-0.12511143833144101</c:v>
                </c:pt>
                <c:pt idx="630">
                  <c:v>-0.12534762710232999</c:v>
                </c:pt>
                <c:pt idx="631">
                  <c:v>-0.12564914314218201</c:v>
                </c:pt>
                <c:pt idx="632">
                  <c:v>-0.12601445823732199</c:v>
                </c:pt>
                <c:pt idx="633">
                  <c:v>-0.12644115739648601</c:v>
                </c:pt>
                <c:pt idx="634">
                  <c:v>-0.12692592725232199</c:v>
                </c:pt>
                <c:pt idx="635">
                  <c:v>-0.127464548078429</c:v>
                </c:pt>
                <c:pt idx="636">
                  <c:v>-0.128051892518393</c:v>
                </c:pt>
                <c:pt idx="637">
                  <c:v>-0.128681934790218</c:v>
                </c:pt>
                <c:pt idx="638">
                  <c:v>-0.12934777356116101</c:v>
                </c:pt>
                <c:pt idx="639">
                  <c:v>-0.13004167001460301</c:v>
                </c:pt>
                <c:pt idx="640">
                  <c:v>-0.13075510035301199</c:v>
                </c:pt>
                <c:pt idx="641">
                  <c:v>-0.13147881987402801</c:v>
                </c:pt>
                <c:pt idx="642">
                  <c:v>-0.13220293460541399</c:v>
                </c:pt>
                <c:pt idx="643">
                  <c:v>-0.132916976718774</c:v>
                </c:pt>
                <c:pt idx="644">
                  <c:v>-0.13360998140777799</c:v>
                </c:pt>
                <c:pt idx="645">
                  <c:v>-0.13427056496569401</c:v>
                </c:pt>
                <c:pt idx="646">
                  <c:v>-0.13488700561883499</c:v>
                </c:pt>
                <c:pt idx="647">
                  <c:v>-0.13544732961674599</c:v>
                </c:pt>
                <c:pt idx="648">
                  <c:v>-0.13593940480894401</c:v>
                </c:pt>
                <c:pt idx="649">
                  <c:v>-0.136351042477381</c:v>
                </c:pt>
                <c:pt idx="650">
                  <c:v>-0.13667010598738699</c:v>
                </c:pt>
                <c:pt idx="651">
                  <c:v>-0.136884622696682</c:v>
                </c:pt>
                <c:pt idx="652">
                  <c:v>-0.13698289443634701</c:v>
                </c:pt>
                <c:pt idx="653">
                  <c:v>-0.13695360226971201</c:v>
                </c:pt>
                <c:pt idx="654">
                  <c:v>-0.136785902966714</c:v>
                </c:pt>
                <c:pt idx="655">
                  <c:v>-0.13646951694784201</c:v>
                </c:pt>
                <c:pt idx="656">
                  <c:v>-0.13599480944144199</c:v>
                </c:pt>
                <c:pt idx="657">
                  <c:v>-0.135352867584734</c:v>
                </c:pt>
                <c:pt idx="658">
                  <c:v>-0.134535575919151</c:v>
                </c:pt>
                <c:pt idx="659">
                  <c:v>-0.133535691331433</c:v>
                </c:pt>
                <c:pt idx="660">
                  <c:v>-0.13234691647045599</c:v>
                </c:pt>
                <c:pt idx="661">
                  <c:v>-0.13096396879621</c:v>
                </c:pt>
                <c:pt idx="662">
                  <c:v>-0.12938264152683901</c:v>
                </c:pt>
                <c:pt idx="663">
                  <c:v>-0.127599853348144</c:v>
                </c:pt>
                <c:pt idx="664">
                  <c:v>-0.12561368567346201</c:v>
                </c:pt>
                <c:pt idx="665">
                  <c:v>-0.123423408699424</c:v>
                </c:pt>
                <c:pt idx="666">
                  <c:v>-0.121029499505312</c:v>
                </c:pt>
                <c:pt idx="667">
                  <c:v>-0.118433656275547</c:v>
                </c:pt>
                <c:pt idx="668">
                  <c:v>-0.11563881216105699</c:v>
                </c:pt>
                <c:pt idx="669">
                  <c:v>-0.112649150548134</c:v>
                </c:pt>
                <c:pt idx="670">
                  <c:v>-0.10947012110684901</c:v>
                </c:pt>
                <c:pt idx="671">
                  <c:v>-0.106108453717682</c:v>
                </c:pt>
                <c:pt idx="672">
                  <c:v>-0.10257216604536</c:v>
                </c:pt>
                <c:pt idx="673">
                  <c:v>-9.8870560627455598E-2</c:v>
                </c:pt>
                <c:pt idx="674">
                  <c:v>-9.5014208710340997E-2</c:v>
                </c:pt>
                <c:pt idx="675">
                  <c:v>-9.1014919977362302E-2</c:v>
                </c:pt>
                <c:pt idx="676">
                  <c:v>-8.6885698923787003E-2</c:v>
                </c:pt>
                <c:pt idx="677">
                  <c:v>-8.2640689358046401E-2</c:v>
                </c:pt>
                <c:pt idx="678">
                  <c:v>-7.8295108165456304E-2</c:v>
                </c:pt>
                <c:pt idx="679">
                  <c:v>-7.3865168210128507E-2</c:v>
                </c:pt>
                <c:pt idx="680">
                  <c:v>-6.9367988503862096E-2</c:v>
                </c:pt>
                <c:pt idx="681">
                  <c:v>-6.4821488225467294E-2</c:v>
                </c:pt>
                <c:pt idx="682">
                  <c:v>-6.0244260597542398E-2</c:v>
                </c:pt>
                <c:pt idx="683">
                  <c:v>-5.5655423487055003E-2</c:v>
                </c:pt>
                <c:pt idx="684">
                  <c:v>-5.10744457564688E-2</c:v>
                </c:pt>
                <c:pt idx="685">
                  <c:v>-4.6520951168360802E-2</c:v>
                </c:pt>
                <c:pt idx="686">
                  <c:v>-4.2014504162146103E-2</c:v>
                </c:pt>
                <c:pt idx="687">
                  <c:v>-3.7574383409665998E-2</c:v>
                </c:pt>
                <c:pt idx="688">
                  <c:v>-3.3219349463557001E-2</c:v>
                </c:pt>
                <c:pt idx="689">
                  <c:v>-2.89674121785117E-2</c:v>
                </c:pt>
                <c:pt idx="690">
                  <c:v>-2.4835602348611201E-2</c:v>
                </c:pt>
                <c:pt idx="691">
                  <c:v>-2.08397508023444E-2</c:v>
                </c:pt>
                <c:pt idx="692">
                  <c:v>-1.6994277672204201E-2</c:v>
                </c:pt>
                <c:pt idx="693">
                  <c:v>-1.3311995037310599E-2</c:v>
                </c:pt>
                <c:pt idx="694">
                  <c:v>-9.80392742917904E-3</c:v>
                </c:pt>
                <c:pt idx="695">
                  <c:v>-6.47915616391905E-3</c:v>
                </c:pt>
                <c:pt idx="696">
                  <c:v>-3.3446943832440299E-3</c:v>
                </c:pt>
                <c:pt idx="697">
                  <c:v>-4.05399512164297E-4</c:v>
                </c:pt>
                <c:pt idx="698">
                  <c:v>2.33607163941518E-3</c:v>
                </c:pt>
                <c:pt idx="699">
                  <c:v>4.8792625580270903E-3</c:v>
                </c:pt>
                <c:pt idx="700">
                  <c:v>7.2258722508234301E-3</c:v>
                </c:pt>
                <c:pt idx="701">
                  <c:v>9.3796699627351193E-3</c:v>
                </c:pt>
                <c:pt idx="702">
                  <c:v>1.13463754873278E-2</c:v>
                </c:pt>
                <c:pt idx="703">
                  <c:v>1.31335117534041E-2</c:v>
                </c:pt>
                <c:pt idx="704">
                  <c:v>1.4750235515224501E-2</c:v>
                </c:pt>
                <c:pt idx="705">
                  <c:v>1.62071503661705E-2</c:v>
                </c:pt>
                <c:pt idx="706">
                  <c:v>1.7516104769077799E-2</c:v>
                </c:pt>
                <c:pt idx="707">
                  <c:v>1.8689976999039098E-2</c:v>
                </c:pt>
                <c:pt idx="708">
                  <c:v>1.9742449140245699E-2</c:v>
                </c:pt>
                <c:pt idx="709">
                  <c:v>2.0687773510368601E-2</c:v>
                </c:pt>
                <c:pt idx="710">
                  <c:v>2.1540536663306901E-2</c:v>
                </c:pt>
                <c:pt idx="711">
                  <c:v>2.23154276847321E-2</c:v>
                </c:pt>
                <c:pt idx="712">
                  <c:v>2.3027018024355202E-2</c:v>
                </c:pt>
                <c:pt idx="713">
                  <c:v>2.3689559141523101E-2</c:v>
                </c:pt>
                <c:pt idx="714">
                  <c:v>2.43168019765845E-2</c:v>
                </c:pt>
                <c:pt idx="715">
                  <c:v>2.4921839468014E-2</c:v>
                </c:pt>
                <c:pt idx="716">
                  <c:v>2.5516970920866099E-2</c:v>
                </c:pt>
                <c:pt idx="717">
                  <c:v>2.6113585638005601E-2</c:v>
                </c:pt>
                <c:pt idx="718">
                  <c:v>2.6722063100110698E-2</c:v>
                </c:pt>
                <c:pt idx="719">
                  <c:v>2.7351688017683201E-2</c:v>
                </c:pt>
                <c:pt idx="720">
                  <c:v>2.8010580330097901E-2</c:v>
                </c:pt>
                <c:pt idx="721">
                  <c:v>2.8705641929128101E-2</c:v>
                </c:pt>
                <c:pt idx="722">
                  <c:v>2.94425226970772E-2</c:v>
                </c:pt>
                <c:pt idx="723">
                  <c:v>3.0225607891950799E-2</c:v>
                </c:pt>
                <c:pt idx="724">
                  <c:v>3.10580271634756E-2</c:v>
                </c:pt>
                <c:pt idx="725">
                  <c:v>3.1941683266979097E-2</c:v>
                </c:pt>
                <c:pt idx="726">
                  <c:v>3.2877296694351001E-2</c:v>
                </c:pt>
                <c:pt idx="727">
                  <c:v>3.38644615395325E-2</c:v>
                </c:pt>
                <c:pt idx="728">
                  <c:v>3.4901708179078103E-2</c:v>
                </c:pt>
                <c:pt idx="729">
                  <c:v>3.5986569695826698E-2</c:v>
                </c:pt>
                <c:pt idx="730">
                  <c:v>3.7115651011757698E-2</c:v>
                </c:pt>
                <c:pt idx="731">
                  <c:v>3.8284701677730897E-2</c:v>
                </c:pt>
                <c:pt idx="732">
                  <c:v>3.9488694313353397E-2</c:v>
                </c:pt>
                <c:pt idx="733">
                  <c:v>4.0721910287121098E-2</c:v>
                </c:pt>
                <c:pt idx="734">
                  <c:v>4.1978032581546101E-2</c:v>
                </c:pt>
                <c:pt idx="735">
                  <c:v>4.32502436856105E-2</c:v>
                </c:pt>
                <c:pt idx="736">
                  <c:v>4.45313246977578E-2</c:v>
                </c:pt>
                <c:pt idx="737">
                  <c:v>4.5813751229738103E-2</c:v>
                </c:pt>
                <c:pt idx="738">
                  <c:v>4.7089782381709001E-2</c:v>
                </c:pt>
                <c:pt idx="739">
                  <c:v>4.83515408297727E-2</c:v>
                </c:pt>
                <c:pt idx="740">
                  <c:v>4.9591084408876801E-2</c:v>
                </c:pt>
                <c:pt idx="741">
                  <c:v>5.0800471705812901E-2</c:v>
                </c:pt>
                <c:pt idx="742">
                  <c:v>5.1971825293115601E-2</c:v>
                </c:pt>
                <c:pt idx="743">
                  <c:v>5.3097395897512702E-2</c:v>
                </c:pt>
                <c:pt idx="744">
                  <c:v>5.4169629206470997E-2</c:v>
                </c:pt>
                <c:pt idx="745">
                  <c:v>5.5181234898361103E-2</c:v>
                </c:pt>
                <c:pt idx="746">
                  <c:v>5.6125255677426898E-2</c:v>
                </c:pt>
                <c:pt idx="747">
                  <c:v>5.6995133191564802E-2</c:v>
                </c:pt>
                <c:pt idx="748">
                  <c:v>5.7784767928696801E-2</c:v>
                </c:pt>
                <c:pt idx="749">
                  <c:v>5.8488571430477601E-2</c:v>
                </c:pt>
                <c:pt idx="750">
                  <c:v>5.9101511022256699E-2</c:v>
                </c:pt>
                <c:pt idx="751">
                  <c:v>5.9619149002955098E-2</c:v>
                </c:pt>
                <c:pt idx="752">
                  <c:v>6.0037679036904497E-2</c:v>
                </c:pt>
                <c:pt idx="753">
                  <c:v>6.0353961883815102E-2</c:v>
                </c:pt>
                <c:pt idx="754">
                  <c:v>6.0565560833847898E-2</c:v>
                </c:pt>
                <c:pt idx="755">
                  <c:v>6.0670775086960699E-2</c:v>
                </c:pt>
                <c:pt idx="756">
                  <c:v>6.0668667730163203E-2</c:v>
                </c:pt>
                <c:pt idx="757">
                  <c:v>6.0559084503600397E-2</c:v>
                </c:pt>
                <c:pt idx="758">
                  <c:v>6.0342660340309398E-2</c:v>
                </c:pt>
                <c:pt idx="759">
                  <c:v>6.0020812484449397E-2</c:v>
                </c:pt>
                <c:pt idx="760">
                  <c:v>5.9595721313967398E-2</c:v>
                </c:pt>
                <c:pt idx="761">
                  <c:v>5.9070302040281603E-2</c:v>
                </c:pt>
                <c:pt idx="762">
                  <c:v>5.8448171430737599E-2</c:v>
                </c:pt>
                <c:pt idx="763">
                  <c:v>5.77336132050651E-2</c:v>
                </c:pt>
                <c:pt idx="764">
                  <c:v>5.6931544071475999E-2</c:v>
                </c:pt>
                <c:pt idx="765">
                  <c:v>5.60474802598366E-2</c:v>
                </c:pt>
                <c:pt idx="766">
                  <c:v>5.5087502700421002E-2</c:v>
                </c:pt>
                <c:pt idx="767">
                  <c:v>5.4058218241727199E-2</c:v>
                </c:pt>
                <c:pt idx="768">
                  <c:v>5.29667147034458E-2</c:v>
                </c:pt>
                <c:pt idx="769">
                  <c:v>5.1820508985788098E-2</c:v>
                </c:pt>
                <c:pt idx="770">
                  <c:v>5.0627489421401203E-2</c:v>
                </c:pt>
                <c:pt idx="771">
                  <c:v>4.9395855280641297E-2</c:v>
                </c:pt>
                <c:pt idx="772">
                  <c:v>4.8134057018221398E-2</c:v>
                </c:pt>
                <c:pt idx="773">
                  <c:v>4.6850740094994403E-2</c:v>
                </c:pt>
                <c:pt idx="774">
                  <c:v>4.5554693341053901E-2</c:v>
                </c:pt>
                <c:pt idx="775">
                  <c:v>4.42548006829242E-2</c:v>
                </c:pt>
                <c:pt idx="776">
                  <c:v>4.2959993497805403E-2</c:v>
                </c:pt>
                <c:pt idx="777">
                  <c:v>4.1679200383427199E-2</c:v>
                </c:pt>
                <c:pt idx="778">
                  <c:v>4.0421291831349099E-2</c:v>
                </c:pt>
                <c:pt idx="779">
                  <c:v>3.91950189367819E-2</c:v>
                </c:pt>
                <c:pt idx="780">
                  <c:v>3.8008947363022898E-2</c:v>
                </c:pt>
                <c:pt idx="781">
                  <c:v>3.6871389553280301E-2</c:v>
                </c:pt>
                <c:pt idx="782">
                  <c:v>3.5790338894734798E-2</c:v>
                </c:pt>
                <c:pt idx="783">
                  <c:v>3.47734088510862E-2</c:v>
                </c:pt>
                <c:pt idx="784">
                  <c:v>3.3827778296748802E-2</c:v>
                </c:pt>
                <c:pt idx="785">
                  <c:v>3.2960142165509798E-2</c:v>
                </c:pt>
                <c:pt idx="786">
                  <c:v>3.2176664867886298E-2</c:v>
                </c:pt>
                <c:pt idx="787">
                  <c:v>3.1482933289084601E-2</c:v>
                </c:pt>
                <c:pt idx="788">
                  <c:v>3.0883906774097501E-2</c:v>
                </c:pt>
                <c:pt idx="789">
                  <c:v>3.03838632081131E-2</c:v>
                </c:pt>
                <c:pt idx="790">
                  <c:v>2.9986342612245798E-2</c:v>
                </c:pt>
                <c:pt idx="791">
                  <c:v>2.9694091795647699E-2</c:v>
                </c:pt>
                <c:pt idx="792">
                  <c:v>2.9509014700650801E-2</c:v>
                </c:pt>
                <c:pt idx="793">
                  <c:v>2.9432132698831801E-2</c:v>
                </c:pt>
                <c:pt idx="794">
                  <c:v>2.9463557443228001E-2</c:v>
                </c:pt>
                <c:pt idx="795">
                  <c:v>2.9602476685329601E-2</c:v>
                </c:pt>
                <c:pt idx="796">
                  <c:v>2.9847151594026001E-2</c:v>
                </c:pt>
                <c:pt idx="797">
                  <c:v>3.0194923207293601E-2</c:v>
                </c:pt>
                <c:pt idx="798">
                  <c:v>3.0642225945240398E-2</c:v>
                </c:pt>
                <c:pt idx="799">
                  <c:v>3.1184607449699399E-2</c:v>
                </c:pt>
                <c:pt idx="800">
                  <c:v>3.1816755869824499E-2</c:v>
                </c:pt>
                <c:pt idx="801">
                  <c:v>3.2532537304181798E-2</c:v>
                </c:pt>
                <c:pt idx="802">
                  <c:v>3.3325046661732499E-2</c:v>
                </c:pt>
                <c:pt idx="803">
                  <c:v>3.41866743489345E-2</c:v>
                </c:pt>
                <c:pt idx="804">
                  <c:v>3.5109189203106198E-2</c:v>
                </c:pt>
                <c:pt idx="805">
                  <c:v>3.6083835732877802E-2</c:v>
                </c:pt>
                <c:pt idx="806">
                  <c:v>3.7101441833639698E-2</c:v>
                </c:pt>
                <c:pt idx="807">
                  <c:v>3.81525323004221E-2</c:v>
                </c:pt>
                <c:pt idx="808">
                  <c:v>3.9227443865549098E-2</c:v>
                </c:pt>
                <c:pt idx="809">
                  <c:v>4.0316438976414702E-2</c:v>
                </c:pt>
                <c:pt idx="810">
                  <c:v>4.1409817573028897E-2</c:v>
                </c:pt>
                <c:pt idx="811">
                  <c:v>4.2498027907242102E-2</c:v>
                </c:pt>
                <c:pt idx="812">
                  <c:v>4.3571778142685202E-2</c:v>
                </c:pt>
                <c:pt idx="813">
                  <c:v>4.46221497007631E-2</c:v>
                </c:pt>
                <c:pt idx="814">
                  <c:v>4.5640711374131102E-2</c:v>
                </c:pt>
                <c:pt idx="815">
                  <c:v>4.6619630928745298E-2</c:v>
                </c:pt>
                <c:pt idx="816">
                  <c:v>4.7551779154949299E-2</c:v>
                </c:pt>
                <c:pt idx="817">
                  <c:v>4.8430820727596399E-2</c:v>
                </c:pt>
                <c:pt idx="818">
                  <c:v>4.9251287008698699E-2</c:v>
                </c:pt>
                <c:pt idx="819">
                  <c:v>5.0008627889264898E-2</c:v>
                </c:pt>
                <c:pt idx="820">
                  <c:v>5.06992423559771E-2</c:v>
                </c:pt>
                <c:pt idx="821">
                  <c:v>5.1320489830733597E-2</c:v>
                </c:pt>
                <c:pt idx="822">
                  <c:v>5.18706856446896E-2</c:v>
                </c:pt>
                <c:pt idx="823">
                  <c:v>5.2349083913450403E-2</c:v>
                </c:pt>
                <c:pt idx="824">
                  <c:v>5.2755849860246597E-2</c:v>
                </c:pt>
                <c:pt idx="825">
                  <c:v>5.30920220002052E-2</c:v>
                </c:pt>
                <c:pt idx="826">
                  <c:v>5.3359463310364397E-2</c:v>
                </c:pt>
                <c:pt idx="827">
                  <c:v>5.3560800106893097E-2</c:v>
                </c:pt>
                <c:pt idx="828">
                  <c:v>5.3699348049500099E-2</c:v>
                </c:pt>
                <c:pt idx="829">
                  <c:v>5.3779026349650601E-2</c:v>
                </c:pt>
                <c:pt idx="830">
                  <c:v>5.3804263351585301E-2</c:v>
                </c:pt>
                <c:pt idx="831">
                  <c:v>5.3779898369514398E-2</c:v>
                </c:pt>
                <c:pt idx="832">
                  <c:v>5.3711085207346597E-2</c:v>
                </c:pt>
                <c:pt idx="833">
                  <c:v>5.3603201822840098E-2</c:v>
                </c:pt>
                <c:pt idx="834">
                  <c:v>5.3461768475050402E-2</c:v>
                </c:pt>
                <c:pt idx="835">
                  <c:v>5.3292374244837203E-2</c:v>
                </c:pt>
                <c:pt idx="836">
                  <c:v>5.3100609904028602E-2</c:v>
                </c:pt>
                <c:pt idx="837">
                  <c:v>5.2892004275958499E-2</c:v>
                </c:pt>
                <c:pt idx="838">
                  <c:v>5.2671961624690698E-2</c:v>
                </c:pt>
                <c:pt idx="839">
                  <c:v>5.2445699019429103E-2</c:v>
                </c:pt>
                <c:pt idx="840">
                  <c:v>5.2218184509338801E-2</c:v>
                </c:pt>
                <c:pt idx="841">
                  <c:v>5.1994078548572402E-2</c:v>
                </c:pt>
                <c:pt idx="842">
                  <c:v>5.1777681720516097E-2</c:v>
                </c:pt>
                <c:pt idx="843">
                  <c:v>5.1572891151328903E-2</c:v>
                </c:pt>
                <c:pt idx="844">
                  <c:v>5.1383166410222898E-2</c:v>
                </c:pt>
                <c:pt idx="845">
                  <c:v>5.1211503878893401E-2</c:v>
                </c:pt>
                <c:pt idx="846">
                  <c:v>5.1060417215598501E-2</c:v>
                </c:pt>
                <c:pt idx="847">
                  <c:v>5.0931921063747401E-2</c:v>
                </c:pt>
                <c:pt idx="848">
                  <c:v>5.08275157385134E-2</c:v>
                </c:pt>
                <c:pt idx="849">
                  <c:v>5.0748172209678998E-2</c:v>
                </c:pt>
                <c:pt idx="850">
                  <c:v>5.06943188677327E-2</c:v>
                </c:pt>
                <c:pt idx="851">
                  <c:v>5.0665833503647603E-2</c:v>
                </c:pt>
                <c:pt idx="852">
                  <c:v>5.0662044765269601E-2</c:v>
                </c:pt>
                <c:pt idx="853">
                  <c:v>5.0681746640263502E-2</c:v>
                </c:pt>
                <c:pt idx="854">
                  <c:v>5.0723227552336901E-2</c:v>
                </c:pt>
                <c:pt idx="855">
                  <c:v>5.0784313263676203E-2</c:v>
                </c:pt>
                <c:pt idx="856">
                  <c:v>5.08624208356485E-2</c:v>
                </c:pt>
                <c:pt idx="857">
                  <c:v>5.0954620006933099E-2</c:v>
                </c:pt>
                <c:pt idx="858">
                  <c:v>5.1057698689971898E-2</c:v>
                </c:pt>
                <c:pt idx="859">
                  <c:v>5.1168230643356197E-2</c:v>
                </c:pt>
                <c:pt idx="860">
                  <c:v>5.1282645156104603E-2</c:v>
                </c:pt>
                <c:pt idx="861">
                  <c:v>5.1397299952553203E-2</c:v>
                </c:pt>
                <c:pt idx="862">
                  <c:v>5.1508558777165203E-2</c:v>
                </c:pt>
                <c:pt idx="863">
                  <c:v>5.1612874040928902E-2</c:v>
                </c:pt>
                <c:pt idx="864">
                  <c:v>5.1706872935233801E-2</c:v>
                </c:pt>
                <c:pt idx="865">
                  <c:v>5.1787443344059297E-2</c:v>
                </c:pt>
                <c:pt idx="866">
                  <c:v>5.1851814468195701E-2</c:v>
                </c:pt>
                <c:pt idx="867">
                  <c:v>5.1897626786134098E-2</c:v>
                </c:pt>
                <c:pt idx="868">
                  <c:v>5.1922986961206098E-2</c:v>
                </c:pt>
                <c:pt idx="869">
                  <c:v>5.1926505389040298E-2</c:v>
                </c:pt>
                <c:pt idx="870">
                  <c:v>5.1907316717174502E-2</c:v>
                </c:pt>
                <c:pt idx="871">
                  <c:v>5.1865085976294197E-2</c:v>
                </c:pt>
                <c:pt idx="872">
                  <c:v>5.1800004044166598E-2</c:v>
                </c:pt>
                <c:pt idx="873">
                  <c:v>5.1712775621405901E-2</c:v>
                </c:pt>
                <c:pt idx="874">
                  <c:v>5.1604601095704597E-2</c:v>
                </c:pt>
                <c:pt idx="875">
                  <c:v>5.1477151487986102E-2</c:v>
                </c:pt>
                <c:pt idx="876">
                  <c:v>5.1332534015024398E-2</c:v>
                </c:pt>
                <c:pt idx="877">
                  <c:v>5.1173245270848898E-2</c:v>
                </c:pt>
                <c:pt idx="878">
                  <c:v>5.1002109845786098E-2</c:v>
                </c:pt>
                <c:pt idx="879">
                  <c:v>5.0822204197462202E-2</c:v>
                </c:pt>
                <c:pt idx="880">
                  <c:v>5.0636768167721898E-2</c:v>
                </c:pt>
                <c:pt idx="881">
                  <c:v>5.04491087714121E-2</c:v>
                </c:pt>
                <c:pt idx="882">
                  <c:v>5.02625018644456E-2</c:v>
                </c:pt>
                <c:pt idx="883">
                  <c:v>5.0080096658609297E-2</c:v>
                </c:pt>
                <c:pt idx="884">
                  <c:v>4.9904826176483702E-2</c:v>
                </c:pt>
                <c:pt idx="885">
                  <c:v>4.9739324510244098E-2</c:v>
                </c:pt>
                <c:pt idx="886">
                  <c:v>4.9585850045136402E-2</c:v>
                </c:pt>
                <c:pt idx="887">
                  <c:v>4.94462132031512E-2</c:v>
                </c:pt>
                <c:pt idx="888">
                  <c:v>4.9321707937213403E-2</c:v>
                </c:pt>
                <c:pt idx="889">
                  <c:v>4.9213047940046398E-2</c:v>
                </c:pt>
                <c:pt idx="890">
                  <c:v>4.91203106932896E-2</c:v>
                </c:pt>
                <c:pt idx="891">
                  <c:v>4.9042894166314403E-2</c:v>
                </c:pt>
                <c:pt idx="892">
                  <c:v>4.8979491371100803E-2</c:v>
                </c:pt>
                <c:pt idx="893">
                  <c:v>4.89280868030234E-2</c:v>
                </c:pt>
                <c:pt idx="894">
                  <c:v>4.8885976445859299E-2</c:v>
                </c:pt>
                <c:pt idx="895">
                  <c:v>4.8849810339733298E-2</c:v>
                </c:pt>
                <c:pt idx="896">
                  <c:v>4.88156545609639E-2</c:v>
                </c:pt>
                <c:pt idx="897">
                  <c:v>4.8779068388831302E-2</c:v>
                </c:pt>
                <c:pt idx="898">
                  <c:v>4.87351925911449E-2</c:v>
                </c:pt>
                <c:pt idx="899">
                  <c:v>4.8678845948686003E-2</c:v>
                </c:pt>
                <c:pt idx="900">
                  <c:v>4.8604628824813E-2</c:v>
                </c:pt>
                <c:pt idx="901">
                  <c:v>4.8507033994891001E-2</c:v>
                </c:pt>
                <c:pt idx="902">
                  <c:v>4.8380565355987198E-2</c:v>
                </c:pt>
                <c:pt idx="903">
                  <c:v>4.8219864246367997E-2</c:v>
                </c:pt>
                <c:pt idx="904">
                  <c:v>4.8019841225026498E-2</c:v>
                </c:pt>
                <c:pt idx="905">
                  <c:v>4.7775809026324403E-2</c:v>
                </c:pt>
                <c:pt idx="906">
                  <c:v>4.74836108040863E-2</c:v>
                </c:pt>
                <c:pt idx="907">
                  <c:v>4.71397372816343E-2</c:v>
                </c:pt>
                <c:pt idx="908">
                  <c:v>4.6741427271666303E-2</c:v>
                </c:pt>
                <c:pt idx="909">
                  <c:v>4.62867480815779E-2</c:v>
                </c:pt>
                <c:pt idx="910">
                  <c:v>4.5774654988191998E-2</c:v>
                </c:pt>
                <c:pt idx="911">
                  <c:v>4.5205031317326297E-2</c:v>
                </c:pt>
                <c:pt idx="912">
                  <c:v>4.4578711813084503E-2</c:v>
                </c:pt>
                <c:pt idx="913">
                  <c:v>4.3897491584536999E-2</c:v>
                </c:pt>
                <c:pt idx="914">
                  <c:v>4.3164121367975899E-2</c:v>
                </c:pt>
                <c:pt idx="915">
                  <c:v>4.2382288009622897E-2</c:v>
                </c:pt>
                <c:pt idx="916">
                  <c:v>4.1556577814908902E-2</c:v>
                </c:pt>
                <c:pt idx="917">
                  <c:v>4.0692420246538699E-2</c:v>
                </c:pt>
                <c:pt idx="918">
                  <c:v>3.9796010502676102E-2</c:v>
                </c:pt>
                <c:pt idx="919">
                  <c:v>3.8874211523464902E-2</c:v>
                </c:pt>
                <c:pt idx="920">
                  <c:v>3.7934438374957399E-2</c:v>
                </c:pt>
                <c:pt idx="921">
                  <c:v>3.6984529930775299E-2</c:v>
                </c:pt>
                <c:pt idx="922">
                  <c:v>3.6032613592267497E-2</c:v>
                </c:pt>
                <c:pt idx="923">
                  <c:v>3.5086968223264799E-2</c:v>
                </c:pt>
                <c:pt idx="924">
                  <c:v>3.4155888902159003E-2</c:v>
                </c:pt>
                <c:pt idx="925">
                  <c:v>3.3247555247133E-2</c:v>
                </c:pt>
                <c:pt idx="926">
                  <c:v>3.2369903668527197E-2</c:v>
                </c:pt>
                <c:pt idx="927">
                  <c:v>3.1530503400737098E-2</c:v>
                </c:pt>
                <c:pt idx="928">
                  <c:v>3.07364366796932E-2</c:v>
                </c:pt>
                <c:pt idx="929">
                  <c:v>2.9994184755168001E-2</c:v>
                </c:pt>
                <c:pt idx="930">
                  <c:v>2.9309523064827099E-2</c:v>
                </c:pt>
                <c:pt idx="931">
                  <c:v>2.8687430124455598E-2</c:v>
                </c:pt>
                <c:pt idx="932">
                  <c:v>2.81320147899622E-2</c:v>
                </c:pt>
                <c:pt idx="933">
                  <c:v>2.7646465224122101E-2</c:v>
                </c:pt>
                <c:pt idx="934">
                  <c:v>2.7233020516922099E-2</c:v>
                </c:pt>
                <c:pt idx="935">
                  <c:v>2.68929632904388E-2</c:v>
                </c:pt>
                <c:pt idx="936">
                  <c:v>2.6626629620902498E-2</c:v>
                </c:pt>
                <c:pt idx="937">
                  <c:v>2.6433431782339201E-2</c:v>
                </c:pt>
                <c:pt idx="938">
                  <c:v>2.6311889791988501E-2</c:v>
                </c:pt>
                <c:pt idx="939">
                  <c:v>2.6259669250200301E-2</c:v>
                </c:pt>
                <c:pt idx="940">
                  <c:v>2.6273624924376199E-2</c:v>
                </c:pt>
                <c:pt idx="941">
                  <c:v>2.63498511599141E-2</c:v>
                </c:pt>
                <c:pt idx="942">
                  <c:v>2.6483740830878202E-2</c:v>
                </c:pt>
                <c:pt idx="943">
                  <c:v>2.6670053892332801E-2</c:v>
                </c:pt>
                <c:pt idx="944">
                  <c:v>2.6902994951008698E-2</c:v>
                </c:pt>
                <c:pt idx="945">
                  <c:v>2.7176297336024401E-2</c:v>
                </c:pt>
                <c:pt idx="946">
                  <c:v>2.7483309705826901E-2</c:v>
                </c:pt>
                <c:pt idx="947">
                  <c:v>2.78170808183692E-2</c:v>
                </c:pt>
                <c:pt idx="948">
                  <c:v>2.8170438899255301E-2</c:v>
                </c:pt>
                <c:pt idx="949">
                  <c:v>2.8536063872026798E-2</c:v>
                </c:pt>
                <c:pt idx="950">
                  <c:v>2.89065530151646E-2</c:v>
                </c:pt>
                <c:pt idx="951">
                  <c:v>2.9274482565489E-2</c:v>
                </c:pt>
                <c:pt idx="952">
                  <c:v>2.9632468609456002E-2</c:v>
                </c:pt>
                <c:pt idx="953">
                  <c:v>2.9973229957217899E-2</c:v>
                </c:pt>
                <c:pt idx="954">
                  <c:v>3.0289653912732601E-2</c:v>
                </c:pt>
                <c:pt idx="955">
                  <c:v>3.0574863731482001E-2</c:v>
                </c:pt>
                <c:pt idx="956">
                  <c:v>3.0822284916171599E-2</c:v>
                </c:pt>
                <c:pt idx="957">
                  <c:v>3.1025706869453901E-2</c:v>
                </c:pt>
                <c:pt idx="958">
                  <c:v>3.1179336951252402E-2</c:v>
                </c:pt>
                <c:pt idx="959">
                  <c:v>3.1277845470819202E-2</c:v>
                </c:pt>
                <c:pt idx="960">
                  <c:v>3.1316402057961601E-2</c:v>
                </c:pt>
                <c:pt idx="961">
                  <c:v>3.1290705466384502E-2</c:v>
                </c:pt>
                <c:pt idx="962">
                  <c:v>3.1197009472360301E-2</c:v>
                </c:pt>
                <c:pt idx="963">
                  <c:v>3.10321468575031E-2</c:v>
                </c:pt>
                <c:pt idx="964">
                  <c:v>3.07935518204316E-2</c:v>
                </c:pt>
                <c:pt idx="965">
                  <c:v>3.0479279305933599E-2</c:v>
                </c:pt>
                <c:pt idx="966">
                  <c:v>3.008801848378E-2</c:v>
                </c:pt>
                <c:pt idx="967">
                  <c:v>2.9619097480016201E-2</c:v>
                </c:pt>
                <c:pt idx="968">
                  <c:v>2.9072477561012802E-2</c:v>
                </c:pt>
                <c:pt idx="969">
                  <c:v>2.8448736976694301E-2</c:v>
                </c:pt>
                <c:pt idx="970">
                  <c:v>2.7749046915969001E-2</c:v>
                </c:pt>
                <c:pt idx="971">
                  <c:v>2.6975143650385398E-2</c:v>
                </c:pt>
                <c:pt idx="972">
                  <c:v>2.61293012236017E-2</c:v>
                </c:pt>
                <c:pt idx="973">
                  <c:v>2.5214307814004602E-2</c:v>
                </c:pt>
                <c:pt idx="974">
                  <c:v>2.4233446645742701E-2</c:v>
                </c:pt>
                <c:pt idx="975">
                  <c:v>2.3190479909700999E-2</c:v>
                </c:pt>
                <c:pt idx="976">
                  <c:v>2.2089632390755901E-2</c:v>
                </c:pt>
                <c:pt idx="977">
                  <c:v>2.0935570882562302E-2</c:v>
                </c:pt>
                <c:pt idx="978">
                  <c:v>1.9733376141878999E-2</c:v>
                </c:pt>
                <c:pt idx="979">
                  <c:v>1.8488505885711898E-2</c:v>
                </c:pt>
                <c:pt idx="980">
                  <c:v>1.72067496272513E-2</c:v>
                </c:pt>
                <c:pt idx="981">
                  <c:v>1.5894178165516599E-2</c:v>
                </c:pt>
                <c:pt idx="982">
                  <c:v>1.45570914738183E-2</c:v>
                </c:pt>
                <c:pt idx="983">
                  <c:v>1.32019681956792E-2</c:v>
                </c:pt>
                <c:pt idx="984">
                  <c:v>1.1835418257092801E-2</c:v>
                </c:pt>
                <c:pt idx="985">
                  <c:v>1.0464138041462101E-2</c:v>
                </c:pt>
                <c:pt idx="986">
                  <c:v>9.0948660038799901E-3</c:v>
                </c:pt>
                <c:pt idx="987">
                  <c:v>7.7343360823001698E-3</c:v>
                </c:pt>
                <c:pt idx="988">
                  <c:v>6.3892269455018197E-3</c:v>
                </c:pt>
                <c:pt idx="989">
                  <c:v>5.06610677728268E-3</c:v>
                </c:pt>
                <c:pt idx="990">
                  <c:v>3.7713753701062299E-3</c:v>
                </c:pt>
                <c:pt idx="991">
                  <c:v>2.5112069838402599E-3</c:v>
                </c:pt>
                <c:pt idx="992">
                  <c:v>1.29149797426844E-3</c:v>
                </c:pt>
                <c:pt idx="993">
                  <c:v>1.17822350121157E-4</c:v>
                </c:pt>
                <c:pt idx="994">
                  <c:v>-1.00460344384509E-3</c:v>
                </c:pt>
                <c:pt idx="995">
                  <c:v>-2.0709473282763502E-3</c:v>
                </c:pt>
                <c:pt idx="996">
                  <c:v>-3.0767823886693698E-3</c:v>
                </c:pt>
                <c:pt idx="997">
                  <c:v>-4.0181047016363E-3</c:v>
                </c:pt>
                <c:pt idx="998">
                  <c:v>-4.8913506960159099E-3</c:v>
                </c:pt>
                <c:pt idx="999">
                  <c:v>-5.69341508828631E-3</c:v>
                </c:pt>
                <c:pt idx="1000">
                  <c:v>-6.4216685399946204E-3</c:v>
                </c:pt>
                <c:pt idx="1001">
                  <c:v>-7.0739726285567297E-3</c:v>
                </c:pt>
                <c:pt idx="1002">
                  <c:v>-7.6486891912918402E-3</c:v>
                </c:pt>
                <c:pt idx="1003">
                  <c:v>-8.1446818557300502E-3</c:v>
                </c:pt>
                <c:pt idx="1004">
                  <c:v>-8.5613092986234901E-3</c:v>
                </c:pt>
                <c:pt idx="1005">
                  <c:v>-8.8984117774080496E-3</c:v>
                </c:pt>
                <c:pt idx="1006">
                  <c:v>-9.1562939817044896E-3</c:v>
                </c:pt>
                <c:pt idx="1007">
                  <c:v>-9.3357077144693504E-3</c:v>
                </c:pt>
                <c:pt idx="1008">
                  <c:v>-9.4378371518782801E-3</c:v>
                </c:pt>
                <c:pt idx="1009">
                  <c:v>-9.4642876445273898E-3</c:v>
                </c:pt>
                <c:pt idx="1010">
                  <c:v>-9.4170767645983706E-3</c:v>
                </c:pt>
                <c:pt idx="1011">
                  <c:v>-9.2986244021676899E-3</c:v>
                </c:pt>
                <c:pt idx="1012">
                  <c:v>-9.1117379855552502E-3</c:v>
                </c:pt>
                <c:pt idx="1013">
                  <c:v>-8.8595897161830601E-3</c:v>
                </c:pt>
                <c:pt idx="1014">
                  <c:v>-8.5456847299296094E-3</c:v>
                </c:pt>
                <c:pt idx="1015">
                  <c:v>-8.1738214562573092E-3</c:v>
                </c:pt>
                <c:pt idx="1016">
                  <c:v>-7.74804723221617E-3</c:v>
                </c:pt>
                <c:pt idx="1017">
                  <c:v>-7.2726128704301901E-3</c:v>
                </c:pt>
                <c:pt idx="1018">
                  <c:v>-6.7519292262687202E-3</c:v>
                </c:pt>
                <c:pt idx="1019">
                  <c:v>-6.1905270802232503E-3</c:v>
                </c:pt>
                <c:pt idx="1020">
                  <c:v>-5.5930194498596203E-3</c:v>
                </c:pt>
                <c:pt idx="1021">
                  <c:v>-4.9640636742303004E-3</c:v>
                </c:pt>
                <c:pt idx="1022">
                  <c:v>-4.3083201061029398E-3</c:v>
                </c:pt>
                <c:pt idx="1023">
                  <c:v>-3.6304052831559702E-3</c:v>
                </c:pt>
                <c:pt idx="1024">
                  <c:v>-2.9348395591602501E-3</c:v>
                </c:pt>
                <c:pt idx="1025">
                  <c:v>-2.2259914166722601E-3</c:v>
                </c:pt>
                <c:pt idx="1026">
                  <c:v>-1.50802215483157E-3</c:v>
                </c:pt>
                <c:pt idx="1027">
                  <c:v>-7.8483488289725497E-4</c:v>
                </c:pt>
                <c:pt idx="1028" formatCode="0.00E+00">
                  <c:v>-6.0030782643905297E-5</c:v>
                </c:pt>
                <c:pt idx="1029">
                  <c:v>6.6312618914451699E-4</c:v>
                </c:pt>
                <c:pt idx="1030">
                  <c:v>1.38173700447827E-3</c:v>
                </c:pt>
                <c:pt idx="1031">
                  <c:v>2.09329003329082E-3</c:v>
                </c:pt>
                <c:pt idx="1032">
                  <c:v>2.7956809943107601E-3</c:v>
                </c:pt>
                <c:pt idx="1033">
                  <c:v>3.4872320879056201E-3</c:v>
                </c:pt>
                <c:pt idx="1034">
                  <c:v>4.1667100376640304E-3</c:v>
                </c:pt>
                <c:pt idx="1035">
                  <c:v>4.8333406988207202E-3</c:v>
                </c:pt>
                <c:pt idx="1036">
                  <c:v>5.4868165760422402E-3</c:v>
                </c:pt>
                <c:pt idx="1037">
                  <c:v>6.1272934912909001E-3</c:v>
                </c:pt>
                <c:pt idx="1038">
                  <c:v>6.7553737605354196E-3</c:v>
                </c:pt>
                <c:pt idx="1039">
                  <c:v>7.3720752493627497E-3</c:v>
                </c:pt>
                <c:pt idx="1040">
                  <c:v>7.9787879920304901E-3</c:v>
                </c:pt>
                <c:pt idx="1041">
                  <c:v>8.5772218807578394E-3</c:v>
                </c:pt>
                <c:pt idx="1042">
                  <c:v>9.1693495516926397E-3</c:v>
                </c:pt>
                <c:pt idx="1043">
                  <c:v>9.7573478129353401E-3</c:v>
                </c:pt>
                <c:pt idx="1044">
                  <c:v>1.03435392265933E-2</c:v>
                </c:pt>
                <c:pt idx="1045">
                  <c:v>1.0930333575282E-2</c:v>
                </c:pt>
                <c:pt idx="1046">
                  <c:v>1.1520167669972801E-2</c:v>
                </c:pt>
                <c:pt idx="1047">
                  <c:v>1.21154417517249E-2</c:v>
                </c:pt>
                <c:pt idx="1048">
                  <c:v>1.27184516941577E-2</c:v>
                </c:pt>
                <c:pt idx="1049">
                  <c:v>1.3331318053167601E-2</c:v>
                </c:pt>
                <c:pt idx="1050">
                  <c:v>1.39559151248551E-2</c:v>
                </c:pt>
                <c:pt idx="1051">
                  <c:v>1.4593804719180601E-2</c:v>
                </c:pt>
                <c:pt idx="1052">
                  <c:v>1.5246179597042E-2</c:v>
                </c:pt>
                <c:pt idx="1053">
                  <c:v>1.5913820270471699E-2</c:v>
                </c:pt>
                <c:pt idx="1054">
                  <c:v>1.65970666467735E-2</c:v>
                </c:pt>
                <c:pt idx="1055">
                  <c:v>1.7295803682940401E-2</c:v>
                </c:pt>
                <c:pt idx="1056">
                  <c:v>1.8009458558561599E-2</c:v>
                </c:pt>
                <c:pt idx="1057">
                  <c:v>1.8737006273367999E-2</c:v>
                </c:pt>
                <c:pt idx="1058">
                  <c:v>1.9476981103893402E-2</c:v>
                </c:pt>
                <c:pt idx="1059">
                  <c:v>2.0227492806475698E-2</c:v>
                </c:pt>
                <c:pt idx="1060">
                  <c:v>2.0986248312842098E-2</c:v>
                </c:pt>
                <c:pt idx="1061">
                  <c:v>2.17505811497711E-2</c:v>
                </c:pt>
                <c:pt idx="1062">
                  <c:v>2.25174911784978E-2</c:v>
                </c:pt>
                <c:pt idx="1063">
                  <c:v>2.3283696199231499E-2</c:v>
                </c:pt>
                <c:pt idx="1064">
                  <c:v>2.4045694869259299E-2</c:v>
                </c:pt>
                <c:pt idx="1065">
                  <c:v>2.4799838065141799E-2</c:v>
                </c:pt>
                <c:pt idx="1066">
                  <c:v>2.5542404125007499E-2</c:v>
                </c:pt>
                <c:pt idx="1067">
                  <c:v>2.6269672868941898E-2</c:v>
                </c:pt>
                <c:pt idx="1068">
                  <c:v>2.69779940473312E-2</c:v>
                </c:pt>
                <c:pt idx="1069">
                  <c:v>2.76638476658321E-2</c:v>
                </c:pt>
                <c:pt idx="1070">
                  <c:v>2.8323895886863001E-2</c:v>
                </c:pt>
                <c:pt idx="1071">
                  <c:v>2.8955028083027801E-2</c:v>
                </c:pt>
                <c:pt idx="1072">
                  <c:v>2.9554401387954499E-2</c:v>
                </c:pt>
                <c:pt idx="1073">
                  <c:v>3.0119478531597601E-2</c:v>
                </c:pt>
                <c:pt idx="1074">
                  <c:v>3.0648063275119899E-2</c:v>
                </c:pt>
                <c:pt idx="1075">
                  <c:v>3.1138332133359502E-2</c:v>
                </c:pt>
                <c:pt idx="1076">
                  <c:v>3.15888599614461E-2</c:v>
                </c:pt>
                <c:pt idx="1077">
                  <c:v>3.1998636770719402E-2</c:v>
                </c:pt>
                <c:pt idx="1078">
                  <c:v>3.2367073951498501E-2</c:v>
                </c:pt>
                <c:pt idx="1079">
                  <c:v>3.2693999767379703E-2</c:v>
                </c:pt>
                <c:pt idx="1080">
                  <c:v>3.2979646019422701E-2</c:v>
                </c:pt>
                <c:pt idx="1081">
                  <c:v>3.3224629315401398E-2</c:v>
                </c:pt>
                <c:pt idx="1082">
                  <c:v>3.3429930673359601E-2</c:v>
                </c:pt>
                <c:pt idx="1083">
                  <c:v>3.3596876077785699E-2</c:v>
                </c:pt>
                <c:pt idx="1084">
                  <c:v>3.3727118612027401E-2</c:v>
                </c:pt>
                <c:pt idx="1085">
                  <c:v>3.3822620764106803E-2</c:v>
                </c:pt>
                <c:pt idx="1086">
                  <c:v>3.3885634183948903E-2</c:v>
                </c:pt>
                <c:pt idx="1087">
                  <c:v>3.3918673956389901E-2</c:v>
                </c:pt>
                <c:pt idx="1088">
                  <c:v>3.39244853909801E-2</c:v>
                </c:pt>
                <c:pt idx="1089">
                  <c:v>3.3906003149595403E-2</c:v>
                </c:pt>
                <c:pt idx="1090">
                  <c:v>3.3866304658706103E-2</c:v>
                </c:pt>
                <c:pt idx="1091">
                  <c:v>3.3808561370376002E-2</c:v>
                </c:pt>
                <c:pt idx="1092">
                  <c:v>3.37359918148099E-2</c:v>
                </c:pt>
                <c:pt idx="1093">
                  <c:v>3.3651819319093897E-2</c:v>
                </c:pt>
                <c:pt idx="1094">
                  <c:v>3.3559235215457603E-2</c:v>
                </c:pt>
                <c:pt idx="1095">
                  <c:v>3.34613661833996E-2</c:v>
                </c:pt>
                <c:pt idx="1096">
                  <c:v>3.3361242877483703E-2</c:v>
                </c:pt>
                <c:pt idx="1097">
                  <c:v>3.3261766679182299E-2</c:v>
                </c:pt>
                <c:pt idx="1098">
                  <c:v>3.3165672371182002E-2</c:v>
                </c:pt>
                <c:pt idx="1099">
                  <c:v>3.3075486475022002E-2</c:v>
                </c:pt>
                <c:pt idx="1100">
                  <c:v>3.2993483267905799E-2</c:v>
                </c:pt>
                <c:pt idx="1101">
                  <c:v>3.29216422249674E-2</c:v>
                </c:pt>
                <c:pt idx="1102">
                  <c:v>3.2861611075549198E-2</c:v>
                </c:pt>
                <c:pt idx="1103">
                  <c:v>3.2814677634691501E-2</c:v>
                </c:pt>
                <c:pt idx="1104">
                  <c:v>3.2781751575496898E-2</c:v>
                </c:pt>
                <c:pt idx="1105">
                  <c:v>3.2763355222705397E-2</c:v>
                </c:pt>
                <c:pt idx="1106">
                  <c:v>3.2759621069706701E-2</c:v>
                </c:pt>
                <c:pt idx="1107">
                  <c:v>3.27702934743129E-2</c:v>
                </c:pt>
                <c:pt idx="1108">
                  <c:v>3.2794732886040102E-2</c:v>
                </c:pt>
                <c:pt idx="1109">
                  <c:v>3.2831922679802297E-2</c:v>
                </c:pt>
                <c:pt idx="1110">
                  <c:v>3.2880480601964197E-2</c:v>
                </c:pt>
                <c:pt idx="1111">
                  <c:v>3.2938678141572399E-2</c:v>
                </c:pt>
                <c:pt idx="1112">
                  <c:v>3.3004471107025903E-2</c:v>
                </c:pt>
                <c:pt idx="1113">
                  <c:v>3.3075543187115197E-2</c:v>
                </c:pt>
                <c:pt idx="1114">
                  <c:v>3.3149361898586499E-2</c:v>
                </c:pt>
                <c:pt idx="1115">
                  <c:v>3.3223244000196502E-2</c:v>
                </c:pt>
                <c:pt idx="1116">
                  <c:v>3.3294425928421897E-2</c:v>
                </c:pt>
                <c:pt idx="1117">
                  <c:v>3.3360134434701101E-2</c:v>
                </c:pt>
                <c:pt idx="1118">
                  <c:v>3.3417653422996803E-2</c:v>
                </c:pt>
                <c:pt idx="1119">
                  <c:v>3.3464384768163997E-2</c:v>
                </c:pt>
                <c:pt idx="1120">
                  <c:v>3.34979030547694E-2</c:v>
                </c:pt>
                <c:pt idx="1121">
                  <c:v>3.35160058674338E-2</c:v>
                </c:pt>
                <c:pt idx="1122">
                  <c:v>3.3516761771784101E-2</c:v>
                </c:pt>
                <c:pt idx="1123">
                  <c:v>3.3498557277136298E-2</c:v>
                </c:pt>
                <c:pt idx="1124">
                  <c:v>3.3460142327779399E-2</c:v>
                </c:pt>
                <c:pt idx="1125">
                  <c:v>3.3400672029416399E-2</c:v>
                </c:pt>
                <c:pt idx="1126">
                  <c:v>3.3319741106469798E-2</c:v>
                </c:pt>
                <c:pt idx="1127">
                  <c:v>3.3217407418096499E-2</c:v>
                </c:pt>
                <c:pt idx="1128">
                  <c:v>3.3094201825080001E-2</c:v>
                </c:pt>
                <c:pt idx="1129">
                  <c:v>3.2951123583106701E-2</c:v>
                </c:pt>
                <c:pt idx="1130">
                  <c:v>3.27896226956352E-2</c:v>
                </c:pt>
                <c:pt idx="1131">
                  <c:v>3.2611572500507703E-2</c:v>
                </c:pt>
                <c:pt idx="1132">
                  <c:v>3.2419236474253002E-2</c:v>
                </c:pt>
                <c:pt idx="1133">
                  <c:v>3.2215232572766699E-2</c:v>
                </c:pt>
                <c:pt idx="1134">
                  <c:v>3.2002496764754099E-2</c:v>
                </c:pt>
                <c:pt idx="1135">
                  <c:v>3.17842455275383E-2</c:v>
                </c:pt>
                <c:pt idx="1136">
                  <c:v>3.1563935714253102E-2</c:v>
                </c:pt>
                <c:pt idx="1137">
                  <c:v>3.1345219817044301E-2</c:v>
                </c:pt>
                <c:pt idx="1138">
                  <c:v>3.11318953585848E-2</c:v>
                </c:pt>
                <c:pt idx="1139">
                  <c:v>3.0927848758840099E-2</c:v>
                </c:pt>
                <c:pt idx="1140">
                  <c:v>3.0736996017881699E-2</c:v>
                </c:pt>
                <c:pt idx="1141">
                  <c:v>3.0563224101197901E-2</c:v>
                </c:pt>
                <c:pt idx="1142">
                  <c:v>3.0410337231353699E-2</c:v>
                </c:pt>
                <c:pt idx="1143">
                  <c:v>3.0282011132194801E-2</c:v>
                </c:pt>
                <c:pt idx="1144">
                  <c:v>3.0181756099900699E-2</c:v>
                </c:pt>
                <c:pt idx="1145">
                  <c:v>3.0112887466576501E-2</c:v>
                </c:pt>
                <c:pt idx="1146">
                  <c:v>3.0078500412718302E-2</c:v>
                </c:pt>
                <c:pt idx="1147">
                  <c:v>3.0081445673750699E-2</c:v>
                </c:pt>
                <c:pt idx="1148">
                  <c:v>3.0124303564916799E-2</c:v>
                </c:pt>
                <c:pt idx="1149">
                  <c:v>3.02093556191705E-2</c:v>
                </c:pt>
                <c:pt idx="1150">
                  <c:v>3.0338555313689598E-2</c:v>
                </c:pt>
                <c:pt idx="1151">
                  <c:v>3.0513500936686502E-2</c:v>
                </c:pt>
                <c:pt idx="1152">
                  <c:v>3.07354138913906E-2</c:v>
                </c:pt>
                <c:pt idx="1153">
                  <c:v>3.1005124552029001E-2</c:v>
                </c:pt>
                <c:pt idx="1154">
                  <c:v>3.1323065745452301E-2</c:v>
                </c:pt>
                <c:pt idx="1155">
                  <c:v>3.1689271892146098E-2</c:v>
                </c:pt>
                <c:pt idx="1156">
                  <c:v>3.2103380540281397E-2</c:v>
                </c:pt>
                <c:pt idx="1157">
                  <c:v>3.2564632871709499E-2</c:v>
                </c:pt>
                <c:pt idx="1158">
                  <c:v>3.3071870797248798E-2</c:v>
                </c:pt>
                <c:pt idx="1159">
                  <c:v>3.3623530219936797E-2</c:v>
                </c:pt>
                <c:pt idx="1160">
                  <c:v>3.4217632344224598E-2</c:v>
                </c:pt>
                <c:pt idx="1161">
                  <c:v>3.4851776701155399E-2</c:v>
                </c:pt>
                <c:pt idx="1162">
                  <c:v>3.5523140060356E-2</c:v>
                </c:pt>
                <c:pt idx="1163">
                  <c:v>3.6228484370370198E-2</c:v>
                </c:pt>
                <c:pt idx="1164">
                  <c:v>3.6964174789917197E-2</c:v>
                </c:pt>
                <c:pt idx="1165">
                  <c:v>3.7726206620598599E-2</c:v>
                </c:pt>
                <c:pt idx="1166">
                  <c:v>3.8510238342041501E-2</c:v>
                </c:pt>
                <c:pt idx="1167">
                  <c:v>3.9311627499029701E-2</c:v>
                </c:pt>
                <c:pt idx="1168">
                  <c:v>4.0125467044917103E-2</c:v>
                </c:pt>
                <c:pt idx="1169">
                  <c:v>4.0946621628237603E-2</c:v>
                </c:pt>
                <c:pt idx="1170">
                  <c:v>4.1769765500037297E-2</c:v>
                </c:pt>
                <c:pt idx="1171">
                  <c:v>4.2589425251349698E-2</c:v>
                </c:pt>
                <c:pt idx="1172">
                  <c:v>4.3400030697603002E-2</c:v>
                </c:pt>
                <c:pt idx="1173">
                  <c:v>4.4195975795225897E-2</c:v>
                </c:pt>
                <c:pt idx="1174">
                  <c:v>4.4971689112683698E-2</c:v>
                </c:pt>
                <c:pt idx="1175">
                  <c:v>4.5721711019488999E-2</c:v>
                </c:pt>
                <c:pt idx="1176">
                  <c:v>4.6440773172349702E-2</c:v>
                </c:pt>
                <c:pt idx="1177">
                  <c:v>4.7123875463333E-2</c:v>
                </c:pt>
                <c:pt idx="1178">
                  <c:v>4.7766356417111903E-2</c:v>
                </c:pt>
                <c:pt idx="1179">
                  <c:v>4.8363954829894203E-2</c:v>
                </c:pt>
                <c:pt idx="1180">
                  <c:v>4.8912862598633901E-2</c:v>
                </c:pt>
                <c:pt idx="1181">
                  <c:v>4.9409770313015501E-2</c:v>
                </c:pt>
                <c:pt idx="1182">
                  <c:v>4.98519075613372E-2</c:v>
                </c:pt>
                <c:pt idx="1183">
                  <c:v>5.0237078917769601E-2</c:v>
                </c:pt>
                <c:pt idx="1184">
                  <c:v>5.0563694781704201E-2</c:v>
                </c:pt>
                <c:pt idx="1185">
                  <c:v>5.0830794498572002E-2</c:v>
                </c:pt>
                <c:pt idx="1186">
                  <c:v>5.1038058236883697E-2</c:v>
                </c:pt>
                <c:pt idx="1187">
                  <c:v>5.1185804298489797E-2</c:v>
                </c:pt>
                <c:pt idx="1188">
                  <c:v>5.1274969925471002E-2</c:v>
                </c:pt>
                <c:pt idx="1189">
                  <c:v>5.1307075947591103E-2</c:v>
                </c:pt>
                <c:pt idx="1190">
                  <c:v>5.1284178150310597E-2</c:v>
                </c:pt>
                <c:pt idx="1191">
                  <c:v>5.1208810163568097E-2</c:v>
                </c:pt>
                <c:pt idx="1192">
                  <c:v>5.1083923246346599E-2</c:v>
                </c:pt>
                <c:pt idx="1193">
                  <c:v>5.0912827385297399E-2</c:v>
                </c:pt>
                <c:pt idx="1194">
                  <c:v>5.0699136086599997E-2</c:v>
                </c:pt>
                <c:pt idx="1195">
                  <c:v>5.0446714938526802E-2</c:v>
                </c:pt>
                <c:pt idx="1196">
                  <c:v>5.0159632277374001E-2</c:v>
                </c:pt>
                <c:pt idx="1197">
                  <c:v>4.9842109665370601E-2</c:v>
                </c:pt>
                <c:pt idx="1198">
                  <c:v>4.9498470563778499E-2</c:v>
                </c:pt>
                <c:pt idx="1199">
                  <c:v>4.9133087273310103E-2</c:v>
                </c:pt>
                <c:pt idx="1200">
                  <c:v>4.8750328182728897E-2</c:v>
                </c:pt>
                <c:pt idx="1201">
                  <c:v>4.8354508673829601E-2</c:v>
                </c:pt>
                <c:pt idx="1202">
                  <c:v>4.7949849004094103E-2</c:v>
                </c:pt>
                <c:pt idx="1203">
                  <c:v>4.7540441106121101E-2</c:v>
                </c:pt>
                <c:pt idx="1204">
                  <c:v>4.7130224097266298E-2</c:v>
                </c:pt>
                <c:pt idx="1205">
                  <c:v>4.67229662160819E-2</c:v>
                </c:pt>
                <c:pt idx="1206">
                  <c:v>4.63222496035679E-2</c:v>
                </c:pt>
                <c:pt idx="1207">
                  <c:v>4.5931454230381398E-2</c:v>
                </c:pt>
                <c:pt idx="1208">
                  <c:v>4.5553738379503501E-2</c:v>
                </c:pt>
                <c:pt idx="1209">
                  <c:v>4.5192015093670101E-2</c:v>
                </c:pt>
                <c:pt idx="1210">
                  <c:v>4.4848926191831603E-2</c:v>
                </c:pt>
                <c:pt idx="1211">
                  <c:v>4.45268169750241E-2</c:v>
                </c:pt>
                <c:pt idx="1212">
                  <c:v>4.42277149531633E-2</c:v>
                </c:pt>
                <c:pt idx="1213">
                  <c:v>4.3953314829986302E-2</c:v>
                </c:pt>
                <c:pt idx="1214">
                  <c:v>4.3704970161696999E-2</c:v>
                </c:pt>
                <c:pt idx="1215">
                  <c:v>4.3483690321567597E-2</c:v>
                </c:pt>
                <c:pt idx="1216">
                  <c:v>4.3290140278884497E-2</c:v>
                </c:pt>
                <c:pt idx="1217">
                  <c:v>4.3124640595470103E-2</c:v>
                </c:pt>
                <c:pt idx="1218">
                  <c:v>4.2987166020200002E-2</c:v>
                </c:pt>
                <c:pt idx="1219">
                  <c:v>4.2877342840437399E-2</c:v>
                </c:pt>
                <c:pt idx="1220">
                  <c:v>4.2794447095130299E-2</c:v>
                </c:pt>
                <c:pt idx="1221">
                  <c:v>4.2737407054658401E-2</c:v>
                </c:pt>
                <c:pt idx="1222">
                  <c:v>4.2704813423025297E-2</c:v>
                </c:pt>
                <c:pt idx="1223">
                  <c:v>4.2694939475970903E-2</c:v>
                </c:pt>
                <c:pt idx="1224">
                  <c:v>4.2705771343784699E-2</c:v>
                </c:pt>
                <c:pt idx="1225">
                  <c:v>4.2735046651790502E-2</c:v>
                </c:pt>
                <c:pt idx="1226">
                  <c:v>4.2780298384580001E-2</c:v>
                </c:pt>
                <c:pt idx="1227">
                  <c:v>4.2838900488448801E-2</c:v>
                </c:pt>
                <c:pt idx="1228">
                  <c:v>4.2908112444160998E-2</c:v>
                </c:pt>
                <c:pt idx="1229">
                  <c:v>4.2985121630545901E-2</c:v>
                </c:pt>
                <c:pt idx="1230">
                  <c:v>4.30670842205211E-2</c:v>
                </c:pt>
                <c:pt idx="1231">
                  <c:v>4.3151166805213803E-2</c:v>
                </c:pt>
                <c:pt idx="1232">
                  <c:v>4.3234591223535401E-2</c:v>
                </c:pt>
                <c:pt idx="1233">
                  <c:v>4.3314684000202899E-2</c:v>
                </c:pt>
                <c:pt idx="1234">
                  <c:v>4.3388929844494502E-2</c:v>
                </c:pt>
                <c:pt idx="1235">
                  <c:v>4.3455026698611898E-2</c:v>
                </c:pt>
                <c:pt idx="1236">
                  <c:v>4.3510938618766003E-2</c:v>
                </c:pt>
                <c:pt idx="1237">
                  <c:v>4.3554942694451301E-2</c:v>
                </c:pt>
                <c:pt idx="1238">
                  <c:v>4.3585667230184803E-2</c:v>
                </c:pt>
                <c:pt idx="1239">
                  <c:v>4.36021202039268E-2</c:v>
                </c:pt>
                <c:pt idx="1240">
                  <c:v>4.3603709003370399E-2</c:v>
                </c:pt>
                <c:pt idx="1241">
                  <c:v>4.3590253889585602E-2</c:v>
                </c:pt>
                <c:pt idx="1242">
                  <c:v>4.3561997933568297E-2</c:v>
                </c:pt>
                <c:pt idx="1243">
                  <c:v>4.35196151764915E-2</c:v>
                </c:pt>
                <c:pt idx="1244">
                  <c:v>4.3464216922690001E-2</c:v>
                </c:pt>
                <c:pt idx="1245">
                  <c:v>4.3397354163918003E-2</c:v>
                </c:pt>
                <c:pt idx="1246">
                  <c:v>4.3321012893303798E-2</c:v>
                </c:pt>
                <c:pt idx="1247">
                  <c:v>4.3237598966761999E-2</c:v>
                </c:pt>
                <c:pt idx="1248">
                  <c:v>4.3149910323956903E-2</c:v>
                </c:pt>
                <c:pt idx="1249">
                  <c:v>4.30610964864706E-2</c:v>
                </c:pt>
                <c:pt idx="1250">
                  <c:v>4.2974607582367298E-2</c:v>
                </c:pt>
                <c:pt idx="1251">
                  <c:v>4.2894136793008901E-2</c:v>
                </c:pt>
                <c:pt idx="1252">
                  <c:v>4.28235604285482E-2</c:v>
                </c:pt>
                <c:pt idx="1253">
                  <c:v>4.2766878766841897E-2</c:v>
                </c:pt>
                <c:pt idx="1254">
                  <c:v>4.2728158879741601E-2</c:v>
                </c:pt>
                <c:pt idx="1255">
                  <c:v>4.2711478737927598E-2</c:v>
                </c:pt>
                <c:pt idx="1256">
                  <c:v>4.2720870659998897E-2</c:v>
                </c:pt>
                <c:pt idx="1257">
                  <c:v>4.2760262062698E-2</c:v>
                </c:pt>
                <c:pt idx="1258">
                  <c:v>4.2833412495090199E-2</c:v>
                </c:pt>
                <c:pt idx="1259">
                  <c:v>4.2943847751789298E-2</c:v>
                </c:pt>
                <c:pt idx="1260">
                  <c:v>4.3094793796362198E-2</c:v>
                </c:pt>
                <c:pt idx="1261">
                  <c:v>4.3289114471101002E-2</c:v>
                </c:pt>
                <c:pt idx="1262">
                  <c:v>4.3529256923126397E-2</c:v>
                </c:pt>
                <c:pt idx="1263">
                  <c:v>4.3817207316609201E-2</c:v>
                </c:pt>
                <c:pt idx="1264">
                  <c:v>4.4154457299813397E-2</c:v>
                </c:pt>
                <c:pt idx="1265">
                  <c:v>4.4541979688586503E-2</c:v>
                </c:pt>
                <c:pt idx="1266">
                  <c:v>4.4980210616731797E-2</c:v>
                </c:pt>
                <c:pt idx="1267">
                  <c:v>4.5469035324067299E-2</c:v>
                </c:pt>
                <c:pt idx="1268">
                  <c:v>4.6007775746452297E-2</c:v>
                </c:pt>
                <c:pt idx="1269">
                  <c:v>4.6595179769460301E-2</c:v>
                </c:pt>
                <c:pt idx="1270">
                  <c:v>4.7229413799982002E-2</c:v>
                </c:pt>
                <c:pt idx="1271">
                  <c:v>4.7908061468018001E-2</c:v>
                </c:pt>
                <c:pt idx="1272">
                  <c:v>4.8628131245763803E-2</c:v>
                </c:pt>
                <c:pt idx="1273">
                  <c:v>4.9386074522576498E-2</c:v>
                </c:pt>
                <c:pt idx="1274">
                  <c:v>5.0177813700634101E-2</c:v>
                </c:pt>
                <c:pt idx="1275">
                  <c:v>5.09987779417512E-2</c:v>
                </c:pt>
                <c:pt idx="1276">
                  <c:v>5.1843943012542998E-2</c:v>
                </c:pt>
                <c:pt idx="1277">
                  <c:v>5.2707871668870698E-2</c:v>
                </c:pt>
                <c:pt idx="1278">
                  <c:v>5.3584752203462101E-2</c:v>
                </c:pt>
                <c:pt idx="1279">
                  <c:v>5.4468434754393502E-2</c:v>
                </c:pt>
                <c:pt idx="1280">
                  <c:v>5.5352467033601097E-2</c:v>
                </c:pt>
                <c:pt idx="1281">
                  <c:v>5.6230132459191902E-2</c:v>
                </c:pt>
                <c:pt idx="1282">
                  <c:v>5.7094493639548202E-2</c:v>
                </c:pt>
                <c:pt idx="1283">
                  <c:v>5.7938442715279398E-2</c:v>
                </c:pt>
                <c:pt idx="1284">
                  <c:v>5.8754757843250897E-2</c:v>
                </c:pt>
                <c:pt idx="1285">
                  <c:v>5.9536163044892197E-2</c:v>
                </c:pt>
                <c:pt idx="1286">
                  <c:v>6.0275387480730198E-2</c:v>
                </c:pt>
                <c:pt idx="1287">
                  <c:v>6.09652202573958E-2</c:v>
                </c:pt>
                <c:pt idx="1288">
                  <c:v>6.15985580549131E-2</c:v>
                </c:pt>
                <c:pt idx="1289">
                  <c:v>6.2168444843752203E-2</c:v>
                </c:pt>
                <c:pt idx="1290">
                  <c:v>6.2668105136988297E-2</c:v>
                </c:pt>
                <c:pt idx="1291">
                  <c:v>6.3090973804509301E-2</c:v>
                </c:pt>
                <c:pt idx="1292">
                  <c:v>6.3430725816978298E-2</c:v>
                </c:pt>
                <c:pt idx="1293">
                  <c:v>6.3681308266155201E-2</c:v>
                </c:pt>
                <c:pt idx="1294">
                  <c:v>6.3836975123368001E-2</c:v>
                </c:pt>
                <c:pt idx="1295">
                  <c:v>6.38923232621285E-2</c:v>
                </c:pt>
                <c:pt idx="1296">
                  <c:v>6.3842326993403795E-2</c:v>
                </c:pt>
                <c:pt idx="1297">
                  <c:v>6.3682368149936497E-2</c:v>
                </c:pt>
                <c:pt idx="1298">
                  <c:v>6.3408259711038806E-2</c:v>
                </c:pt>
                <c:pt idx="1299">
                  <c:v>6.3016262844762097E-2</c:v>
                </c:pt>
                <c:pt idx="1300">
                  <c:v>6.2503099428163206E-2</c:v>
                </c:pt>
                <c:pt idx="1301">
                  <c:v>6.1865963702951998E-2</c:v>
                </c:pt>
                <c:pt idx="1302">
                  <c:v>6.1102536992188497E-2</c:v>
                </c:pt>
                <c:pt idx="1303">
                  <c:v>6.0211008161279E-2</c:v>
                </c:pt>
                <c:pt idx="1304">
                  <c:v>5.9190100251578802E-2</c:v>
                </c:pt>
                <c:pt idx="1305">
                  <c:v>5.8039101364905303E-2</c:v>
                </c:pt>
                <c:pt idx="1306">
                  <c:v>5.6757896320688402E-2</c:v>
                </c:pt>
                <c:pt idx="1307">
                  <c:v>5.5346995357854999E-2</c:v>
                </c:pt>
                <c:pt idx="1308">
                  <c:v>5.3807557228738201E-2</c:v>
                </c:pt>
                <c:pt idx="1309">
                  <c:v>5.2141405989045903E-2</c:v>
                </c:pt>
                <c:pt idx="1310">
                  <c:v>5.0351042837638298E-2</c:v>
                </c:pt>
                <c:pt idx="1311">
                  <c:v>4.8439655617635503E-2</c:v>
                </c:pt>
                <c:pt idx="1312">
                  <c:v>4.6411128481490503E-2</c:v>
                </c:pt>
                <c:pt idx="1313">
                  <c:v>4.4270052815639102E-2</c:v>
                </c:pt>
                <c:pt idx="1314">
                  <c:v>4.2021738482049702E-2</c:v>
                </c:pt>
                <c:pt idx="1315">
                  <c:v>3.9672222638763001E-2</c:v>
                </c:pt>
                <c:pt idx="1316">
                  <c:v>3.7228272521440398E-2</c:v>
                </c:pt>
                <c:pt idx="1317">
                  <c:v>3.4697378868649702E-2</c:v>
                </c:pt>
                <c:pt idx="1318">
                  <c:v>3.2087738010158497E-2</c:v>
                </c:pt>
                <c:pt idx="1319">
                  <c:v>2.94082225525505E-2</c:v>
                </c:pt>
                <c:pt idx="1320">
                  <c:v>2.6668342435577499E-2</c:v>
                </c:pt>
                <c:pt idx="1321">
                  <c:v>2.38781991965623E-2</c:v>
                </c:pt>
                <c:pt idx="1322">
                  <c:v>2.10484360885747E-2</c:v>
                </c:pt>
                <c:pt idx="1323">
                  <c:v>1.8190185273472399E-2</c:v>
                </c:pt>
                <c:pt idx="1324">
                  <c:v>1.5315011236873E-2</c:v>
                </c:pt>
                <c:pt idx="1325">
                  <c:v>1.24348477268094E-2</c:v>
                </c:pt>
                <c:pt idx="1326">
                  <c:v>9.5619246542844299E-3</c:v>
                </c:pt>
                <c:pt idx="1327">
                  <c:v>6.7086818388898397E-3</c:v>
                </c:pt>
                <c:pt idx="1328">
                  <c:v>3.8876680996461099E-3</c:v>
                </c:pt>
                <c:pt idx="1329">
                  <c:v>1.11142652073263E-3</c:v>
                </c:pt>
                <c:pt idx="1330">
                  <c:v>-1.6076308915721101E-3</c:v>
                </c:pt>
                <c:pt idx="1331">
                  <c:v>-4.2573542370574801E-3</c:v>
                </c:pt>
                <c:pt idx="1332">
                  <c:v>-6.8259870501188001E-3</c:v>
                </c:pt>
                <c:pt idx="1333">
                  <c:v>-9.3022934198319692E-3</c:v>
                </c:pt>
                <c:pt idx="1334">
                  <c:v>-1.16756781486593E-2</c:v>
                </c:pt>
                <c:pt idx="1335">
                  <c:v>-1.39362990770978E-2</c:v>
                </c:pt>
                <c:pt idx="1336">
                  <c:v>-1.60751720007574E-2</c:v>
                </c:pt>
                <c:pt idx="1337">
                  <c:v>-1.8084268902710102E-2</c:v>
                </c:pt>
                <c:pt idx="1338">
                  <c:v>-1.9956609457517201E-2</c:v>
                </c:pt>
                <c:pt idx="1339">
                  <c:v>-2.16863442267986E-2</c:v>
                </c:pt>
                <c:pt idx="1340">
                  <c:v>-2.3268826265258301E-2</c:v>
                </c:pt>
                <c:pt idx="1341">
                  <c:v>-2.4700666784512999E-2</c:v>
                </c:pt>
                <c:pt idx="1342">
                  <c:v>-2.5979770738139001E-2</c:v>
                </c:pt>
                <c:pt idx="1343">
                  <c:v>-2.7105349799444099E-2</c:v>
                </c:pt>
                <c:pt idx="1344">
                  <c:v>-2.80779126151471E-2</c:v>
                </c:pt>
                <c:pt idx="1345">
                  <c:v>-2.88992344956031E-2</c:v>
                </c:pt>
                <c:pt idx="1346">
                  <c:v>-2.9572310087668301E-2</c:v>
                </c:pt>
                <c:pt idx="1347">
                  <c:v>-3.0101292760272499E-2</c:v>
                </c:pt>
                <c:pt idx="1348">
                  <c:v>-3.0491423502352399E-2</c:v>
                </c:pt>
                <c:pt idx="1349">
                  <c:v>-3.0748950468049902E-2</c:v>
                </c:pt>
                <c:pt idx="1350">
                  <c:v>-3.0881038538418198E-2</c:v>
                </c:pt>
                <c:pt idx="1351">
                  <c:v>-3.08956671630626E-2</c:v>
                </c:pt>
                <c:pt idx="1352">
                  <c:v>-3.0801514881647001E-2</c:v>
                </c:pt>
                <c:pt idx="1353">
                  <c:v>-3.0607830375812502E-2</c:v>
                </c:pt>
                <c:pt idx="1354">
                  <c:v>-3.0324292135222499E-2</c:v>
                </c:pt>
                <c:pt idx="1355">
                  <c:v>-2.9960860971320401E-2</c:v>
                </c:pt>
                <c:pt idx="1356">
                  <c:v>-2.9527630914892099E-2</c:v>
                </c:pt>
                <c:pt idx="1357">
                  <c:v>-2.90346840981827E-2</c:v>
                </c:pt>
                <c:pt idx="1358">
                  <c:v>-2.8491954059382901E-2</c:v>
                </c:pt>
                <c:pt idx="1359">
                  <c:v>-2.7909099887709399E-2</c:v>
                </c:pt>
                <c:pt idx="1360">
                  <c:v>-2.7295391444753899E-2</c:v>
                </c:pt>
                <c:pt idx="1361">
                  <c:v>-2.6659604396133699E-2</c:v>
                </c:pt>
                <c:pt idx="1362">
                  <c:v>-2.60099235983033E-2</c:v>
                </c:pt>
                <c:pt idx="1363">
                  <c:v>-2.5353854576458799E-2</c:v>
                </c:pt>
                <c:pt idx="1364">
                  <c:v>-2.4698144832064201E-2</c:v>
                </c:pt>
                <c:pt idx="1365">
                  <c:v>-2.4048718600011201E-2</c:v>
                </c:pt>
                <c:pt idx="1366">
                  <c:v>-2.34106295865577E-2</c:v>
                </c:pt>
                <c:pt idx="1367">
                  <c:v>-2.2788035753357298E-2</c:v>
                </c:pt>
                <c:pt idx="1368">
                  <c:v>-2.2184198492208498E-2</c:v>
                </c:pt>
                <c:pt idx="1369">
                  <c:v>-2.1601506070699598E-2</c:v>
                </c:pt>
                <c:pt idx="1370">
                  <c:v>-2.1041518755571899E-2</c:v>
                </c:pt>
                <c:pt idx="1371">
                  <c:v>-2.0505031332386299E-2</c:v>
                </c:pt>
                <c:pt idx="1372">
                  <c:v>-1.99921483919644E-2</c:v>
                </c:pt>
                <c:pt idx="1373">
                  <c:v>-1.95023687424522E-2</c:v>
                </c:pt>
                <c:pt idx="1374">
                  <c:v>-1.9034677048106002E-2</c:v>
                </c:pt>
                <c:pt idx="1375">
                  <c:v>-1.85876424559035E-2</c:v>
                </c:pt>
                <c:pt idx="1376">
                  <c:v>-1.8159524849905E-2</c:v>
                </c:pt>
                <c:pt idx="1377">
                  <c:v>-1.7748389132956299E-2</c:v>
                </c:pt>
                <c:pt idx="1378">
                  <c:v>-1.7352226632611899E-2</c:v>
                </c:pt>
                <c:pt idx="1379">
                  <c:v>-1.6969080760754901E-2</c:v>
                </c:pt>
                <c:pt idx="1380">
                  <c:v>-1.65971721094073E-2</c:v>
                </c:pt>
                <c:pt idx="1381">
                  <c:v>-1.6235017061700299E-2</c:v>
                </c:pt>
                <c:pt idx="1382">
                  <c:v>-1.5881534316460499E-2</c:v>
                </c:pt>
                <c:pt idx="1383">
                  <c:v>-1.55361354063591E-2</c:v>
                </c:pt>
                <c:pt idx="1384">
                  <c:v>-1.51987976370444E-2</c:v>
                </c:pt>
                <c:pt idx="1385">
                  <c:v>-1.48701199889851E-2</c:v>
                </c:pt>
                <c:pt idx="1386">
                  <c:v>-1.4551363753311499E-2</c:v>
                </c:pt>
                <c:pt idx="1387">
                  <c:v>-1.42444797773758E-2</c:v>
                </c:pt>
                <c:pt idx="1388">
                  <c:v>-1.39521232786733E-2</c:v>
                </c:pt>
                <c:pt idx="1389">
                  <c:v>-1.36776556207731E-2</c:v>
                </c:pt>
                <c:pt idx="1390">
                  <c:v>-1.34251308667053E-2</c:v>
                </c:pt>
                <c:pt idx="1391">
                  <c:v>-1.3199264095227699E-2</c:v>
                </c:pt>
                <c:pt idx="1392">
                  <c:v>-1.30053788923261E-2</c:v>
                </c:pt>
                <c:pt idx="1393">
                  <c:v>-1.28493330321654E-2</c:v>
                </c:pt>
                <c:pt idx="1394">
                  <c:v>-1.2737423532524401E-2</c:v>
                </c:pt>
                <c:pt idx="1395">
                  <c:v>-1.2676274270611999E-2</c:v>
                </c:pt>
                <c:pt idx="1396">
                  <c:v>-1.2672710627836301E-2</c:v>
                </c:pt>
                <c:pt idx="1397">
                  <c:v>-1.2733625917009401E-2</c:v>
                </c:pt>
                <c:pt idx="1398">
                  <c:v>-1.28658436033876E-2</c:v>
                </c:pt>
                <c:pt idx="1399">
                  <c:v>-1.3075977820471801E-2</c:v>
                </c:pt>
                <c:pt idx="1400">
                  <c:v>-1.33702929787954E-2</c:v>
                </c:pt>
                <c:pt idx="1401">
                  <c:v>-1.3754562125303601E-2</c:v>
                </c:pt>
                <c:pt idx="1402">
                  <c:v>-1.42339237225509E-2</c:v>
                </c:pt>
                <c:pt idx="1403">
                  <c:v>-1.4812737756507001E-2</c:v>
                </c:pt>
                <c:pt idx="1404">
                  <c:v>-1.5494444042931699E-2</c:v>
                </c:pt>
                <c:pt idx="1405">
                  <c:v>-1.6281427488966702E-2</c:v>
                </c:pt>
                <c:pt idx="1406">
                  <c:v>-1.71748961786133E-2</c:v>
                </c:pt>
                <c:pt idx="1407">
                  <c:v>-1.8174778083563901E-2</c:v>
                </c:pt>
                <c:pt idx="1408">
                  <c:v>-1.9279640899518401E-2</c:v>
                </c:pt>
                <c:pt idx="1409">
                  <c:v>-2.0486637323158498E-2</c:v>
                </c:pt>
                <c:pt idx="1410">
                  <c:v>-2.17914757487528E-2</c:v>
                </c:pt>
                <c:pt idx="1411">
                  <c:v>-2.31884147295154E-2</c:v>
                </c:pt>
                <c:pt idx="1412">
                  <c:v>-2.4670279182364599E-2</c:v>
                </c:pt>
                <c:pt idx="1413">
                  <c:v>-2.62284972095497E-2</c:v>
                </c:pt>
                <c:pt idx="1414">
                  <c:v>-2.78531580147078E-2</c:v>
                </c:pt>
                <c:pt idx="1415">
                  <c:v>-2.95330928924716E-2</c:v>
                </c:pt>
                <c:pt idx="1416">
                  <c:v>-3.1255981933546097E-2</c:v>
                </c:pt>
                <c:pt idx="1417">
                  <c:v>-3.3008488459428199E-2</c:v>
                </c:pt>
                <c:pt idx="1418">
                  <c:v>-3.4776421226854599E-2</c:v>
                </c:pt>
                <c:pt idx="1419">
                  <c:v>-3.6544921568541403E-2</c:v>
                </c:pt>
                <c:pt idx="1420">
                  <c:v>-3.8298669796290499E-2</c:v>
                </c:pt>
                <c:pt idx="1421">
                  <c:v>-4.0022103449475703E-2</c:v>
                </c:pt>
                <c:pt idx="1422">
                  <c:v>-4.16996399442442E-2</c:v>
                </c:pt>
                <c:pt idx="1423">
                  <c:v>-4.3315897699730398E-2</c:v>
                </c:pt>
                <c:pt idx="1424">
                  <c:v>-4.4855912122868803E-2</c:v>
                </c:pt>
                <c:pt idx="1425">
                  <c:v>-4.6305345028523799E-2</c:v>
                </c:pt>
                <c:pt idx="1426">
                  <c:v>-4.7650687464619E-2</c:v>
                </c:pt>
                <c:pt idx="1427">
                  <c:v>-4.8879456114563298E-2</c:v>
                </c:pt>
                <c:pt idx="1428">
                  <c:v>-4.9980382410785999E-2</c:v>
                </c:pt>
                <c:pt idx="1429">
                  <c:v>-5.0943591574412E-2</c:v>
                </c:pt>
                <c:pt idx="1430">
                  <c:v>-5.17607667975006E-2</c:v>
                </c:pt>
                <c:pt idx="1431">
                  <c:v>-5.2425292699364898E-2</c:v>
                </c:pt>
                <c:pt idx="1432">
                  <c:v>-5.2932372657248698E-2</c:v>
                </c:pt>
                <c:pt idx="1433">
                  <c:v>-5.3279116510762399E-2</c:v>
                </c:pt>
                <c:pt idx="1434">
                  <c:v>-5.3464597716494699E-2</c:v>
                </c:pt>
                <c:pt idx="1435">
                  <c:v>-5.3489881382493998E-2</c:v>
                </c:pt>
                <c:pt idx="1436">
                  <c:v>-5.3358026064296397E-2</c:v>
                </c:pt>
                <c:pt idx="1437">
                  <c:v>-5.3074062435701203E-2</c:v>
                </c:pt>
                <c:pt idx="1438">
                  <c:v>-5.26449510056042E-2</c:v>
                </c:pt>
                <c:pt idx="1439">
                  <c:v>-5.2079519334708398E-2</c:v>
                </c:pt>
                <c:pt idx="1440">
                  <c:v>-5.1388377431941197E-2</c:v>
                </c:pt>
                <c:pt idx="1441">
                  <c:v>-5.0583809031710003E-2</c:v>
                </c:pt>
                <c:pt idx="1442">
                  <c:v>-4.9679636834726502E-2</c:v>
                </c:pt>
                <c:pt idx="1443">
                  <c:v>-4.8691061463145002E-2</c:v>
                </c:pt>
                <c:pt idx="1444">
                  <c:v>-4.7634476192136802E-2</c:v>
                </c:pt>
                <c:pt idx="1445">
                  <c:v>-4.6527261660803301E-2</c:v>
                </c:pt>
                <c:pt idx="1446">
                  <c:v>-4.5387566102915597E-2</c:v>
                </c:pt>
                <c:pt idx="1447">
                  <c:v>-4.4234076850984898E-2</c:v>
                </c:pt>
                <c:pt idx="1448">
                  <c:v>-4.3085787950349397E-2</c:v>
                </c:pt>
                <c:pt idx="1449">
                  <c:v>-4.1961767005416303E-2</c:v>
                </c:pt>
                <c:pt idx="1450">
                  <c:v>-4.0880922547278799E-2</c:v>
                </c:pt>
                <c:pt idx="1451">
                  <c:v>-3.9861772093787398E-2</c:v>
                </c:pt>
                <c:pt idx="1452">
                  <c:v>-3.8922211224383101E-2</c:v>
                </c:pt>
                <c:pt idx="1453">
                  <c:v>-3.8079285336477399E-2</c:v>
                </c:pt>
                <c:pt idx="1454">
                  <c:v>-3.73489676347077E-2</c:v>
                </c:pt>
                <c:pt idx="1455">
                  <c:v>-3.6745948484983498E-2</c:v>
                </c:pt>
                <c:pt idx="1456">
                  <c:v>-3.6283441885998503E-2</c:v>
                </c:pt>
                <c:pt idx="1457">
                  <c:v>-3.5973014183972897E-2</c:v>
                </c:pt>
                <c:pt idx="1458">
                  <c:v>-3.5824438404694202E-2</c:v>
                </c:pt>
                <c:pt idx="1459">
                  <c:v>-3.5845575213236197E-2</c:v>
                </c:pt>
                <c:pt idx="1460">
                  <c:v>-3.6042279310964903E-2</c:v>
                </c:pt>
                <c:pt idx="1461">
                  <c:v>-3.6418328809680302E-2</c:v>
                </c:pt>
                <c:pt idx="1462">
                  <c:v>-3.6975375212347297E-2</c:v>
                </c:pt>
                <c:pt idx="1463">
                  <c:v>-3.7712912939016401E-2</c:v>
                </c:pt>
                <c:pt idx="1464">
                  <c:v>-3.8628269216338898E-2</c:v>
                </c:pt>
                <c:pt idx="1465">
                  <c:v>-3.9716616795444998E-2</c:v>
                </c:pt>
                <c:pt idx="1466">
                  <c:v>-4.0971012781806003E-2</c:v>
                </c:pt>
                <c:pt idx="1467">
                  <c:v>-4.2382466581072802E-2</c:v>
                </c:pt>
                <c:pt idx="1468">
                  <c:v>-4.3940038595705402E-2</c:v>
                </c:pt>
                <c:pt idx="1469">
                  <c:v>-4.5630969153668301E-2</c:v>
                </c:pt>
                <c:pt idx="1470">
                  <c:v>-4.7440834839120802E-2</c:v>
                </c:pt>
                <c:pt idx="1471">
                  <c:v>-4.9353727706351803E-2</c:v>
                </c:pt>
                <c:pt idx="1472">
                  <c:v>-5.1352452358945401E-2</c:v>
                </c:pt>
                <c:pt idx="1473">
                  <c:v>-5.3418736598087303E-2</c:v>
                </c:pt>
                <c:pt idx="1474">
                  <c:v>-5.5533452773383597E-2</c:v>
                </c:pt>
                <c:pt idx="1475">
                  <c:v>-5.76768483517184E-2</c:v>
                </c:pt>
                <c:pt idx="1476">
                  <c:v>-5.9828784910955501E-2</c:v>
                </c:pt>
                <c:pt idx="1477">
                  <c:v>-6.1968984416074298E-2</c:v>
                </c:pt>
                <c:pt idx="1478">
                  <c:v>-6.40772802510855E-2</c:v>
                </c:pt>
                <c:pt idx="1479">
                  <c:v>-6.61338684797034E-2</c:v>
                </c:pt>
                <c:pt idx="1480">
                  <c:v>-6.8119552994474503E-2</c:v>
                </c:pt>
                <c:pt idx="1481">
                  <c:v>-7.0015977471275595E-2</c:v>
                </c:pt>
                <c:pt idx="1482">
                  <c:v>-7.1805837838435305E-2</c:v>
                </c:pt>
                <c:pt idx="1483">
                  <c:v>-7.34730710561117E-2</c:v>
                </c:pt>
                <c:pt idx="1484">
                  <c:v>-7.5003018621009596E-2</c:v>
                </c:pt>
                <c:pt idx="1485">
                  <c:v>-7.6382565520427007E-2</c:v>
                </c:pt>
                <c:pt idx="1486">
                  <c:v>-7.7600256745046503E-2</c:v>
                </c:pt>
                <c:pt idx="1487">
                  <c:v>-7.86463936469287E-2</c:v>
                </c:pt>
                <c:pt idx="1488">
                  <c:v>-7.9513111458922606E-2</c:v>
                </c:pt>
                <c:pt idx="1489">
                  <c:v>-8.0194437611487507E-2</c:v>
                </c:pt>
                <c:pt idx="1490">
                  <c:v>-8.0686328868399396E-2</c:v>
                </c:pt>
                <c:pt idx="1491">
                  <c:v>-8.0986684595796707E-2</c:v>
                </c:pt>
                <c:pt idx="1492">
                  <c:v>-8.1095334125177596E-2</c:v>
                </c:pt>
                <c:pt idx="1493">
                  <c:v>-8.10139979390819E-2</c:v>
                </c:pt>
                <c:pt idx="1494">
                  <c:v>-8.0746224563695804E-2</c:v>
                </c:pt>
                <c:pt idx="1495">
                  <c:v>-8.0297306795763093E-2</c:v>
                </c:pt>
                <c:pt idx="1496">
                  <c:v>-7.9674181689661006E-2</c:v>
                </c:pt>
                <c:pt idx="1497">
                  <c:v>-7.8885318409617197E-2</c:v>
                </c:pt>
                <c:pt idx="1498">
                  <c:v>-7.7940596749094398E-2</c:v>
                </c:pt>
                <c:pt idx="1499">
                  <c:v>-7.6851177255178899E-2</c:v>
                </c:pt>
                <c:pt idx="1500">
                  <c:v>-7.5629362162447603E-2</c:v>
                </c:pt>
                <c:pt idx="1501">
                  <c:v>-7.4288445514086199E-2</c:v>
                </c:pt>
                <c:pt idx="1502">
                  <c:v>-7.2842551374530301E-2</c:v>
                </c:pt>
                <c:pt idx="1503">
                  <c:v>-7.1306460724695098E-2</c:v>
                </c:pt>
                <c:pt idx="1504">
                  <c:v>-6.9695429758037594E-2</c:v>
                </c:pt>
                <c:pt idx="1505">
                  <c:v>-6.8025004033136299E-2</c:v>
                </c:pt>
                <c:pt idx="1506">
                  <c:v>-6.6310833704287697E-2</c:v>
                </c:pt>
                <c:pt idx="1507">
                  <c:v>-6.4568494628212902E-2</c:v>
                </c:pt>
                <c:pt idx="1508">
                  <c:v>-6.2813318647389302E-2</c:v>
                </c:pt>
                <c:pt idx="1509">
                  <c:v>-6.1060234214562303E-2</c:v>
                </c:pt>
                <c:pt idx="1510">
                  <c:v>-5.9323616488596798E-2</c:v>
                </c:pt>
                <c:pt idx="1511">
                  <c:v>-5.7617144923251103E-2</c:v>
                </c:pt>
                <c:pt idx="1512">
                  <c:v>-5.5953666661880397E-2</c:v>
                </c:pt>
                <c:pt idx="1513">
                  <c:v>-5.4345065556577497E-2</c:v>
                </c:pt>
                <c:pt idx="1514">
                  <c:v>-5.2802138628827398E-2</c:v>
                </c:pt>
                <c:pt idx="1515">
                  <c:v>-5.1334483465432602E-2</c:v>
                </c:pt>
                <c:pt idx="1516">
                  <c:v>-4.9950400841753402E-2</c:v>
                </c:pt>
                <c:pt idx="1517">
                  <c:v>-4.8656816553767898E-2</c:v>
                </c:pt>
                <c:pt idx="1518">
                  <c:v>-4.7459225070508003E-2</c:v>
                </c:pt>
                <c:pt idx="1519">
                  <c:v>-4.63616555400196E-2</c:v>
                </c:pt>
                <c:pt idx="1520">
                  <c:v>-4.5366658552812002E-2</c:v>
                </c:pt>
                <c:pt idx="1521">
                  <c:v>-4.4475310663462601E-2</c:v>
                </c:pt>
                <c:pt idx="1522">
                  <c:v>-4.3687233520556701E-2</c:v>
                </c:pt>
                <c:pt idx="1523">
                  <c:v>-4.30006255212644E-2</c:v>
                </c:pt>
                <c:pt idx="1524">
                  <c:v>-4.2412305603123E-2</c:v>
                </c:pt>
                <c:pt idx="1525">
                  <c:v>-4.1917770328848997E-2</c:v>
                </c:pt>
                <c:pt idx="1526">
                  <c:v>-4.1511266207120603E-2</c:v>
                </c:pt>
                <c:pt idx="1527">
                  <c:v>-4.11858789346949E-2</c:v>
                </c:pt>
                <c:pt idx="1528">
                  <c:v>-4.0933639964293798E-2</c:v>
                </c:pt>
                <c:pt idx="1529">
                  <c:v>-4.0745648871326999E-2</c:v>
                </c:pt>
                <c:pt idx="1530">
                  <c:v>-4.0612208123652502E-2</c:v>
                </c:pt>
                <c:pt idx="1531">
                  <c:v>-4.0522965841338202E-2</c:v>
                </c:pt>
                <c:pt idx="1532">
                  <c:v>-4.0467062401452203E-2</c:v>
                </c:pt>
                <c:pt idx="1533">
                  <c:v>-4.0433278118629998E-2</c:v>
                </c:pt>
                <c:pt idx="1534">
                  <c:v>-4.0410181063305503E-2</c:v>
                </c:pt>
                <c:pt idx="1535">
                  <c:v>-4.03862756145777E-2</c:v>
                </c:pt>
                <c:pt idx="1536">
                  <c:v>-4.0350153030430103E-2</c:v>
                </c:pt>
                <c:pt idx="1537">
                  <c:v>-4.0290644905319702E-2</c:v>
                </c:pt>
                <c:pt idx="1538">
                  <c:v>-4.0196978955341703E-2</c:v>
                </c:pt>
                <c:pt idx="1539">
                  <c:v>-4.00589345674068E-2</c:v>
                </c:pt>
                <c:pt idx="1540">
                  <c:v>-3.9866993730247997E-2</c:v>
                </c:pt>
                <c:pt idx="1541">
                  <c:v>-3.9612482131999999E-2</c:v>
                </c:pt>
                <c:pt idx="1542">
                  <c:v>-3.9287695758875203E-2</c:v>
                </c:pt>
                <c:pt idx="1543">
                  <c:v>-3.8886010008927101E-2</c:v>
                </c:pt>
                <c:pt idx="1544">
                  <c:v>-3.8401970436914901E-2</c:v>
                </c:pt>
                <c:pt idx="1545">
                  <c:v>-3.7831366021487602E-2</c:v>
                </c:pt>
                <c:pt idx="1546">
                  <c:v>-3.7171286771796597E-2</c:v>
                </c:pt>
                <c:pt idx="1547">
                  <c:v>-3.6420167343820899E-2</c:v>
                </c:pt>
                <c:pt idx="1548">
                  <c:v>-3.5577817205035001E-2</c:v>
                </c:pt>
                <c:pt idx="1549">
                  <c:v>-3.4645436201527498E-2</c:v>
                </c:pt>
                <c:pt idx="1550">
                  <c:v>-3.3625612902879201E-2</c:v>
                </c:pt>
                <c:pt idx="1551">
                  <c:v>-3.2522302652327098E-2</c:v>
                </c:pt>
                <c:pt idx="1552">
                  <c:v>-3.1340783241090499E-2</c:v>
                </c:pt>
                <c:pt idx="1553">
                  <c:v>-3.0087588261411301E-2</c:v>
                </c:pt>
                <c:pt idx="1554">
                  <c:v>-2.8770420684853401E-2</c:v>
                </c:pt>
                <c:pt idx="1555">
                  <c:v>-2.7398051224192099E-2</c:v>
                </c:pt>
                <c:pt idx="1556">
                  <c:v>-2.59802069740806E-2</c:v>
                </c:pt>
                <c:pt idx="1557">
                  <c:v>-2.4527455422993699E-2</c:v>
                </c:pt>
                <c:pt idx="1558">
                  <c:v>-2.3051087280785101E-2</c:v>
                </c:pt>
                <c:pt idx="1559">
                  <c:v>-2.1562999158524901E-2</c:v>
                </c:pt>
                <c:pt idx="1560">
                  <c:v>-2.0075574807452801E-2</c:v>
                </c:pt>
                <c:pt idx="1561">
                  <c:v>-1.86015622946606E-2</c:v>
                </c:pt>
                <c:pt idx="1562">
                  <c:v>-1.7153944707129699E-2</c:v>
                </c:pt>
                <c:pt idx="1563">
                  <c:v>-1.5745803566865599E-2</c:v>
                </c:pt>
                <c:pt idx="1564">
                  <c:v>-1.4390176348713601E-2</c:v>
                </c:pt>
                <c:pt idx="1565">
                  <c:v>-1.30999114148671E-2</c:v>
                </c:pt>
                <c:pt idx="1566">
                  <c:v>-1.18875246607864E-2</c:v>
                </c:pt>
                <c:pt idx="1567">
                  <c:v>-1.0765061926838499E-2</c:v>
                </c:pt>
                <c:pt idx="1568">
                  <c:v>-9.7439698452530098E-3</c:v>
                </c:pt>
                <c:pt idx="1569">
                  <c:v>-8.8349757040218704E-3</c:v>
                </c:pt>
                <c:pt idx="1570">
                  <c:v>-8.0479749024357696E-3</c:v>
                </c:pt>
                <c:pt idx="1571">
                  <c:v>-7.3919235274812704E-3</c:v>
                </c:pt>
                <c:pt idx="1572">
                  <c:v>-6.8747340098769504E-3</c:v>
                </c:pt>
                <c:pt idx="1573">
                  <c:v>-6.5031735342168098E-3</c:v>
                </c:pt>
                <c:pt idx="1574">
                  <c:v>-6.2827671173196998E-3</c:v>
                </c:pt>
                <c:pt idx="1575">
                  <c:v>-6.2177091766970104E-3</c:v>
                </c:pt>
                <c:pt idx="1576">
                  <c:v>-6.3107883983266099E-3</c:v>
                </c:pt>
                <c:pt idx="1577">
                  <c:v>-6.5633304883394401E-3</c:v>
                </c:pt>
                <c:pt idx="1578">
                  <c:v>-6.9751619289200898E-3</c:v>
                </c:pt>
                <c:pt idx="1579">
                  <c:v>-7.5445955036968198E-3</c:v>
                </c:pt>
                <c:pt idx="1580">
                  <c:v>-8.2684358950809392E-3</c:v>
                </c:pt>
                <c:pt idx="1581">
                  <c:v>-9.1420020405229997E-3</c:v>
                </c:pt>
                <c:pt idx="1582">
                  <c:v>-1.01591627983825E-2</c:v>
                </c:pt>
                <c:pt idx="1583">
                  <c:v>-1.1312383752877899E-2</c:v>
                </c:pt>
                <c:pt idx="1584">
                  <c:v>-1.2592784968065001E-2</c:v>
                </c:pt>
                <c:pt idx="1585">
                  <c:v>-1.3990211247733E-2</c:v>
                </c:pt>
                <c:pt idx="1586">
                  <c:v>-1.5493317257830401E-2</c:v>
                </c:pt>
                <c:pt idx="1587">
                  <c:v>-1.7089669403525101E-2</c:v>
                </c:pt>
                <c:pt idx="1588">
                  <c:v>-1.8765864703064999E-2</c:v>
                </c:pt>
                <c:pt idx="1589">
                  <c:v>-2.0507664559832699E-2</c:v>
                </c:pt>
                <c:pt idx="1590">
                  <c:v>-2.2300139172986101E-2</c:v>
                </c:pt>
                <c:pt idx="1591">
                  <c:v>-2.41278172771358E-2</c:v>
                </c:pt>
                <c:pt idx="1592">
                  <c:v>-2.59748364441965E-2</c:v>
                </c:pt>
                <c:pt idx="1593">
                  <c:v>-2.7825091048944199E-2</c:v>
                </c:pt>
                <c:pt idx="1594">
                  <c:v>-2.96623773553133E-2</c:v>
                </c:pt>
                <c:pt idx="1595">
                  <c:v>-3.1470537077910699E-2</c:v>
                </c:pt>
                <c:pt idx="1596">
                  <c:v>-3.3233601551459498E-2</c:v>
                </c:pt>
                <c:pt idx="1597">
                  <c:v>-3.49359380817739E-2</c:v>
                </c:pt>
                <c:pt idx="1598">
                  <c:v>-3.6562398367427501E-2</c:v>
                </c:pt>
                <c:pt idx="1599">
                  <c:v>-3.80984666401274E-2</c:v>
                </c:pt>
                <c:pt idx="1600">
                  <c:v>-3.9530403191832299E-2</c:v>
                </c:pt>
                <c:pt idx="1601">
                  <c:v>-4.0845378057754303E-2</c:v>
                </c:pt>
                <c:pt idx="1602">
                  <c:v>-4.2031590231637501E-2</c:v>
                </c:pt>
                <c:pt idx="1603">
                  <c:v>-4.3078369671151903E-2</c:v>
                </c:pt>
                <c:pt idx="1604">
                  <c:v>-4.3976261751123E-2</c:v>
                </c:pt>
                <c:pt idx="1605">
                  <c:v>-4.4717095865260299E-2</c:v>
                </c:pt>
                <c:pt idx="1606">
                  <c:v>-4.5294040929649997E-2</c:v>
                </c:pt>
                <c:pt idx="1607">
                  <c:v>-4.5701650367662001E-2</c:v>
                </c:pt>
                <c:pt idx="1608">
                  <c:v>-4.5935897902433499E-2</c:v>
                </c:pt>
                <c:pt idx="1609">
                  <c:v>-4.5994203625753197E-2</c:v>
                </c:pt>
                <c:pt idx="1610">
                  <c:v>-4.5875448104466601E-2</c:v>
                </c:pt>
                <c:pt idx="1611">
                  <c:v>-4.5579971539712598E-2</c:v>
                </c:pt>
                <c:pt idx="1612">
                  <c:v>-4.5109555650039303E-2</c:v>
                </c:pt>
                <c:pt idx="1613">
                  <c:v>-4.4467387775988E-2</c:v>
                </c:pt>
                <c:pt idx="1614">
                  <c:v>-4.3658008948882499E-2</c:v>
                </c:pt>
                <c:pt idx="1615">
                  <c:v>-4.2687249489738802E-2</c:v>
                </c:pt>
                <c:pt idx="1616">
                  <c:v>-4.1562156531570998E-2</c:v>
                </c:pt>
                <c:pt idx="1617">
                  <c:v>-4.0290917502999402E-2</c:v>
                </c:pt>
                <c:pt idx="1618">
                  <c:v>-3.8882782221222198E-2</c:v>
                </c:pt>
                <c:pt idx="1619">
                  <c:v>-3.7347984233114501E-2</c:v>
                </c:pt>
                <c:pt idx="1620">
                  <c:v>-3.5697660068818499E-2</c:v>
                </c:pt>
                <c:pt idx="1621">
                  <c:v>-3.3943763885261803E-2</c:v>
                </c:pt>
                <c:pt idx="1622">
                  <c:v>-3.20989750854394E-2</c:v>
                </c:pt>
                <c:pt idx="1623">
                  <c:v>-3.0176597855668601E-2</c:v>
                </c:pt>
                <c:pt idx="1624">
                  <c:v>-2.81904535779849E-2</c:v>
                </c:pt>
                <c:pt idx="1625">
                  <c:v>-2.61547689313785E-2</c:v>
                </c:pt>
                <c:pt idx="1626">
                  <c:v>-2.4084063492159601E-2</c:v>
                </c:pt>
                <c:pt idx="1627">
                  <c:v>-2.1993040389484599E-2</c:v>
                </c:pt>
                <c:pt idx="1628">
                  <c:v>-1.9896482093057399E-2</c:v>
                </c:pt>
                <c:pt idx="1629">
                  <c:v>-1.78091512146808E-2</c:v>
                </c:pt>
                <c:pt idx="1630">
                  <c:v>-1.5745694168883599E-2</c:v>
                </c:pt>
                <c:pt idx="1631">
                  <c:v>-1.37205445279078E-2</c:v>
                </c:pt>
                <c:pt idx="1632">
                  <c:v>-1.1747823352550099E-2</c:v>
                </c:pt>
                <c:pt idx="1633">
                  <c:v>-9.8412354755552604E-3</c:v>
                </c:pt>
                <c:pt idx="1634">
                  <c:v>-8.0139629611941307E-3</c:v>
                </c:pt>
                <c:pt idx="1635">
                  <c:v>-6.27855894039955E-3</c:v>
                </c:pt>
                <c:pt idx="1636">
                  <c:v>-4.6468460890851503E-3</c:v>
                </c:pt>
                <c:pt idx="1637">
                  <c:v>-3.12982385320791E-3</c:v>
                </c:pt>
                <c:pt idx="1638">
                  <c:v>-1.73758716865309E-3</c:v>
                </c:pt>
                <c:pt idx="1639">
                  <c:v>-4.7925734578265898E-4</c:v>
                </c:pt>
                <c:pt idx="1640">
                  <c:v>6.3707619606454295E-4</c:v>
                </c:pt>
                <c:pt idx="1641">
                  <c:v>1.6044057114716799E-3</c:v>
                </c:pt>
                <c:pt idx="1642">
                  <c:v>2.4168484632939302E-3</c:v>
                </c:pt>
                <c:pt idx="1643">
                  <c:v>3.0696840790274799E-3</c:v>
                </c:pt>
                <c:pt idx="1644">
                  <c:v>3.5593842895967299E-3</c:v>
                </c:pt>
                <c:pt idx="1645">
                  <c:v>3.8836316353268001E-3</c:v>
                </c:pt>
                <c:pt idx="1646">
                  <c:v>4.0413229901141096E-3</c:v>
                </c:pt>
                <c:pt idx="1647">
                  <c:v>4.0325543811328499E-3</c:v>
                </c:pt>
                <c:pt idx="1648">
                  <c:v>3.85858545301977E-3</c:v>
                </c:pt>
                <c:pt idx="1649">
                  <c:v>3.5217845145722199E-3</c:v>
                </c:pt>
                <c:pt idx="1650">
                  <c:v>3.0255575602483801E-3</c:v>
                </c:pt>
                <c:pt idx="1651">
                  <c:v>2.3742660922802502E-3</c:v>
                </c:pt>
                <c:pt idx="1652">
                  <c:v>1.5731385140861E-3</c:v>
                </c:pt>
                <c:pt idx="1653">
                  <c:v>6.2817854567333298E-4</c:v>
                </c:pt>
                <c:pt idx="1654">
                  <c:v>-4.5392771485884499E-4</c:v>
                </c:pt>
                <c:pt idx="1655">
                  <c:v>-1.6659059371033E-3</c:v>
                </c:pt>
                <c:pt idx="1656">
                  <c:v>-2.9999893245648002E-3</c:v>
                </c:pt>
                <c:pt idx="1657">
                  <c:v>-4.4480159283972398E-3</c:v>
                </c:pt>
                <c:pt idx="1658">
                  <c:v>-6.0015261611637899E-3</c:v>
                </c:pt>
                <c:pt idx="1659">
                  <c:v>-7.65185761286562E-3</c:v>
                </c:pt>
                <c:pt idx="1660">
                  <c:v>-9.3902330995277398E-3</c:v>
                </c:pt>
                <c:pt idx="1661">
                  <c:v>-1.1207837695567E-2</c:v>
                </c:pt>
                <c:pt idx="1662">
                  <c:v>-1.30958815925504E-2</c:v>
                </c:pt>
                <c:pt idx="1663">
                  <c:v>-1.5045647726134001E-2</c:v>
                </c:pt>
                <c:pt idx="1664">
                  <c:v>-1.7048525521719999E-2</c:v>
                </c:pt>
                <c:pt idx="1665">
                  <c:v>-1.90960340192389E-2</c:v>
                </c:pt>
                <c:pt idx="1666">
                  <c:v>-2.11798384638212E-2</c:v>
                </c:pt>
                <c:pt idx="1667">
                  <c:v>-2.32917640378459E-2</c:v>
                </c:pt>
                <c:pt idx="1668">
                  <c:v>-2.5423809037900199E-2</c:v>
                </c:pt>
                <c:pt idx="1669">
                  <c:v>-2.75681580256954E-2</c:v>
                </c:pt>
                <c:pt idx="1670">
                  <c:v>-2.9717193993590799E-2</c:v>
                </c:pt>
                <c:pt idx="1671">
                  <c:v>-3.1863508021420399E-2</c:v>
                </c:pt>
                <c:pt idx="1672">
                  <c:v>-3.39999055508124E-2</c:v>
                </c:pt>
                <c:pt idx="1673">
                  <c:v>-3.6119409984740503E-2</c:v>
                </c:pt>
                <c:pt idx="1674">
                  <c:v>-3.8215266106377599E-2</c:v>
                </c:pt>
                <c:pt idx="1675">
                  <c:v>-4.0280947020837399E-2</c:v>
                </c:pt>
                <c:pt idx="1676">
                  <c:v>-4.2310168456036197E-2</c:v>
                </c:pt>
                <c:pt idx="1677">
                  <c:v>-4.4296913190454701E-2</c:v>
                </c:pt>
                <c:pt idx="1678">
                  <c:v>-4.6235466306490898E-2</c:v>
                </c:pt>
                <c:pt idx="1679">
                  <c:v>-4.8120459400697799E-2</c:v>
                </c:pt>
                <c:pt idx="1680">
                  <c:v>-4.9946919582961102E-2</c:v>
                </c:pt>
                <c:pt idx="1681">
                  <c:v>-5.1710317854051897E-2</c:v>
                </c:pt>
                <c:pt idx="1682">
                  <c:v>-5.34066116706386E-2</c:v>
                </c:pt>
                <c:pt idx="1683">
                  <c:v>-5.5032277971124297E-2</c:v>
                </c:pt>
                <c:pt idx="1684">
                  <c:v>-5.6584334952853803E-2</c:v>
                </c:pt>
                <c:pt idx="1685">
                  <c:v>-5.8060352690601398E-2</c:v>
                </c:pt>
                <c:pt idx="1686">
                  <c:v>-5.9458453729628102E-2</c:v>
                </c:pt>
                <c:pt idx="1687">
                  <c:v>-6.07773048538328E-2</c:v>
                </c:pt>
                <c:pt idx="1688">
                  <c:v>-6.2016100406541097E-2</c:v>
                </c:pt>
                <c:pt idx="1689">
                  <c:v>-6.31745362341051E-2</c:v>
                </c:pt>
                <c:pt idx="1690">
                  <c:v>-6.4252772217417597E-2</c:v>
                </c:pt>
                <c:pt idx="1691">
                  <c:v>-6.5251381189177296E-2</c:v>
                </c:pt>
                <c:pt idx="1692">
                  <c:v>-6.6171283202226802E-2</c:v>
                </c:pt>
                <c:pt idx="1693">
                  <c:v>-6.7013666391041102E-2</c:v>
                </c:pt>
                <c:pt idx="1694">
                  <c:v>-6.7779898281234499E-2</c:v>
                </c:pt>
                <c:pt idx="1695">
                  <c:v>-6.8471433430522893E-2</c:v>
                </c:pt>
                <c:pt idx="1696">
                  <c:v>-6.9089724077731896E-2</c:v>
                </c:pt>
                <c:pt idx="1697">
                  <c:v>-6.9636139828142402E-2</c:v>
                </c:pt>
                <c:pt idx="1698">
                  <c:v>-7.0111900519775505E-2</c:v>
                </c:pt>
                <c:pt idx="1699">
                  <c:v>-7.05180238462077E-2</c:v>
                </c:pt>
                <c:pt idx="1700">
                  <c:v>-7.0855286869328807E-2</c:v>
                </c:pt>
                <c:pt idx="1701">
                  <c:v>-7.1124199071518499E-2</c:v>
                </c:pt>
                <c:pt idx="1702">
                  <c:v>-7.1324984529444593E-2</c:v>
                </c:pt>
                <c:pt idx="1703">
                  <c:v>-7.1457571982812607E-2</c:v>
                </c:pt>
                <c:pt idx="1704">
                  <c:v>-7.15215933643462E-2</c:v>
                </c:pt>
                <c:pt idx="1705">
                  <c:v>-7.1516392934926301E-2</c:v>
                </c:pt>
                <c:pt idx="1706">
                  <c:v>-7.1441049858830694E-2</c:v>
                </c:pt>
                <c:pt idx="1707">
                  <c:v>-7.1294416517926604E-2</c:v>
                </c:pt>
                <c:pt idx="1708">
                  <c:v>-7.1075173176127299E-2</c:v>
                </c:pt>
                <c:pt idx="1709">
                  <c:v>-7.0781897270277699E-2</c:v>
                </c:pt>
                <c:pt idx="1710">
                  <c:v>-7.0413143451948795E-2</c:v>
                </c:pt>
                <c:pt idx="1711">
                  <c:v>-6.9967529379084001E-2</c:v>
                </c:pt>
                <c:pt idx="1712">
                  <c:v>-6.9443822561219504E-2</c:v>
                </c:pt>
                <c:pt idx="1713">
                  <c:v>-6.8841025029085401E-2</c:v>
                </c:pt>
                <c:pt idx="1714">
                  <c:v>-6.8158454481875005E-2</c:v>
                </c:pt>
                <c:pt idx="1715">
                  <c:v>-6.7395822053980398E-2</c:v>
                </c:pt>
                <c:pt idx="1716">
                  <c:v>-6.6553307392880706E-2</c:v>
                </c:pt>
                <c:pt idx="1717">
                  <c:v>-6.5631631199127599E-2</c:v>
                </c:pt>
                <c:pt idx="1718">
                  <c:v>-6.4632123968832805E-2</c:v>
                </c:pt>
                <c:pt idx="1719">
                  <c:v>-6.3556787924259797E-2</c:v>
                </c:pt>
                <c:pt idx="1720">
                  <c:v>-6.24083477572367E-2</c:v>
                </c:pt>
                <c:pt idx="1721">
                  <c:v>-6.1190285562031599E-2</c:v>
                </c:pt>
                <c:pt idx="1722">
                  <c:v>-5.99068565168882E-2</c:v>
                </c:pt>
                <c:pt idx="1723">
                  <c:v>-5.8563084161627803E-2</c:v>
                </c:pt>
                <c:pt idx="1724">
                  <c:v>-5.7164736699106503E-2</c:v>
                </c:pt>
                <c:pt idx="1725">
                  <c:v>-5.5718287739186301E-2</c:v>
                </c:pt>
                <c:pt idx="1726">
                  <c:v>-5.4230865722074799E-2</c:v>
                </c:pt>
                <c:pt idx="1727">
                  <c:v>-5.2710195762468902E-2</c:v>
                </c:pt>
                <c:pt idx="1728">
                  <c:v>-5.1164536103288902E-2</c:v>
                </c:pt>
                <c:pt idx="1729">
                  <c:v>-4.9602609316943401E-2</c:v>
                </c:pt>
                <c:pt idx="1730">
                  <c:v>-4.8033526616987302E-2</c:v>
                </c:pt>
                <c:pt idx="1731">
                  <c:v>-4.6466702916927803E-2</c:v>
                </c:pt>
                <c:pt idx="1732">
                  <c:v>-4.49117609744E-2</c:v>
                </c:pt>
                <c:pt idx="1733">
                  <c:v>-4.3378424804373698E-2</c:v>
                </c:pt>
                <c:pt idx="1734">
                  <c:v>-4.1876404757847402E-2</c:v>
                </c:pt>
                <c:pt idx="1735">
                  <c:v>-4.0415278425538499E-2</c:v>
                </c:pt>
                <c:pt idx="1736">
                  <c:v>-3.9004372300122499E-2</c:v>
                </c:pt>
                <c:pt idx="1737">
                  <c:v>-3.7652648698412297E-2</c:v>
                </c:pt>
                <c:pt idx="1738">
                  <c:v>-3.6368600891093998E-2</c:v>
                </c:pt>
                <c:pt idx="1739">
                  <c:v>-3.5160157160582399E-2</c:v>
                </c:pt>
                <c:pt idx="1740">
                  <c:v>-3.4034592408314399E-2</c:v>
                </c:pt>
                <c:pt idx="1741">
                  <c:v>-3.2998444826589798E-2</c:v>
                </c:pt>
                <c:pt idx="1742">
                  <c:v>-3.2057435494893899E-2</c:v>
                </c:pt>
                <c:pt idx="1743">
                  <c:v>-3.1216390319740699E-2</c:v>
                </c:pt>
                <c:pt idx="1744">
                  <c:v>-3.0479165741716399E-2</c:v>
                </c:pt>
                <c:pt idx="1745">
                  <c:v>-2.9848581246517701E-2</c:v>
                </c:pt>
                <c:pt idx="1746">
                  <c:v>-2.9326362385390901E-2</c:v>
                </c:pt>
                <c:pt idx="1747">
                  <c:v>-2.8913097533651701E-2</c:v>
                </c:pt>
                <c:pt idx="1748">
                  <c:v>-2.86082101256015E-2</c:v>
                </c:pt>
                <c:pt idx="1749">
                  <c:v>-2.8409946095748501E-2</c:v>
                </c:pt>
                <c:pt idx="1750">
                  <c:v>-2.8315374519559001E-2</c:v>
                </c:pt>
                <c:pt idx="1751">
                  <c:v>-2.83203987545716E-2</c:v>
                </c:pt>
                <c:pt idx="1752">
                  <c:v>-2.8419776075219401E-2</c:v>
                </c:pt>
                <c:pt idx="1753">
                  <c:v>-2.86071455643255E-2</c:v>
                </c:pt>
                <c:pt idx="1754">
                  <c:v>-2.8875066083899399E-2</c:v>
                </c:pt>
                <c:pt idx="1755">
                  <c:v>-2.9215067653323899E-2</c:v>
                </c:pt>
                <c:pt idx="1756">
                  <c:v>-2.96177199459709E-2</c:v>
                </c:pt>
                <c:pt idx="1757">
                  <c:v>-3.0072720676308E-2</c:v>
                </c:pt>
                <c:pt idx="1758">
                  <c:v>-3.0569004567674599E-2</c:v>
                </c:pt>
                <c:pt idx="1759">
                  <c:v>-3.1094870951721702E-2</c:v>
                </c:pt>
                <c:pt idx="1760">
                  <c:v>-3.1638125741276397E-2</c:v>
                </c:pt>
                <c:pt idx="1761">
                  <c:v>-3.2186232367019701E-2</c:v>
                </c:pt>
                <c:pt idx="1762">
                  <c:v>-3.2726466615346499E-2</c:v>
                </c:pt>
                <c:pt idx="1763">
                  <c:v>-3.3246071846095397E-2</c:v>
                </c:pt>
                <c:pt idx="1764">
                  <c:v>-3.3732413069937101E-2</c:v>
                </c:pt>
                <c:pt idx="1765">
                  <c:v>-3.4173130029931498E-2</c:v>
                </c:pt>
                <c:pt idx="1766">
                  <c:v>-3.4556290180366003E-2</c:v>
                </c:pt>
                <c:pt idx="1767">
                  <c:v>-3.4870542049359701E-2</c:v>
                </c:pt>
                <c:pt idx="1768">
                  <c:v>-3.5105268043006899E-2</c:v>
                </c:pt>
                <c:pt idx="1769">
                  <c:v>-3.5250733800707097E-2</c:v>
                </c:pt>
                <c:pt idx="1770">
                  <c:v>-3.5298229530412097E-2</c:v>
                </c:pt>
                <c:pt idx="1771">
                  <c:v>-3.5240198114626302E-2</c:v>
                </c:pt>
                <c:pt idx="1772">
                  <c:v>-3.5070345519058403E-2</c:v>
                </c:pt>
                <c:pt idx="1773">
                  <c:v>-3.4783730848435598E-2</c:v>
                </c:pt>
                <c:pt idx="1774">
                  <c:v>-3.4376835544028102E-2</c:v>
                </c:pt>
                <c:pt idx="1775">
                  <c:v>-3.3847612941006598E-2</c:v>
                </c:pt>
                <c:pt idx="1776">
                  <c:v>-3.31955201831165E-2</c:v>
                </c:pt>
                <c:pt idx="1777">
                  <c:v>-3.2421534161340498E-2</c:v>
                </c:pt>
                <c:pt idx="1778">
                  <c:v>-3.15281518976126E-2</c:v>
                </c:pt>
                <c:pt idx="1779">
                  <c:v>-3.0519374156986499E-2</c:v>
                </c:pt>
                <c:pt idx="1780">
                  <c:v>-2.9400669786154899E-2</c:v>
                </c:pt>
                <c:pt idx="1781">
                  <c:v>-2.8178918033057401E-2</c:v>
                </c:pt>
                <c:pt idx="1782">
                  <c:v>-2.6862327161777701E-2</c:v>
                </c:pt>
                <c:pt idx="1783">
                  <c:v>-2.54603297070469E-2</c:v>
                </c:pt>
                <c:pt idx="1784">
                  <c:v>-2.3983456997673999E-2</c:v>
                </c:pt>
                <c:pt idx="1785">
                  <c:v>-2.24431973741402E-2</c:v>
                </c:pt>
                <c:pt idx="1786">
                  <c:v>-2.0851843303120801E-2</c:v>
                </c:pt>
                <c:pt idx="1787">
                  <c:v>-1.9222332144281502E-2</c:v>
                </c:pt>
                <c:pt idx="1788">
                  <c:v>-1.7568083818907999E-2</c:v>
                </c:pt>
                <c:pt idx="1789">
                  <c:v>-1.59028366089232E-2</c:v>
                </c:pt>
                <c:pt idx="1790">
                  <c:v>-1.4240480585059501E-2</c:v>
                </c:pt>
                <c:pt idx="1791">
                  <c:v>-1.25948874926814E-2</c:v>
                </c:pt>
                <c:pt idx="1792">
                  <c:v>-1.09797366480027E-2</c:v>
                </c:pt>
                <c:pt idx="1793">
                  <c:v>-9.4083382105003797E-3</c:v>
                </c:pt>
                <c:pt idx="1794">
                  <c:v>-7.8934573262998096E-3</c:v>
                </c:pt>
                <c:pt idx="1795">
                  <c:v>-6.4471442585918703E-3</c:v>
                </c:pt>
                <c:pt idx="1796">
                  <c:v>-5.0805761888091496E-3</c:v>
                </c:pt>
                <c:pt idx="1797">
                  <c:v>-3.8039157040092499E-3</c:v>
                </c:pt>
                <c:pt idx="1798">
                  <c:v>-2.6261892436157301E-3</c:v>
                </c:pt>
                <c:pt idx="1799">
                  <c:v>-1.5551864767365899E-3</c:v>
                </c:pt>
                <c:pt idx="1800">
                  <c:v>-5.9737951872274302E-4</c:v>
                </c:pt>
                <c:pt idx="1801">
                  <c:v>2.42140137709723E-4</c:v>
                </c:pt>
                <c:pt idx="1802">
                  <c:v>9.59708747170721E-4</c:v>
                </c:pt>
                <c:pt idx="1803">
                  <c:v>1.5531218252168701E-3</c:v>
                </c:pt>
                <c:pt idx="1804">
                  <c:v>2.02164864476674E-3</c:v>
                </c:pt>
                <c:pt idx="1805">
                  <c:v>2.3660270658672502E-3</c:v>
                </c:pt>
                <c:pt idx="1806">
                  <c:v>2.58843579644665E-3</c:v>
                </c:pt>
                <c:pt idx="1807">
                  <c:v>2.6924421024792601E-3</c:v>
                </c:pt>
                <c:pt idx="1808">
                  <c:v>2.6829249924856498E-3</c:v>
                </c:pt>
                <c:pt idx="1809">
                  <c:v>2.5659765198402201E-3</c:v>
                </c:pt>
                <c:pt idx="1810">
                  <c:v>2.3487861985801799E-3</c:v>
                </c:pt>
                <c:pt idx="1811">
                  <c:v>2.0395146889505499E-3</c:v>
                </c:pt>
                <c:pt idx="1812">
                  <c:v>1.6471624392937301E-3</c:v>
                </c:pt>
                <c:pt idx="1813">
                  <c:v>1.1814371623241999E-3</c:v>
                </c:pt>
                <c:pt idx="1814">
                  <c:v>6.5262167699870605E-4</c:v>
                </c:pt>
                <c:pt idx="1815" formatCode="0.00E+00">
                  <c:v>7.1441637986679297E-5</c:v>
                </c:pt>
                <c:pt idx="1816">
                  <c:v>-5.5106836433314497E-4</c:v>
                </c:pt>
                <c:pt idx="1817">
                  <c:v>-1.2037016361186601E-3</c:v>
                </c:pt>
                <c:pt idx="1818">
                  <c:v>-1.87521906994076E-3</c:v>
                </c:pt>
                <c:pt idx="1819">
                  <c:v>-2.5544895874980498E-3</c:v>
                </c:pt>
                <c:pt idx="1820">
                  <c:v>-3.2306274136955498E-3</c:v>
                </c:pt>
                <c:pt idx="1821">
                  <c:v>-3.8931215211315501E-3</c:v>
                </c:pt>
                <c:pt idx="1822">
                  <c:v>-4.5319532889532199E-3</c:v>
                </c:pt>
                <c:pt idx="1823">
                  <c:v>-5.1377002380897704E-3</c:v>
                </c:pt>
                <c:pt idx="1824">
                  <c:v>-5.7016258549125896E-3</c:v>
                </c:pt>
                <c:pt idx="1825">
                  <c:v>-6.2157571942110801E-3</c:v>
                </c:pt>
                <c:pt idx="1826">
                  <c:v>-6.6729526305434796E-3</c:v>
                </c:pt>
                <c:pt idx="1827">
                  <c:v>-7.0669616420871197E-3</c:v>
                </c:pt>
                <c:pt idx="1828">
                  <c:v>-7.3924770624845104E-3</c:v>
                </c:pt>
                <c:pt idx="1829">
                  <c:v>-7.6451783765484199E-3</c:v>
                </c:pt>
                <c:pt idx="1830">
                  <c:v>-7.8217631782870195E-3</c:v>
                </c:pt>
                <c:pt idx="1831">
                  <c:v>-7.91996359497491E-3</c:v>
                </c:pt>
                <c:pt idx="1832">
                  <c:v>-7.9385455382364606E-3</c:v>
                </c:pt>
                <c:pt idx="1833">
                  <c:v>-7.87729064575062E-3</c:v>
                </c:pt>
                <c:pt idx="1834">
                  <c:v>-7.7369629226246104E-3</c:v>
                </c:pt>
                <c:pt idx="1835">
                  <c:v>-7.5192636164451397E-3</c:v>
                </c:pt>
                <c:pt idx="1836">
                  <c:v>-7.2267783040316103E-3</c:v>
                </c:pt>
                <c:pt idx="1837">
                  <c:v>-6.8629194498573704E-3</c:v>
                </c:pt>
                <c:pt idx="1838">
                  <c:v>-6.4318660937158498E-3</c:v>
                </c:pt>
                <c:pt idx="1839">
                  <c:v>-5.9385004181194204E-3</c:v>
                </c:pt>
                <c:pt idx="1840">
                  <c:v>-5.3883394804769202E-3</c:v>
                </c:pt>
                <c:pt idx="1841">
                  <c:v>-4.7874599977246902E-3</c:v>
                </c:pt>
                <c:pt idx="1842">
                  <c:v>-4.1424149174720103E-3</c:v>
                </c:pt>
                <c:pt idx="1843">
                  <c:v>-3.46014222390868E-3</c:v>
                </c:pt>
                <c:pt idx="1844">
                  <c:v>-2.7478683120319499E-3</c:v>
                </c:pt>
                <c:pt idx="1845">
                  <c:v>-2.0130096488161198E-3</c:v>
                </c:pt>
                <c:pt idx="1846">
                  <c:v>-1.2630768852673899E-3</c:v>
                </c:pt>
                <c:pt idx="1847">
                  <c:v>-5.0558492520758405E-4</c:v>
                </c:pt>
                <c:pt idx="1848">
                  <c:v>2.52029175072828E-4</c:v>
                </c:pt>
                <c:pt idx="1849">
                  <c:v>1.00248073407289E-3</c:v>
                </c:pt>
                <c:pt idx="1850">
                  <c:v>1.73870651690078E-3</c:v>
                </c:pt>
                <c:pt idx="1851">
                  <c:v>2.4539312771687501E-3</c:v>
                </c:pt>
                <c:pt idx="1852">
                  <c:v>3.14173409732749E-3</c:v>
                </c:pt>
                <c:pt idx="1853">
                  <c:v>3.7961151560664099E-3</c:v>
                </c:pt>
                <c:pt idx="1854">
                  <c:v>4.4115615142780399E-3</c:v>
                </c:pt>
                <c:pt idx="1855">
                  <c:v>4.98310893905053E-3</c:v>
                </c:pt>
                <c:pt idx="1856">
                  <c:v>5.5063962168479096E-3</c:v>
                </c:pt>
                <c:pt idx="1857">
                  <c:v>5.9777090405665201E-3</c:v>
                </c:pt>
                <c:pt idx="1858">
                  <c:v>6.3940122273285797E-3</c:v>
                </c:pt>
                <c:pt idx="1859">
                  <c:v>6.7529711738741E-3</c:v>
                </c:pt>
                <c:pt idx="1860">
                  <c:v>7.0529652320005303E-3</c:v>
                </c:pt>
                <c:pt idx="1861">
                  <c:v>7.2930963010878801E-3</c:v>
                </c:pt>
                <c:pt idx="1862">
                  <c:v>7.4731950963671497E-3</c:v>
                </c:pt>
                <c:pt idx="1863">
                  <c:v>7.59382563443361E-3</c:v>
                </c:pt>
                <c:pt idx="1864">
                  <c:v>7.6562862943601899E-3</c:v>
                </c:pt>
                <c:pt idx="1865">
                  <c:v>7.6626041869542897E-3</c:v>
                </c:pt>
                <c:pt idx="1866">
                  <c:v>7.61551902970674E-3</c:v>
                </c:pt>
                <c:pt idx="1867">
                  <c:v>7.5184534610246798E-3</c:v>
                </c:pt>
                <c:pt idx="1868">
                  <c:v>7.3754685689161499E-3</c:v>
                </c:pt>
                <c:pt idx="1869">
                  <c:v>7.1912058037567703E-3</c:v>
                </c:pt>
                <c:pt idx="1870">
                  <c:v>6.9708185183091596E-3</c:v>
                </c:pt>
                <c:pt idx="1871">
                  <c:v>6.7198972930366703E-3</c:v>
                </c:pt>
                <c:pt idx="1872">
                  <c:v>6.4443926402792603E-3</c:v>
                </c:pt>
                <c:pt idx="1873">
                  <c:v>6.1505370239094102E-3</c:v>
                </c:pt>
                <c:pt idx="1874">
                  <c:v>5.8447662046271802E-3</c:v>
                </c:pt>
                <c:pt idx="1875">
                  <c:v>5.5336385165534602E-3</c:v>
                </c:pt>
                <c:pt idx="1876">
                  <c:v>5.2237502627762401E-3</c:v>
                </c:pt>
                <c:pt idx="1877">
                  <c:v>4.9216460903874996E-3</c:v>
                </c:pt>
                <c:pt idx="1878">
                  <c:v>4.6337247670347704E-3</c:v>
                </c:pt>
                <c:pt idx="1879">
                  <c:v>4.3661427269504104E-3</c:v>
                </c:pt>
                <c:pt idx="1880">
                  <c:v>4.1247193420651199E-3</c:v>
                </c:pt>
                <c:pt idx="1881">
                  <c:v>3.9148484092409496E-3</c:v>
                </c:pt>
                <c:pt idx="1882">
                  <c:v>3.7414195726764099E-3</c:v>
                </c:pt>
                <c:pt idx="1883">
                  <c:v>3.6087516556608601E-3</c:v>
                </c:pt>
                <c:pt idx="1884">
                  <c:v>3.5205378707604601E-3</c:v>
                </c:pt>
                <c:pt idx="1885">
                  <c:v>3.4798013402734299E-3</c:v>
                </c:pt>
                <c:pt idx="1886">
                  <c:v>3.4888587656360698E-3</c:v>
                </c:pt>
                <c:pt idx="1887">
                  <c:v>3.5492905727154398E-3</c:v>
                </c:pt>
                <c:pt idx="1888">
                  <c:v>3.6619172511405599E-3</c:v>
                </c:pt>
                <c:pt idx="1889">
                  <c:v>3.8267834106927899E-3</c:v>
                </c:pt>
                <c:pt idx="1890">
                  <c:v>4.0431525285704404E-3</c:v>
                </c:pt>
                <c:pt idx="1891">
                  <c:v>4.30951569536118E-3</c:v>
                </c:pt>
                <c:pt idx="1892">
                  <c:v>4.6236165998683196E-3</c:v>
                </c:pt>
                <c:pt idx="1893">
                  <c:v>4.9824929231674399E-3</c:v>
                </c:pt>
                <c:pt idx="1894">
                  <c:v>5.3825320445439404E-3</c:v>
                </c:pt>
                <c:pt idx="1895">
                  <c:v>5.8195372608946198E-3</c:v>
                </c:pt>
                <c:pt idx="1896">
                  <c:v>6.2888000753076904E-3</c:v>
                </c:pt>
                <c:pt idx="1897">
                  <c:v>6.7851747040397802E-3</c:v>
                </c:pt>
                <c:pt idx="1898">
                  <c:v>7.3031526388710397E-3</c:v>
                </c:pt>
                <c:pt idx="1899">
                  <c:v>7.8369373300697306E-3</c:v>
                </c:pt>
                <c:pt idx="1900">
                  <c:v>8.3805209195558696E-3</c:v>
                </c:pt>
                <c:pt idx="1901">
                  <c:v>8.9277655704869396E-3</c:v>
                </c:pt>
                <c:pt idx="1902">
                  <c:v>9.4724909627173504E-3</c:v>
                </c:pt>
                <c:pt idx="1903">
                  <c:v>1.0008567389842101E-2</c:v>
                </c:pt>
                <c:pt idx="1904">
                  <c:v>1.053001155941E-2</c:v>
                </c:pt>
                <c:pt idx="1905">
                  <c:v>1.1031080587242999E-2</c:v>
                </c:pt>
                <c:pt idx="1906">
                  <c:v>1.15063592848565E-2</c:v>
                </c:pt>
                <c:pt idx="1907">
                  <c:v>1.1950836708335201E-2</c:v>
                </c:pt>
                <c:pt idx="1908">
                  <c:v>1.2359969801598401E-2</c:v>
                </c:pt>
                <c:pt idx="1909">
                  <c:v>1.27297342969629E-2</c:v>
                </c:pt>
                <c:pt idx="1910">
                  <c:v>1.30566650611376E-2</c:v>
                </c:pt>
                <c:pt idx="1911">
                  <c:v>1.3337889037419901E-2</c:v>
                </c:pt>
                <c:pt idx="1912">
                  <c:v>1.35711535110111E-2</c:v>
                </c:pt>
                <c:pt idx="1913">
                  <c:v>1.3754850931332E-2</c:v>
                </c:pt>
                <c:pt idx="1914">
                  <c:v>1.38880397002452E-2</c:v>
                </c:pt>
                <c:pt idx="1915">
                  <c:v>1.3970458909164001E-2</c:v>
                </c:pt>
                <c:pt idx="1916">
                  <c:v>1.4002534443705E-2</c:v>
                </c:pt>
                <c:pt idx="1917">
                  <c:v>1.3985374350605999E-2</c:v>
                </c:pt>
                <c:pt idx="1918">
                  <c:v>1.3920752785000301E-2</c:v>
                </c:pt>
                <c:pt idx="1919">
                  <c:v>1.3811083780617701E-2</c:v>
                </c:pt>
                <c:pt idx="1920">
                  <c:v>1.3659387734181599E-2</c:v>
                </c:pt>
                <c:pt idx="1921">
                  <c:v>1.34692540792708E-2</c:v>
                </c:pt>
                <c:pt idx="1922">
                  <c:v>1.3244802802366199E-2</c:v>
                </c:pt>
                <c:pt idx="1923">
                  <c:v>1.2990645563199E-2</c:v>
                </c:pt>
                <c:pt idx="1924">
                  <c:v>1.27118450490517E-2</c:v>
                </c:pt>
                <c:pt idx="1925">
                  <c:v>1.24138696765287E-2</c:v>
                </c:pt>
                <c:pt idx="1926">
                  <c:v>1.21025403873718E-2</c:v>
                </c:pt>
                <c:pt idx="1927">
                  <c:v>1.1783967187539299E-2</c:v>
                </c:pt>
                <c:pt idx="1928">
                  <c:v>1.14644749993187E-2</c:v>
                </c:pt>
                <c:pt idx="1929">
                  <c:v>1.1150520736677501E-2</c:v>
                </c:pt>
                <c:pt idx="1930">
                  <c:v>1.0848605437718E-2</c:v>
                </c:pt>
                <c:pt idx="1931">
                  <c:v>1.0565186044832199E-2</c:v>
                </c:pt>
                <c:pt idx="1932">
                  <c:v>1.03065907491501E-2</c:v>
                </c:pt>
                <c:pt idx="1933">
                  <c:v>1.00789400700045E-2</c:v>
                </c:pt>
                <c:pt idx="1934">
                  <c:v>9.8880737712531298E-3</c:v>
                </c:pt>
                <c:pt idx="1935">
                  <c:v>9.7394821041797801E-3</c:v>
                </c:pt>
                <c:pt idx="1936">
                  <c:v>9.6382392664310299E-3</c:v>
                </c:pt>
                <c:pt idx="1937">
                  <c:v>9.5889375713013904E-3</c:v>
                </c:pt>
                <c:pt idx="1938">
                  <c:v>9.5956224048035395E-3</c:v>
                </c:pt>
                <c:pt idx="1939">
                  <c:v>9.6617299968993695E-3</c:v>
                </c:pt>
                <c:pt idx="1940">
                  <c:v>9.7900315251388901E-3</c:v>
                </c:pt>
                <c:pt idx="1941">
                  <c:v>9.9825874086104695E-3</c:v>
                </c:pt>
                <c:pt idx="1942">
                  <c:v>1.02407146339551E-2</c:v>
                </c:pt>
                <c:pt idx="1943">
                  <c:v>1.05649679909932E-2</c:v>
                </c:pt>
                <c:pt idx="1944">
                  <c:v>1.09551339751122E-2</c:v>
                </c:pt>
                <c:pt idx="1945">
                  <c:v>1.1410234625365201E-2</c:v>
                </c:pt>
                <c:pt idx="1946">
                  <c:v>1.1928538191918499E-2</c:v>
                </c:pt>
                <c:pt idx="1947">
                  <c:v>1.25075743238828E-2</c:v>
                </c:pt>
                <c:pt idx="1948">
                  <c:v>1.31441531243645E-2</c:v>
                </c:pt>
                <c:pt idx="1949">
                  <c:v>1.38343893410529E-2</c:v>
                </c:pt>
                <c:pt idx="1950">
                  <c:v>1.4573734390256899E-2</c:v>
                </c:pt>
                <c:pt idx="1951">
                  <c:v>1.5357019172711E-2</c:v>
                </c:pt>
                <c:pt idx="1952">
                  <c:v>1.61785094955205E-2</c:v>
                </c:pt>
                <c:pt idx="1953">
                  <c:v>1.70319737657069E-2</c:v>
                </c:pt>
                <c:pt idx="1954">
                  <c:v>1.7910760311601499E-2</c:v>
                </c:pt>
                <c:pt idx="1955">
                  <c:v>1.8807880085182901E-2</c:v>
                </c:pt>
                <c:pt idx="1956">
                  <c:v>1.97160901428199E-2</c:v>
                </c:pt>
                <c:pt idx="1957">
                  <c:v>2.0627974292419499E-2</c:v>
                </c:pt>
                <c:pt idx="1958">
                  <c:v>2.1536019321750598E-2</c:v>
                </c:pt>
                <c:pt idx="1959">
                  <c:v>2.24326876263422E-2</c:v>
                </c:pt>
                <c:pt idx="1960">
                  <c:v>2.3310488948144699E-2</c:v>
                </c:pt>
                <c:pt idx="1961">
                  <c:v>2.4162054520502799E-2</c:v>
                </c:pt>
                <c:pt idx="1962">
                  <c:v>2.49802159128601E-2</c:v>
                </c:pt>
                <c:pt idx="1963">
                  <c:v>2.5758088714542399E-2</c:v>
                </c:pt>
                <c:pt idx="1964">
                  <c:v>2.64891587957462E-2</c:v>
                </c:pt>
                <c:pt idx="1965">
                  <c:v>2.7167367142622099E-2</c:v>
                </c:pt>
                <c:pt idx="1966">
                  <c:v>2.77871887505306E-2</c:v>
                </c:pt>
                <c:pt idx="1967">
                  <c:v>2.8343701909885E-2</c:v>
                </c:pt>
                <c:pt idx="1968">
                  <c:v>2.8832646155979701E-2</c:v>
                </c:pt>
                <c:pt idx="1969">
                  <c:v>2.9250469522524299E-2</c:v>
                </c:pt>
                <c:pt idx="1970">
                  <c:v>2.9594367636723299E-2</c:v>
                </c:pt>
                <c:pt idx="1971">
                  <c:v>2.9862317825322698E-2</c:v>
                </c:pt>
                <c:pt idx="1972">
                  <c:v>3.00531104983939E-2</c:v>
                </c:pt>
                <c:pt idx="1973">
                  <c:v>3.0166378060175199E-2</c:v>
                </c:pt>
                <c:pt idx="1974">
                  <c:v>3.0202619325514501E-2</c:v>
                </c:pt>
                <c:pt idx="1975">
                  <c:v>3.0163215761012298E-2</c:v>
                </c:pt>
                <c:pt idx="1976">
                  <c:v>3.0050435370120102E-2</c:v>
                </c:pt>
                <c:pt idx="1977">
                  <c:v>2.9867420845330901E-2</c:v>
                </c:pt>
                <c:pt idx="1978">
                  <c:v>2.96181604798521E-2</c:v>
                </c:pt>
                <c:pt idx="1979">
                  <c:v>2.9307442671374102E-2</c:v>
                </c:pt>
                <c:pt idx="1980">
                  <c:v>2.8940796831070099E-2</c:v>
                </c:pt>
                <c:pt idx="1981">
                  <c:v>2.8524424377008001E-2</c:v>
                </c:pt>
                <c:pt idx="1982">
                  <c:v>2.8065122943195301E-2</c:v>
                </c:pt>
                <c:pt idx="1983">
                  <c:v>2.75702053153935E-2</c:v>
                </c:pt>
                <c:pt idx="1984">
                  <c:v>2.7047412736119599E-2</c:v>
                </c:pt>
                <c:pt idx="1985">
                  <c:v>2.65048209843026E-2</c:v>
                </c:pt>
                <c:pt idx="1986">
                  <c:v>2.5950737556738601E-2</c:v>
                </c:pt>
                <c:pt idx="1987">
                  <c:v>2.5393589386740301E-2</c:v>
                </c:pt>
                <c:pt idx="1988">
                  <c:v>2.4841802456778601E-2</c:v>
                </c:pt>
                <c:pt idx="1989">
                  <c:v>2.4303676765657301E-2</c:v>
                </c:pt>
                <c:pt idx="1990">
                  <c:v>2.3787261652217801E-2</c:v>
                </c:pt>
                <c:pt idx="1991">
                  <c:v>2.3300236845800799E-2</c:v>
                </c:pt>
                <c:pt idx="1992">
                  <c:v>2.2849803627535799E-2</c:v>
                </c:pt>
                <c:pt idx="1993">
                  <c:v>2.2442588503631899E-2</c:v>
                </c:pt>
                <c:pt idx="1994">
                  <c:v>2.2084559539408299E-2</c:v>
                </c:pt>
                <c:pt idx="1995">
                  <c:v>2.1780953774618101E-2</c:v>
                </c:pt>
                <c:pt idx="1996">
                  <c:v>2.1536213512347802E-2</c:v>
                </c:pt>
                <c:pt idx="1997">
                  <c:v>2.13539299094225E-2</c:v>
                </c:pt>
                <c:pt idx="1998">
                  <c:v>2.1236793895907699E-2</c:v>
                </c:pt>
                <c:pt idx="1999">
                  <c:v>2.1186556338996E-2</c:v>
                </c:pt>
                <c:pt idx="2000">
                  <c:v>2.12040007048417E-2</c:v>
                </c:pt>
                <c:pt idx="2001">
                  <c:v>2.1288931607270301E-2</c:v>
                </c:pt>
                <c:pt idx="2002">
                  <c:v>2.1440181431306101E-2</c:v>
                </c:pt>
                <c:pt idx="2003">
                  <c:v>2.1655635133538902E-2</c:v>
                </c:pt>
                <c:pt idx="2004">
                  <c:v>2.1932271128117999E-2</c:v>
                </c:pt>
                <c:pt idx="2005">
                  <c:v>2.22662146119086E-2</c:v>
                </c:pt>
                <c:pt idx="2006">
                  <c:v>2.2652799234388999E-2</c:v>
                </c:pt>
                <c:pt idx="2007">
                  <c:v>2.3086633786785899E-2</c:v>
                </c:pt>
                <c:pt idx="2008">
                  <c:v>2.35616723194596E-2</c:v>
                </c:pt>
                <c:pt idx="2009">
                  <c:v>2.40712881964232E-2</c:v>
                </c:pt>
                <c:pt idx="2010">
                  <c:v>2.46083542227797E-2</c:v>
                </c:pt>
                <c:pt idx="2011">
                  <c:v>2.5165331395248701E-2</c:v>
                </c:pt>
                <c:pt idx="2012">
                  <c:v>2.5734367801122499E-2</c:v>
                </c:pt>
                <c:pt idx="2013">
                  <c:v>2.63074071553271E-2</c:v>
                </c:pt>
                <c:pt idx="2014">
                  <c:v>2.6876304256087401E-2</c:v>
                </c:pt>
                <c:pt idx="2015">
                  <c:v>2.74329430887769E-2</c:v>
                </c:pt>
                <c:pt idx="2016">
                  <c:v>2.79693529325858E-2</c:v>
                </c:pt>
                <c:pt idx="2017">
                  <c:v>2.84778187250402E-2</c:v>
                </c:pt>
                <c:pt idx="2018">
                  <c:v>2.8950983812748601E-2</c:v>
                </c:pt>
                <c:pt idx="2019">
                  <c:v>2.9381945406961402E-2</c:v>
                </c:pt>
                <c:pt idx="2020">
                  <c:v>2.9764344708126299E-2</c:v>
                </c:pt>
                <c:pt idx="2021">
                  <c:v>3.0092454037749999E-2</c:v>
                </c:pt>
                <c:pt idx="2022">
                  <c:v>3.03612622143106E-2</c:v>
                </c:pt>
                <c:pt idx="2023">
                  <c:v>3.0566557284655901E-2</c:v>
                </c:pt>
                <c:pt idx="2024">
                  <c:v>3.07050034354787E-2</c:v>
                </c:pt>
                <c:pt idx="2025">
                  <c:v>3.07742073070938E-2</c:v>
                </c:pt>
                <c:pt idx="2026">
                  <c:v>3.0772768548191401E-2</c:v>
                </c:pt>
                <c:pt idx="2027">
                  <c:v>3.0700310442296201E-2</c:v>
                </c:pt>
                <c:pt idx="2028">
                  <c:v>3.05574885894342E-2</c:v>
                </c:pt>
                <c:pt idx="2029">
                  <c:v>3.03459783261638E-2</c:v>
                </c:pt>
                <c:pt idx="2030">
                  <c:v>3.00684438899659E-2</c:v>
                </c:pt>
                <c:pt idx="2031">
                  <c:v>2.9728493413621701E-2</c:v>
                </c:pt>
                <c:pt idx="2032">
                  <c:v>2.9330623348952499E-2</c:v>
                </c:pt>
                <c:pt idx="2033">
                  <c:v>2.8880154293362801E-2</c:v>
                </c:pt>
                <c:pt idx="2034">
                  <c:v>2.8383158321773998E-2</c:v>
                </c:pt>
                <c:pt idx="2035">
                  <c:v>2.78463766552914E-2</c:v>
                </c:pt>
                <c:pt idx="2036">
                  <c:v>2.7277126289285102E-2</c:v>
                </c:pt>
                <c:pt idx="2037">
                  <c:v>2.66831951213591E-2</c:v>
                </c:pt>
                <c:pt idx="2038">
                  <c:v>2.6072726901775301E-2</c:v>
                </c:pt>
                <c:pt idx="2039">
                  <c:v>2.5454099389545001E-2</c:v>
                </c:pt>
                <c:pt idx="2040">
                  <c:v>2.48358006126893E-2</c:v>
                </c:pt>
                <c:pt idx="2041">
                  <c:v>2.42263083874876E-2</c:v>
                </c:pt>
                <c:pt idx="2042">
                  <c:v>2.36339770750051E-2</c:v>
                </c:pt>
                <c:pt idx="2043">
                  <c:v>2.3066933426886999E-2</c:v>
                </c:pt>
                <c:pt idx="2044">
                  <c:v>2.2532981141927901E-2</c:v>
                </c:pt>
                <c:pt idx="2045">
                  <c:v>2.2039512209238901E-2</c:v>
                </c:pt>
                <c:pt idx="2046">
                  <c:v>2.15934227242385E-2</c:v>
                </c:pt>
                <c:pt idx="2047">
                  <c:v>2.1201031709924999E-2</c:v>
                </c:pt>
                <c:pt idx="2048">
                  <c:v>2.08680032508409E-2</c:v>
                </c:pt>
                <c:pt idx="2049">
                  <c:v>2.05992742910515E-2</c:v>
                </c:pt>
                <c:pt idx="2050">
                  <c:v>2.0398991902368699E-2</c:v>
                </c:pt>
                <c:pt idx="2051">
                  <c:v>2.0270463998010298E-2</c:v>
                </c:pt>
                <c:pt idx="2052">
                  <c:v>2.0216126201716599E-2</c:v>
                </c:pt>
                <c:pt idx="2053">
                  <c:v>2.0237525365040501E-2</c:v>
                </c:pt>
                <c:pt idx="2054">
                  <c:v>2.0335317882243902E-2</c:v>
                </c:pt>
                <c:pt idx="2055">
                  <c:v>2.0509279277602498E-2</c:v>
                </c:pt>
                <c:pt idx="2056">
                  <c:v>2.0758321055988901E-2</c:v>
                </c:pt>
                <c:pt idx="2057">
                  <c:v>2.1080511654104898E-2</c:v>
                </c:pt>
                <c:pt idx="2058">
                  <c:v>2.1473100227484599E-2</c:v>
                </c:pt>
                <c:pt idx="2059">
                  <c:v>2.1932544289583501E-2</c:v>
                </c:pt>
                <c:pt idx="2060">
                  <c:v>2.2454543987451898E-2</c:v>
                </c:pt>
                <c:pt idx="2061">
                  <c:v>2.3034086291662401E-2</c:v>
                </c:pt>
                <c:pt idx="2062">
                  <c:v>2.3665501394363402E-2</c:v>
                </c:pt>
                <c:pt idx="2063">
                  <c:v>2.43425316383825E-2</c:v>
                </c:pt>
                <c:pt idx="2064">
                  <c:v>2.5058411214156001E-2</c:v>
                </c:pt>
                <c:pt idx="2065">
                  <c:v>2.5805953442572999E-2</c:v>
                </c:pt>
                <c:pt idx="2066">
                  <c:v>2.6577642120632499E-2</c:v>
                </c:pt>
                <c:pt idx="2067">
                  <c:v>2.7365724150327501E-2</c:v>
                </c:pt>
                <c:pt idx="2068">
                  <c:v>2.8162302179845299E-2</c:v>
                </c:pt>
                <c:pt idx="2069">
                  <c:v>2.8959427686682401E-2</c:v>
                </c:pt>
                <c:pt idx="2070">
                  <c:v>2.9749196119567702E-2</c:v>
                </c:pt>
                <c:pt idx="2071">
                  <c:v>3.05238458207642E-2</c:v>
                </c:pt>
                <c:pt idx="2072">
                  <c:v>3.1275861344437002E-2</c:v>
                </c:pt>
                <c:pt idx="2073">
                  <c:v>3.1998079870739202E-2</c:v>
                </c:pt>
                <c:pt idx="2074">
                  <c:v>3.2683797417825997E-2</c:v>
                </c:pt>
                <c:pt idx="2075">
                  <c:v>3.3326870224539402E-2</c:v>
                </c:pt>
                <c:pt idx="2076">
                  <c:v>3.3921806526417103E-2</c:v>
                </c:pt>
                <c:pt idx="2077">
                  <c:v>3.4463845081855897E-2</c:v>
                </c:pt>
                <c:pt idx="2078">
                  <c:v>3.4949018870209098E-2</c:v>
                </c:pt>
                <c:pt idx="2079">
                  <c:v>3.5374204657261703E-2</c:v>
                </c:pt>
                <c:pt idx="2080">
                  <c:v>3.5737160746227098E-2</c:v>
                </c:pt>
                <c:pt idx="2081">
                  <c:v>3.60365555567854E-2</c:v>
                </c:pt>
                <c:pt idx="2082">
                  <c:v>3.6271988598124999E-2</c:v>
                </c:pt>
                <c:pt idx="2083">
                  <c:v>3.6444003433325302E-2</c:v>
                </c:pt>
                <c:pt idx="2084">
                  <c:v>3.6554090209866101E-2</c:v>
                </c:pt>
                <c:pt idx="2085">
                  <c:v>3.6604674033179602E-2</c:v>
                </c:pt>
                <c:pt idx="2086">
                  <c:v>3.65990853874988E-2</c:v>
                </c:pt>
                <c:pt idx="2087">
                  <c:v>3.6541510123558198E-2</c:v>
                </c:pt>
                <c:pt idx="2088">
                  <c:v>3.6436918987202097E-2</c:v>
                </c:pt>
                <c:pt idx="2089">
                  <c:v>3.6290979522225701E-2</c:v>
                </c:pt>
                <c:pt idx="2090">
                  <c:v>3.6109955390849803E-2</c:v>
                </c:pt>
                <c:pt idx="2091">
                  <c:v>3.5900598851037101E-2</c:v>
                </c:pt>
                <c:pt idx="2092">
                  <c:v>3.5670041156477802E-2</c:v>
                </c:pt>
                <c:pt idx="2093">
                  <c:v>3.5425683618290703E-2</c:v>
                </c:pt>
                <c:pt idx="2094">
                  <c:v>3.5175089932780901E-2</c:v>
                </c:pt>
                <c:pt idx="2095">
                  <c:v>3.4925878911367197E-2</c:v>
                </c:pt>
                <c:pt idx="2096">
                  <c:v>3.4685616353040599E-2</c:v>
                </c:pt>
                <c:pt idx="2097">
                  <c:v>3.4461705547097501E-2</c:v>
                </c:pt>
                <c:pt idx="2098">
                  <c:v>3.4261277535447603E-2</c:v>
                </c:pt>
                <c:pt idx="2099">
                  <c:v>3.4091084198862601E-2</c:v>
                </c:pt>
                <c:pt idx="2100">
                  <c:v>3.3957398625631102E-2</c:v>
                </c:pt>
                <c:pt idx="2101">
                  <c:v>3.3865927381883001E-2</c:v>
                </c:pt>
                <c:pt idx="2102">
                  <c:v>3.3821738089342301E-2</c:v>
                </c:pt>
                <c:pt idx="2103">
                  <c:v>3.3829203616628598E-2</c:v>
                </c:pt>
                <c:pt idx="2104">
                  <c:v>3.3891962002853201E-2</c:v>
                </c:pt>
                <c:pt idx="2105">
                  <c:v>3.4012889658787203E-2</c:v>
                </c:pt>
                <c:pt idx="2106">
                  <c:v>3.4194084834437602E-2</c:v>
                </c:pt>
                <c:pt idx="2107">
                  <c:v>3.4436858901458901E-2</c:v>
                </c:pt>
                <c:pt idx="2108">
                  <c:v>3.4741734474790897E-2</c:v>
                </c:pt>
                <c:pt idx="2109">
                  <c:v>3.5108451244295999E-2</c:v>
                </c:pt>
                <c:pt idx="2110">
                  <c:v>3.5535981783718897E-2</c:v>
                </c:pt>
                <c:pt idx="2111">
                  <c:v>3.6022559813475803E-2</c:v>
                </c:pt>
                <c:pt idx="2112">
                  <c:v>3.6565722217915798E-2</c:v>
                </c:pt>
                <c:pt idx="2113">
                  <c:v>3.7162364040830398E-2</c:v>
                </c:pt>
                <c:pt idx="2114">
                  <c:v>3.7808803560774602E-2</c:v>
                </c:pt>
                <c:pt idx="2115">
                  <c:v>3.8500853144987197E-2</c:v>
                </c:pt>
                <c:pt idx="2116">
                  <c:v>3.9233891313981001E-2</c:v>
                </c:pt>
                <c:pt idx="2117">
                  <c:v>4.0002932386601901E-2</c:v>
                </c:pt>
                <c:pt idx="2118">
                  <c:v>4.08026919755064E-2</c:v>
                </c:pt>
                <c:pt idx="2119">
                  <c:v>4.1627648869194497E-2</c:v>
                </c:pt>
                <c:pt idx="2120">
                  <c:v>4.2472105598812301E-2</c:v>
                </c:pt>
                <c:pt idx="2121">
                  <c:v>4.333025049487E-2</c:v>
                </c:pt>
                <c:pt idx="2122">
                  <c:v>4.41962231167859E-2</c:v>
                </c:pt>
                <c:pt idx="2123">
                  <c:v>4.5064183087769299E-2</c:v>
                </c:pt>
                <c:pt idx="2124">
                  <c:v>4.5928380433000703E-2</c:v>
                </c:pt>
                <c:pt idx="2125">
                  <c:v>4.67832242400638E-2</c:v>
                </c:pt>
                <c:pt idx="2126">
                  <c:v>4.7623346229835002E-2</c:v>
                </c:pt>
                <c:pt idx="2127">
                  <c:v>4.8443656689367599E-2</c:v>
                </c:pt>
                <c:pt idx="2128">
                  <c:v>4.9239391925969697E-2</c:v>
                </c:pt>
                <c:pt idx="2129">
                  <c:v>5.0006154399798698E-2</c:v>
                </c:pt>
                <c:pt idx="2130">
                  <c:v>5.0739948196145801E-2</c:v>
                </c:pt>
                <c:pt idx="2131">
                  <c:v>5.1437212805632702E-2</c:v>
                </c:pt>
                <c:pt idx="2132">
                  <c:v>5.2094857083849998E-2</c:v>
                </c:pt>
                <c:pt idx="2133">
                  <c:v>5.2710293209397303E-2</c:v>
                </c:pt>
                <c:pt idx="2134">
                  <c:v>5.32814682942198E-2</c:v>
                </c:pt>
                <c:pt idx="2135">
                  <c:v>5.3806889817980402E-2</c:v>
                </c:pt>
                <c:pt idx="2136">
                  <c:v>5.4285640735565598E-2</c:v>
                </c:pt>
                <c:pt idx="2137">
                  <c:v>5.4717381071887498E-2</c:v>
                </c:pt>
                <c:pt idx="2138">
                  <c:v>5.5102334848222703E-2</c:v>
                </c:pt>
                <c:pt idx="2139">
                  <c:v>5.5441263642781097E-2</c:v>
                </c:pt>
                <c:pt idx="2140">
                  <c:v>5.5735430033163301E-2</c:v>
                </c:pt>
                <c:pt idx="2141">
                  <c:v>5.5986554800046703E-2</c:v>
                </c:pt>
                <c:pt idx="2142">
                  <c:v>5.6196770924394499E-2</c:v>
                </c:pt>
                <c:pt idx="2143">
                  <c:v>5.6368575634994297E-2</c:v>
                </c:pt>
                <c:pt idx="2144">
                  <c:v>5.6504779953748897E-2</c:v>
                </c:pt>
                <c:pt idx="2145">
                  <c:v>5.6608454118294703E-2</c:v>
                </c:pt>
                <c:pt idx="2146">
                  <c:v>5.6682867332365799E-2</c:v>
                </c:pt>
                <c:pt idx="2147">
                  <c:v>5.67314214773951E-2</c:v>
                </c:pt>
                <c:pt idx="2148">
                  <c:v>5.6757580312607803E-2</c:v>
                </c:pt>
                <c:pt idx="2149">
                  <c:v>5.6764797612250999E-2</c:v>
                </c:pt>
                <c:pt idx="2150">
                  <c:v>5.6756448866856497E-2</c:v>
                </c:pt>
                <c:pt idx="2151">
                  <c:v>5.6735771068315899E-2</c:v>
                </c:pt>
                <c:pt idx="2152">
                  <c:v>5.6705813679815899E-2</c:v>
                </c:pt>
                <c:pt idx="2153">
                  <c:v>5.6669401682147201E-2</c:v>
                </c:pt>
                <c:pt idx="2154">
                  <c:v>5.66291093901213E-2</c:v>
                </c:pt>
                <c:pt idx="2155">
                  <c:v>5.6587242274960002E-2</c:v>
                </c:pt>
                <c:pt idx="2156">
                  <c:v>5.6545823731018498E-2</c:v>
                </c:pt>
                <c:pt idx="2157">
                  <c:v>5.6506584626622502E-2</c:v>
                </c:pt>
                <c:pt idx="2158">
                  <c:v>5.6470955235046499E-2</c:v>
                </c:pt>
                <c:pt idx="2159">
                  <c:v>5.6440061062104398E-2</c:v>
                </c:pt>
                <c:pt idx="2160">
                  <c:v>5.64147253077509E-2</c:v>
                </c:pt>
                <c:pt idx="2161">
                  <c:v>5.6395480569395903E-2</c:v>
                </c:pt>
                <c:pt idx="2162">
                  <c:v>5.6382590868452299E-2</c:v>
                </c:pt>
                <c:pt idx="2163">
                  <c:v>5.6376082765041302E-2</c:v>
                </c:pt>
                <c:pt idx="2164">
                  <c:v>5.6375782117612599E-2</c:v>
                </c:pt>
                <c:pt idx="2165">
                  <c:v>5.6381351700579202E-2</c:v>
                </c:pt>
                <c:pt idx="2166">
                  <c:v>5.6392324827690701E-2</c:v>
                </c:pt>
                <c:pt idx="2167">
                  <c:v>5.6408131412621701E-2</c:v>
                </c:pt>
                <c:pt idx="2168">
                  <c:v>5.6428115230339103E-2</c:v>
                </c:pt>
                <c:pt idx="2169">
                  <c:v>5.6451543784754102E-2</c:v>
                </c:pt>
                <c:pt idx="2170">
                  <c:v>5.6477614134976602E-2</c:v>
                </c:pt>
                <c:pt idx="2171">
                  <c:v>5.6505458520420097E-2</c:v>
                </c:pt>
                <c:pt idx="2172">
                  <c:v>5.6534152592979003E-2</c:v>
                </c:pt>
                <c:pt idx="2173">
                  <c:v>5.6562727137541499E-2</c:v>
                </c:pt>
                <c:pt idx="2174">
                  <c:v>5.65901822264223E-2</c:v>
                </c:pt>
                <c:pt idx="2175">
                  <c:v>5.6615501527119298E-2</c:v>
                </c:pt>
                <c:pt idx="2176">
                  <c:v>5.66376643172668E-2</c:v>
                </c:pt>
                <c:pt idx="2177">
                  <c:v>5.6655653636086899E-2</c:v>
                </c:pt>
                <c:pt idx="2178">
                  <c:v>5.6668460594173499E-2</c:v>
                </c:pt>
                <c:pt idx="2179">
                  <c:v>5.6675086604054903E-2</c:v>
                </c:pt>
                <c:pt idx="2180">
                  <c:v>5.6674546484477797E-2</c:v>
                </c:pt>
                <c:pt idx="2181">
                  <c:v>5.6665875478784801E-2</c:v>
                </c:pt>
                <c:pt idx="2182">
                  <c:v>5.6648142113468102E-2</c:v>
                </c:pt>
                <c:pt idx="2183">
                  <c:v>5.6620466926452603E-2</c:v>
                </c:pt>
                <c:pt idx="2184">
                  <c:v>5.6582045111505302E-2</c:v>
                </c:pt>
                <c:pt idx="2185">
                  <c:v>5.6532169719684902E-2</c:v>
                </c:pt>
                <c:pt idx="2186">
                  <c:v>5.6470251704704898E-2</c:v>
                </c:pt>
                <c:pt idx="2187">
                  <c:v>5.6395834009186199E-2</c:v>
                </c:pt>
                <c:pt idx="2188">
                  <c:v>5.6308598876907E-2</c:v>
                </c:pt>
                <c:pt idx="2189">
                  <c:v>5.6208369941752601E-2</c:v>
                </c:pt>
                <c:pt idx="2190">
                  <c:v>5.6095112370047197E-2</c:v>
                </c:pt>
                <c:pt idx="2191">
                  <c:v>5.5968934632980902E-2</c:v>
                </c:pt>
                <c:pt idx="2192">
                  <c:v>5.58300942877362E-2</c:v>
                </c:pt>
                <c:pt idx="2193">
                  <c:v>5.5679008087771202E-2</c:v>
                </c:pt>
                <c:pt idx="2194">
                  <c:v>5.5516264723198802E-2</c:v>
                </c:pt>
                <c:pt idx="2195">
                  <c:v>5.5342637191669999E-2</c:v>
                </c:pt>
                <c:pt idx="2196">
                  <c:v>5.5159091512252602E-2</c:v>
                </c:pt>
                <c:pt idx="2197">
                  <c:v>5.49667892269219E-2</c:v>
                </c:pt>
                <c:pt idx="2198">
                  <c:v>5.47670826789333E-2</c:v>
                </c:pt>
                <c:pt idx="2199">
                  <c:v>5.4561503916521599E-2</c:v>
                </c:pt>
                <c:pt idx="2200">
                  <c:v>5.4351749487199702E-2</c:v>
                </c:pt>
                <c:pt idx="2201">
                  <c:v>5.4139663700633202E-2</c:v>
                </c:pt>
                <c:pt idx="2202">
                  <c:v>5.39272220179291E-2</c:v>
                </c:pt>
                <c:pt idx="2203">
                  <c:v>5.3716514569645601E-2</c:v>
                </c:pt>
                <c:pt idx="2204">
                  <c:v>5.3509728214147997E-2</c:v>
                </c:pt>
                <c:pt idx="2205">
                  <c:v>5.3309124703579E-2</c:v>
                </c:pt>
                <c:pt idx="2206">
                  <c:v>5.31170127600471E-2</c:v>
                </c:pt>
                <c:pt idx="2207">
                  <c:v>5.29357131394977E-2</c:v>
                </c:pt>
                <c:pt idx="2208">
                  <c:v>5.2767517704050998E-2</c:v>
                </c:pt>
                <c:pt idx="2209">
                  <c:v>5.2614645492587098E-2</c:v>
                </c:pt>
                <c:pt idx="2210">
                  <c:v>5.2479200017732298E-2</c:v>
                </c:pt>
                <c:pt idx="2211">
                  <c:v>5.2363131963705602E-2</c:v>
                </c:pt>
                <c:pt idx="2212">
                  <c:v>5.2268210055476702E-2</c:v>
                </c:pt>
                <c:pt idx="2213">
                  <c:v>5.2196000620899803E-2</c:v>
                </c:pt>
                <c:pt idx="2214">
                  <c:v>5.2147854096629503E-2</c:v>
                </c:pt>
                <c:pt idx="2215">
                  <c:v>5.2124895216400902E-2</c:v>
                </c:pt>
                <c:pt idx="2216">
                  <c:v>5.2128013345224801E-2</c:v>
                </c:pt>
                <c:pt idx="2217">
                  <c:v>5.2157850450546099E-2</c:v>
                </c:pt>
                <c:pt idx="2218">
                  <c:v>5.2214786173223199E-2</c:v>
                </c:pt>
                <c:pt idx="2219">
                  <c:v>5.2298921668132499E-2</c:v>
                </c:pt>
                <c:pt idx="2220">
                  <c:v>5.2410065471504202E-2</c:v>
                </c:pt>
                <c:pt idx="2221">
                  <c:v>5.2547724974241899E-2</c:v>
                </c:pt>
                <c:pt idx="2222">
                  <c:v>5.2711106038335703E-2</c:v>
                </c:pt>
                <c:pt idx="2223">
                  <c:v>5.2899121385804701E-2</c:v>
                </c:pt>
                <c:pt idx="2224">
                  <c:v>5.3110406422415601E-2</c:v>
                </c:pt>
                <c:pt idx="2225">
                  <c:v>5.3343339858127302E-2</c:v>
                </c:pt>
                <c:pt idx="2226">
                  <c:v>5.3596066273996101E-2</c:v>
                </c:pt>
                <c:pt idx="2227">
                  <c:v>5.3866518722575397E-2</c:v>
                </c:pt>
                <c:pt idx="2228">
                  <c:v>5.4152441222240902E-2</c:v>
                </c:pt>
                <c:pt idx="2229">
                  <c:v>5.4451412936927998E-2</c:v>
                </c:pt>
                <c:pt idx="2230">
                  <c:v>5.4760877057850703E-2</c:v>
                </c:pt>
                <c:pt idx="2231">
                  <c:v>5.50781772842334E-2</c:v>
                </c:pt>
                <c:pt idx="2232">
                  <c:v>5.5400603318754599E-2</c:v>
                </c:pt>
                <c:pt idx="2233">
                  <c:v>5.5725444575905801E-2</c:v>
                </c:pt>
                <c:pt idx="2234">
                  <c:v>5.6050049229393897E-2</c:v>
                </c:pt>
                <c:pt idx="2235">
                  <c:v>5.6371884493740698E-2</c:v>
                </c:pt>
                <c:pt idx="2236">
                  <c:v>5.6688593958309802E-2</c:v>
                </c:pt>
                <c:pt idx="2237">
                  <c:v>5.6998048816146299E-2</c:v>
                </c:pt>
                <c:pt idx="2238">
                  <c:v>5.7298391588357901E-2</c:v>
                </c:pt>
                <c:pt idx="2239">
                  <c:v>5.7588072797447702E-2</c:v>
                </c:pt>
                <c:pt idx="2240">
                  <c:v>5.7865882234634299E-2</c:v>
                </c:pt>
                <c:pt idx="2241">
                  <c:v>5.8130976464225603E-2</c:v>
                </c:pt>
                <c:pt idx="2242">
                  <c:v>5.8382903015356202E-2</c:v>
                </c:pt>
                <c:pt idx="2243">
                  <c:v>5.8621619872398098E-2</c:v>
                </c:pt>
                <c:pt idx="2244">
                  <c:v>5.8847507184282999E-2</c:v>
                </c:pt>
                <c:pt idx="2245">
                  <c:v>5.9061367273240399E-2</c:v>
                </c:pt>
                <c:pt idx="2246">
                  <c:v>5.9264409430267201E-2</c:v>
                </c:pt>
                <c:pt idx="2247">
                  <c:v>5.9458217630751299E-2</c:v>
                </c:pt>
                <c:pt idx="2248">
                  <c:v>5.9644701760962801E-2</c:v>
                </c:pt>
                <c:pt idx="2249">
                  <c:v>5.9826035431054601E-2</c:v>
                </c:pt>
                <c:pt idx="2250">
                  <c:v>6.0004585058719202E-2</c:v>
                </c:pt>
                <c:pt idx="2251">
                  <c:v>6.0182835027565301E-2</c:v>
                </c:pt>
                <c:pt idx="2252">
                  <c:v>6.0363312384230698E-2</c:v>
                </c:pt>
                <c:pt idx="2253">
                  <c:v>6.0548512399584503E-2</c:v>
                </c:pt>
                <c:pt idx="2254">
                  <c:v>6.0740824317500899E-2</c:v>
                </c:pt>
                <c:pt idx="2255">
                  <c:v>6.0942455525390397E-2</c:v>
                </c:pt>
                <c:pt idx="2256">
                  <c:v>6.1155352559340501E-2</c:v>
                </c:pt>
                <c:pt idx="2257">
                  <c:v>6.1381118706215203E-2</c:v>
                </c:pt>
                <c:pt idx="2258">
                  <c:v>6.1620930025819899E-2</c:v>
                </c:pt>
                <c:pt idx="2259">
                  <c:v>6.1875453673531401E-2</c:v>
                </c:pt>
                <c:pt idx="2260">
                  <c:v>6.2144773667990601E-2</c:v>
                </c:pt>
                <c:pt idx="2261">
                  <c:v>6.24283291833196E-2</c:v>
                </c:pt>
                <c:pt idx="2262">
                  <c:v>6.2724869065147404E-2</c:v>
                </c:pt>
                <c:pt idx="2263">
                  <c:v>6.3032424120489303E-2</c:v>
                </c:pt>
                <c:pt idx="2264">
                  <c:v>6.3348296573181404E-2</c:v>
                </c:pt>
                <c:pt idx="2265">
                  <c:v>6.3669064566531597E-2</c:v>
                </c:pt>
                <c:pt idx="2266">
                  <c:v>6.3990599147746602E-2</c:v>
                </c:pt>
                <c:pt idx="2267">
                  <c:v>6.4308091894106398E-2</c:v>
                </c:pt>
                <c:pt idx="2268">
                  <c:v>6.4616092948134904E-2</c:v>
                </c:pt>
                <c:pt idx="2269">
                  <c:v>6.4908561009160898E-2</c:v>
                </c:pt>
                <c:pt idx="2270">
                  <c:v>6.5178927899863806E-2</c:v>
                </c:pt>
                <c:pt idx="2271">
                  <c:v>6.5420180079867093E-2</c:v>
                </c:pt>
                <c:pt idx="2272">
                  <c:v>6.56249579036806E-2</c:v>
                </c:pt>
                <c:pt idx="2273">
                  <c:v>6.5785671077357596E-2</c:v>
                </c:pt>
                <c:pt idx="2274">
                  <c:v>6.5894626473918694E-2</c:v>
                </c:pt>
                <c:pt idx="2275">
                  <c:v>6.5944162944304899E-2</c:v>
                </c:pt>
                <c:pt idx="2276">
                  <c:v>6.5926787440120899E-2</c:v>
                </c:pt>
                <c:pt idx="2277">
                  <c:v>6.5835307733906806E-2</c:v>
                </c:pt>
                <c:pt idx="2278">
                  <c:v>6.5662958984450001E-2</c:v>
                </c:pt>
                <c:pt idx="2279">
                  <c:v>6.5403523643905503E-2</c:v>
                </c:pt>
                <c:pt idx="2280">
                  <c:v>6.5051445812272096E-2</c:v>
                </c:pt>
                <c:pt idx="2281">
                  <c:v>6.4601941410581801E-2</c:v>
                </c:pt>
                <c:pt idx="2282">
                  <c:v>6.4051104405724493E-2</c:v>
                </c:pt>
                <c:pt idx="2283">
                  <c:v>6.3396007378722793E-2</c:v>
                </c:pt>
                <c:pt idx="2284">
                  <c:v>6.2634792875819606E-2</c:v>
                </c:pt>
                <c:pt idx="2285">
                  <c:v>6.17667509544053E-2</c:v>
                </c:pt>
                <c:pt idx="2286">
                  <c:v>6.0792378483674601E-2</c:v>
                </c:pt>
                <c:pt idx="2287">
                  <c:v>5.9713417046111501E-2</c:v>
                </c:pt>
                <c:pt idx="2288">
                  <c:v>5.85328683444305E-2</c:v>
                </c:pt>
                <c:pt idx="2289">
                  <c:v>5.7254988191073899E-2</c:v>
                </c:pt>
                <c:pt idx="2290">
                  <c:v>5.5885261648906802E-2</c:v>
                </c:pt>
                <c:pt idx="2291">
                  <c:v>5.4430362127930301E-2</c:v>
                </c:pt>
                <c:pt idx="2292">
                  <c:v>5.2898096204391599E-2</c:v>
                </c:pt>
                <c:pt idx="2293">
                  <c:v>5.1297334170550303E-2</c:v>
                </c:pt>
                <c:pt idx="2294">
                  <c:v>4.9637924674027702E-2</c:v>
                </c:pt>
                <c:pt idx="2295">
                  <c:v>4.7930590990917697E-2</c:v>
                </c:pt>
                <c:pt idx="2296">
                  <c:v>4.6186806878209898E-2</c:v>
                </c:pt>
                <c:pt idx="2297">
                  <c:v>4.4418651546562597E-2</c:v>
                </c:pt>
                <c:pt idx="2298">
                  <c:v>4.2638645707137199E-2</c:v>
                </c:pt>
                <c:pt idx="2299">
                  <c:v>4.0859573215984601E-2</c:v>
                </c:pt>
                <c:pt idx="2300">
                  <c:v>3.9094294762930699E-2</c:v>
                </c:pt>
                <c:pt idx="2301">
                  <c:v>3.7355560679055197E-2</c:v>
                </c:pt>
                <c:pt idx="2302">
                  <c:v>3.5655829104114301E-2</c:v>
                </c:pt>
                <c:pt idx="2303">
                  <c:v>3.40070938840666E-2</c:v>
                </c:pt>
                <c:pt idx="2304">
                  <c:v>3.2420724441324898E-2</c:v>
                </c:pt>
                <c:pt idx="2305">
                  <c:v>3.0907318242320701E-2</c:v>
                </c:pt>
                <c:pt idx="2306">
                  <c:v>2.9476565835830498E-2</c:v>
                </c:pt>
                <c:pt idx="2307">
                  <c:v>2.8137128812856599E-2</c:v>
                </c:pt>
                <c:pt idx="2308">
                  <c:v>2.6896532157936401E-2</c:v>
                </c:pt>
                <c:pt idx="2309">
                  <c:v>2.57610737497742E-2</c:v>
                </c:pt>
                <c:pt idx="2310">
                  <c:v>2.4735754499299201E-2</c:v>
                </c:pt>
                <c:pt idx="2311">
                  <c:v>2.3824232219407299E-2</c:v>
                </c:pt>
                <c:pt idx="2312">
                  <c:v>2.30288007429977E-2</c:v>
                </c:pt>
                <c:pt idx="2313">
                  <c:v>2.2350393558895801E-2</c:v>
                </c:pt>
                <c:pt idx="2314">
                  <c:v>2.1788609129625901E-2</c:v>
                </c:pt>
                <c:pt idx="2315">
                  <c:v>2.1341753805205199E-2</c:v>
                </c:pt>
                <c:pt idx="2316">
                  <c:v>2.10068982106839E-2</c:v>
                </c:pt>
                <c:pt idx="2317">
                  <c:v>2.0779944105820399E-2</c:v>
                </c:pt>
                <c:pt idx="2318">
                  <c:v>2.06557005820549E-2</c:v>
                </c:pt>
                <c:pt idx="2319">
                  <c:v>2.0627970386579798E-2</c:v>
                </c:pt>
                <c:pt idx="2320">
                  <c:v>2.0689648332796899E-2</c:v>
                </c:pt>
                <c:pt idx="2321">
                  <c:v>2.08328335670354E-2</c:v>
                </c:pt>
                <c:pt idx="2322">
                  <c:v>2.10489558866006E-2</c:v>
                </c:pt>
                <c:pt idx="2323">
                  <c:v>2.1328913949424998E-2</c:v>
                </c:pt>
                <c:pt idx="2324">
                  <c:v>2.1663220975939101E-2</c:v>
                </c:pt>
                <c:pt idx="2325">
                  <c:v>2.2042152179718302E-2</c:v>
                </c:pt>
                <c:pt idx="2326">
                  <c:v>2.2455888085055602E-2</c:v>
                </c:pt>
                <c:pt idx="2327">
                  <c:v>2.28946491236472E-2</c:v>
                </c:pt>
                <c:pt idx="2328">
                  <c:v>2.3348819086041601E-2</c:v>
                </c:pt>
                <c:pt idx="2329">
                  <c:v>2.3809057405916701E-2</c:v>
                </c:pt>
                <c:pt idx="2330">
                  <c:v>2.4266401985070098E-2</c:v>
                </c:pt>
                <c:pt idx="2331">
                  <c:v>2.4712364682602201E-2</c:v>
                </c:pt>
                <c:pt idx="2332">
                  <c:v>2.5139020649779902E-2</c:v>
                </c:pt>
                <c:pt idx="2333">
                  <c:v>2.55390909502951E-2</c:v>
                </c:pt>
                <c:pt idx="2334">
                  <c:v>2.5906016197344998E-2</c:v>
                </c:pt>
                <c:pt idx="2335">
                  <c:v>2.6234017977469801E-2</c:v>
                </c:pt>
                <c:pt idx="2336">
                  <c:v>2.6518144978052199E-2</c:v>
                </c:pt>
                <c:pt idx="2337">
                  <c:v>2.6754301968372599E-2</c:v>
                </c:pt>
                <c:pt idx="2338">
                  <c:v>2.69392617400252E-2</c:v>
                </c:pt>
                <c:pt idx="2339">
                  <c:v>2.7070662142466801E-2</c:v>
                </c:pt>
                <c:pt idx="2340">
                  <c:v>2.71469916887115E-2</c:v>
                </c:pt>
                <c:pt idx="2341">
                  <c:v>2.7167567314329701E-2</c:v>
                </c:pt>
                <c:pt idx="2342">
                  <c:v>2.7132506745338202E-2</c:v>
                </c:pt>
                <c:pt idx="2343">
                  <c:v>2.70426961102039E-2</c:v>
                </c:pt>
                <c:pt idx="2344">
                  <c:v>2.6899751705347301E-2</c:v>
                </c:pt>
                <c:pt idx="2345">
                  <c:v>2.6705973856458599E-2</c:v>
                </c:pt>
                <c:pt idx="2346">
                  <c:v>2.6464290950789001E-2</c:v>
                </c:pt>
                <c:pt idx="2347">
                  <c:v>2.61781929408865E-2</c:v>
                </c:pt>
                <c:pt idx="2348">
                  <c:v>2.58516555915917E-2</c:v>
                </c:pt>
                <c:pt idx="2349">
                  <c:v>2.54890587856463E-2</c:v>
                </c:pt>
                <c:pt idx="2350">
                  <c:v>2.5095103486594501E-2</c:v>
                </c:pt>
                <c:pt idx="2351">
                  <c:v>2.4674731880067999E-2</c:v>
                </c:pt>
                <c:pt idx="2352">
                  <c:v>2.4233053759775299E-2</c:v>
                </c:pt>
                <c:pt idx="2353">
                  <c:v>2.3775279969403901E-2</c:v>
                </c:pt>
                <c:pt idx="2354">
                  <c:v>2.3306661509009501E-2</c:v>
                </c:pt>
                <c:pt idx="2355">
                  <c:v>2.28324315167323E-2</c:v>
                </c:pt>
                <c:pt idx="2356">
                  <c:v>2.2357747171739301E-2</c:v>
                </c:pt>
                <c:pt idx="2357">
                  <c:v>2.1887629677033699E-2</c:v>
                </c:pt>
                <c:pt idx="2358">
                  <c:v>2.1426902522065101E-2</c:v>
                </c:pt>
                <c:pt idx="2359">
                  <c:v>2.09801304608093E-2</c:v>
                </c:pt>
                <c:pt idx="2360">
                  <c:v>2.0551563148095899E-2</c:v>
                </c:pt>
                <c:pt idx="2361">
                  <c:v>2.0145087481724E-2</c:v>
                </c:pt>
                <c:pt idx="2362">
                  <c:v>1.9764191352029999E-2</c:v>
                </c:pt>
                <c:pt idx="2363">
                  <c:v>1.9411939278355699E-2</c:v>
                </c:pt>
                <c:pt idx="2364">
                  <c:v>1.9090958184748499E-2</c:v>
                </c:pt>
                <c:pt idx="2365">
                  <c:v>1.88034301239739E-2</c:v>
                </c:pt>
                <c:pt idx="2366">
                  <c:v>1.8551088549541801E-2</c:v>
                </c:pt>
                <c:pt idx="2367">
                  <c:v>1.8335215780408601E-2</c:v>
                </c:pt>
                <c:pt idx="2368">
                  <c:v>1.8156641209148301E-2</c:v>
                </c:pt>
                <c:pt idx="2369">
                  <c:v>1.8015741828670401E-2</c:v>
                </c:pt>
                <c:pt idx="2370">
                  <c:v>1.7912447903360201E-2</c:v>
                </c:pt>
                <c:pt idx="2371">
                  <c:v>1.7846256462246201E-2</c:v>
                </c:pt>
                <c:pt idx="2372">
                  <c:v>1.78162537680756E-2</c:v>
                </c:pt>
                <c:pt idx="2373">
                  <c:v>1.7821145681764201E-2</c:v>
                </c:pt>
                <c:pt idx="2374">
                  <c:v>1.7859292812357101E-2</c:v>
                </c:pt>
                <c:pt idx="2375">
                  <c:v>1.7928746255061301E-2</c:v>
                </c:pt>
                <c:pt idx="2376">
                  <c:v>1.8027279914341599E-2</c:v>
                </c:pt>
                <c:pt idx="2377">
                  <c:v>1.81524168153459E-2</c:v>
                </c:pt>
                <c:pt idx="2378">
                  <c:v>1.8301448998268799E-2</c:v>
                </c:pt>
                <c:pt idx="2379">
                  <c:v>1.84714528471699E-2</c:v>
                </c:pt>
                <c:pt idx="2380">
                  <c:v>1.86593031904701E-2</c:v>
                </c:pt>
                <c:pt idx="2381">
                  <c:v>1.8861689630214801E-2</c:v>
                </c:pt>
                <c:pt idx="2382">
                  <c:v>1.9075137309961701E-2</c:v>
                </c:pt>
                <c:pt idx="2383">
                  <c:v>1.9296032338151501E-2</c:v>
                </c:pt>
                <c:pt idx="2384">
                  <c:v>1.9520650237037099E-2</c:v>
                </c:pt>
                <c:pt idx="2385">
                  <c:v>1.9745184791262398E-2</c:v>
                </c:pt>
                <c:pt idx="2386">
                  <c:v>1.9965774796181501E-2</c:v>
                </c:pt>
                <c:pt idx="2387">
                  <c:v>2.0178527325151401E-2</c:v>
                </c:pt>
                <c:pt idx="2388">
                  <c:v>2.0379537847896499E-2</c:v>
                </c:pt>
                <c:pt idx="2389">
                  <c:v>2.05649092431287E-2</c:v>
                </c:pt>
                <c:pt idx="2390">
                  <c:v>2.07307727739066E-2</c:v>
                </c:pt>
                <c:pt idx="2391">
                  <c:v>2.0873313935887101E-2</c:v>
                </c:pt>
                <c:pt idx="2392">
                  <c:v>2.0988804749321601E-2</c:v>
                </c:pt>
                <c:pt idx="2393">
                  <c:v>2.1073642100995101E-2</c:v>
                </c:pt>
                <c:pt idx="2394">
                  <c:v>2.1124389953352099E-2</c:v>
                </c:pt>
                <c:pt idx="2395">
                  <c:v>2.1137822254958399E-2</c:v>
                </c:pt>
                <c:pt idx="2396">
                  <c:v>2.1110963461037E-2</c:v>
                </c:pt>
                <c:pt idx="2397">
                  <c:v>2.10411246173112E-2</c:v>
                </c:pt>
                <c:pt idx="2398">
                  <c:v>2.09259346273181E-2</c:v>
                </c:pt>
                <c:pt idx="2399">
                  <c:v>2.0763368029344E-2</c:v>
                </c:pt>
                <c:pt idx="2400">
                  <c:v>2.0551771646343E-2</c:v>
                </c:pt>
                <c:pt idx="2401">
                  <c:v>2.02898923142966E-2</c:v>
                </c:pt>
                <c:pt idx="2402">
                  <c:v>1.99769065192517E-2</c:v>
                </c:pt>
                <c:pt idx="2403">
                  <c:v>1.96124507137403E-2</c:v>
                </c:pt>
                <c:pt idx="2404">
                  <c:v>1.9196649157264399E-2</c:v>
                </c:pt>
                <c:pt idx="2405">
                  <c:v>1.87301350737786E-2</c:v>
                </c:pt>
                <c:pt idx="2406">
                  <c:v>1.8214061162386601E-2</c:v>
                </c:pt>
                <c:pt idx="2407">
                  <c:v>1.7650097021266901E-2</c:v>
                </c:pt>
                <c:pt idx="2408">
                  <c:v>1.7040413366758999E-2</c:v>
                </c:pt>
                <c:pt idx="2409">
                  <c:v>1.6387655211705099E-2</c:v>
                </c:pt>
                <c:pt idx="2410">
                  <c:v>1.5694907542441999E-2</c:v>
                </c:pt>
                <c:pt idx="2411">
                  <c:v>1.4965657024417E-2</c:v>
                </c:pt>
                <c:pt idx="2412">
                  <c:v>1.4203752012397999E-2</c:v>
                </c:pt>
                <c:pt idx="2413">
                  <c:v>1.34133612822599E-2</c:v>
                </c:pt>
                <c:pt idx="2414">
                  <c:v>1.2598930243466099E-2</c:v>
                </c:pt>
                <c:pt idx="2415">
                  <c:v>1.17651325893997E-2</c:v>
                </c:pt>
                <c:pt idx="2416">
                  <c:v>1.09168156996979E-2</c:v>
                </c:pt>
                <c:pt idx="2417">
                  <c:v>1.0058939505312401E-2</c:v>
                </c:pt>
                <c:pt idx="2418">
                  <c:v>9.1965104692798907E-3</c:v>
                </c:pt>
                <c:pt idx="2419">
                  <c:v>8.3345140849181206E-3</c:v>
                </c:pt>
                <c:pt idx="2420">
                  <c:v>7.4778500931761104E-3</c:v>
                </c:pt>
                <c:pt idx="2421">
                  <c:v>6.6312740473852402E-3</c:v>
                </c:pt>
                <c:pt idx="2422">
                  <c:v>5.7993470832136598E-3</c:v>
                </c:pt>
                <c:pt idx="2423">
                  <c:v>4.9863934929484204E-3</c:v>
                </c:pt>
                <c:pt idx="2424">
                  <c:v>4.1964638161410698E-3</c:v>
                </c:pt>
                <c:pt idx="2425">
                  <c:v>3.4333002622363999E-3</c:v>
                </c:pt>
                <c:pt idx="2426">
                  <c:v>2.7003015909199601E-3</c:v>
                </c:pt>
                <c:pt idx="2427">
                  <c:v>2.0004859533434001E-3</c:v>
                </c:pt>
                <c:pt idx="2428">
                  <c:v>1.33645221334894E-3</c:v>
                </c:pt>
                <c:pt idx="2429">
                  <c:v>7.1034221940591898E-4</c:v>
                </c:pt>
                <c:pt idx="2430">
                  <c:v>1.23807578595643E-4</c:v>
                </c:pt>
                <c:pt idx="2431">
                  <c:v>-4.2201579277687602E-4</c:v>
                </c:pt>
                <c:pt idx="2432">
                  <c:v>-9.26523534950745E-4</c:v>
                </c:pt>
                <c:pt idx="2433">
                  <c:v>-1.3896492792221E-3</c:v>
                </c:pt>
                <c:pt idx="2434">
                  <c:v>-1.8118634516625901E-3</c:v>
                </c:pt>
                <c:pt idx="2435">
                  <c:v>-2.1941670126519801E-3</c:v>
                </c:pt>
                <c:pt idx="2436">
                  <c:v>-2.5380823495233899E-3</c:v>
                </c:pt>
                <c:pt idx="2437">
                  <c:v>-2.8456421809139802E-3</c:v>
                </c:pt>
                <c:pt idx="2438">
                  <c:v>-3.1193754090004899E-3</c:v>
                </c:pt>
                <c:pt idx="2439">
                  <c:v>-3.3622870888398702E-3</c:v>
                </c:pt>
                <c:pt idx="2440">
                  <c:v>-3.5778288236833601E-3</c:v>
                </c:pt>
                <c:pt idx="2441">
                  <c:v>-3.7698563666318302E-3</c:v>
                </c:pt>
                <c:pt idx="2442">
                  <c:v>-3.94257288333373E-3</c:v>
                </c:pt>
                <c:pt idx="2443">
                  <c:v>-4.1004586097787496E-3</c:v>
                </c:pt>
                <c:pt idx="2444">
                  <c:v>-4.2481897777914904E-3</c:v>
                </c:pt>
                <c:pt idx="2445">
                  <c:v>-4.3905510825445896E-3</c:v>
                </c:pt>
                <c:pt idx="2446">
                  <c:v>-4.5323462934352696E-3</c:v>
                </c:pt>
                <c:pt idx="2447">
                  <c:v>-4.6783107922254196E-3</c:v>
                </c:pt>
                <c:pt idx="2448">
                  <c:v>-4.8330281291808401E-3</c:v>
                </c:pt>
                <c:pt idx="2449">
                  <c:v>-5.0008507781455196E-3</c:v>
                </c:pt>
                <c:pt idx="2450">
                  <c:v>-5.1858239939500299E-3</c:v>
                </c:pt>
                <c:pt idx="2451">
                  <c:v>-5.3916116191717002E-3</c:v>
                </c:pt>
                <c:pt idx="2452">
                  <c:v>-5.6214238238635897E-3</c:v>
                </c:pt>
                <c:pt idx="2453">
                  <c:v>-5.8779484943463798E-3</c:v>
                </c:pt>
                <c:pt idx="2454">
                  <c:v>-6.1632895267790004E-3</c:v>
                </c:pt>
                <c:pt idx="2455">
                  <c:v>-6.4789160083508802E-3</c:v>
                </c:pt>
                <c:pt idx="2456">
                  <c:v>-6.8256258747036898E-3</c:v>
                </c:pt>
                <c:pt idx="2457">
                  <c:v>-7.2035261342147296E-3</c:v>
                </c:pt>
                <c:pt idx="2458">
                  <c:v>-7.6120295268306201E-3</c:v>
                </c:pt>
                <c:pt idx="2459">
                  <c:v>-8.0498652718039802E-3</c:v>
                </c:pt>
                <c:pt idx="2460">
                  <c:v>-8.5151002182425398E-3</c:v>
                </c:pt>
                <c:pt idx="2461">
                  <c:v>-9.0051667998876893E-3</c:v>
                </c:pt>
                <c:pt idx="2462">
                  <c:v>-9.5168956189886304E-3</c:v>
                </c:pt>
                <c:pt idx="2463">
                  <c:v>-1.0046552558132599E-2</c:v>
                </c:pt>
                <c:pt idx="2464">
                  <c:v>-1.05898821539129E-2</c:v>
                </c:pt>
                <c:pt idx="2465">
                  <c:v>-1.11421598691849E-2</c:v>
                </c:pt>
                <c:pt idx="2466">
                  <c:v>-1.1698255562191199E-2</c:v>
                </c:pt>
                <c:pt idx="2467">
                  <c:v>-1.2252708956350699E-2</c:v>
                </c:pt>
                <c:pt idx="2468">
                  <c:v>-1.2799815715399799E-2</c:v>
                </c:pt>
                <c:pt idx="2469">
                  <c:v>-1.33337205897826E-2</c:v>
                </c:pt>
                <c:pt idx="2470">
                  <c:v>-1.3848512870596401E-2</c:v>
                </c:pt>
                <c:pt idx="2471">
                  <c:v>-1.43383195672756E-2</c:v>
                </c:pt>
                <c:pt idx="2472">
                  <c:v>-1.47973931656808E-2</c:v>
                </c:pt>
                <c:pt idx="2473">
                  <c:v>-1.5220192861878999E-2</c:v>
                </c:pt>
                <c:pt idx="2474">
                  <c:v>-1.56014600196976E-2</c:v>
                </c:pt>
                <c:pt idx="2475">
                  <c:v>-1.5936289649903401E-2</c:v>
                </c:pt>
                <c:pt idx="2476">
                  <c:v>-1.6220199621703499E-2</c:v>
                </c:pt>
                <c:pt idx="2477">
                  <c:v>-1.6449198113254401E-2</c:v>
                </c:pt>
                <c:pt idx="2478">
                  <c:v>-1.6619847922251501E-2</c:v>
                </c:pt>
                <c:pt idx="2479">
                  <c:v>-1.6729324490670001E-2</c:v>
                </c:pt>
                <c:pt idx="2480">
                  <c:v>-1.6775463714637399E-2</c:v>
                </c:pt>
                <c:pt idx="2481">
                  <c:v>-1.67567962634666E-2</c:v>
                </c:pt>
                <c:pt idx="2482">
                  <c:v>-1.6672566979200699E-2</c:v>
                </c:pt>
                <c:pt idx="2483">
                  <c:v>-1.65227402112537E-2</c:v>
                </c:pt>
                <c:pt idx="2484">
                  <c:v>-1.6307993818786701E-2</c:v>
                </c:pt>
                <c:pt idx="2485">
                  <c:v>-1.6029705452316301E-2</c:v>
                </c:pt>
                <c:pt idx="2486">
                  <c:v>-1.5689934381148199E-2</c:v>
                </c:pt>
                <c:pt idx="2487">
                  <c:v>-1.52914007198567E-2</c:v>
                </c:pt>
                <c:pt idx="2488">
                  <c:v>-1.4837461932565601E-2</c:v>
                </c:pt>
                <c:pt idx="2489">
                  <c:v>-1.43320847242731E-2</c:v>
                </c:pt>
                <c:pt idx="2490">
                  <c:v>-1.37798096348422E-2</c:v>
                </c:pt>
                <c:pt idx="2491">
                  <c:v>-1.31857062215617E-2</c:v>
                </c:pt>
                <c:pt idx="2492">
                  <c:v>-1.25553184018804E-2</c:v>
                </c:pt>
                <c:pt idx="2493">
                  <c:v>-1.1894601574129899E-2</c:v>
                </c:pt>
                <c:pt idx="2494">
                  <c:v>-1.1209854706288099E-2</c:v>
                </c:pt>
                <c:pt idx="2495">
                  <c:v>-1.0507651151877E-2</c:v>
                </c:pt>
                <c:pt idx="2496">
                  <c:v>-9.7947713958308202E-3</c:v>
                </c:pt>
                <c:pt idx="2497">
                  <c:v>-9.0781394308453705E-3</c:v>
                </c:pt>
                <c:pt idx="2498">
                  <c:v>-8.3647624220187407E-3</c:v>
                </c:pt>
                <c:pt idx="2499">
                  <c:v>-7.6616713731012002E-3</c:v>
                </c:pt>
                <c:pt idx="2500">
                  <c:v>-6.9758594201513998E-3</c:v>
                </c:pt>
                <c:pt idx="2501">
                  <c:v>-6.31421467839884E-3</c:v>
                </c:pt>
                <c:pt idx="2502">
                  <c:v>-5.6834462014439396E-3</c:v>
                </c:pt>
                <c:pt idx="2503">
                  <c:v>-5.0900039303243801E-3</c:v>
                </c:pt>
                <c:pt idx="2504">
                  <c:v>-4.5399956410929997E-3</c:v>
                </c:pt>
                <c:pt idx="2505">
                  <c:v>-4.0391051548560796E-3</c:v>
                </c:pt>
                <c:pt idx="2506">
                  <c:v>-3.5925161249013302E-3</c:v>
                </c:pt>
                <c:pt idx="2507">
                  <c:v>-3.2048446039795501E-3</c:v>
                </c:pt>
                <c:pt idx="2508">
                  <c:v>-2.88008173308853E-3</c:v>
                </c:pt>
                <c:pt idx="2509">
                  <c:v>-2.6215460025818299E-3</c:v>
                </c:pt>
                <c:pt idx="2510">
                  <c:v>-2.4318433999973299E-3</c:v>
                </c:pt>
                <c:pt idx="2511">
                  <c:v>-2.3128338473982998E-3</c:v>
                </c:pt>
                <c:pt idx="2512">
                  <c:v>-2.26560355362744E-3</c:v>
                </c:pt>
                <c:pt idx="2513">
                  <c:v>-2.2904446722480701E-3</c:v>
                </c:pt>
                <c:pt idx="2514">
                  <c:v>-2.38684518425757E-3</c:v>
                </c:pt>
                <c:pt idx="2515">
                  <c:v>-2.5534925792656399E-3</c:v>
                </c:pt>
                <c:pt idx="2516">
                  <c:v>-2.7882943714156601E-3</c:v>
                </c:pt>
                <c:pt idx="2517">
                  <c:v>-3.0884168043869599E-3</c:v>
                </c:pt>
                <c:pt idx="2518">
                  <c:v>-3.4503407066093202E-3</c:v>
                </c:pt>
                <c:pt idx="2519">
                  <c:v>-3.86993112433886E-3</c:v>
                </c:pt>
                <c:pt idx="2520">
                  <c:v>-4.3425159472925802E-3</c:v>
                </c:pt>
                <c:pt idx="2521">
                  <c:v>-4.86296878641928E-3</c:v>
                </c:pt>
                <c:pt idx="2522">
                  <c:v>-5.4257927805622698E-3</c:v>
                </c:pt>
                <c:pt idx="2523">
                  <c:v>-6.0252041464441599E-3</c:v>
                </c:pt>
                <c:pt idx="2524">
                  <c:v>-6.6552162658115796E-3</c:v>
                </c:pt>
                <c:pt idx="2525">
                  <c:v>-7.3097261804933398E-3</c:v>
                </c:pt>
                <c:pt idx="2526">
                  <c:v>-7.9826051583681504E-3</c:v>
                </c:pt>
                <c:pt idx="2527">
                  <c:v>-8.6677935681966096E-3</c:v>
                </c:pt>
                <c:pt idx="2528">
                  <c:v>-9.35939816165424E-3</c:v>
                </c:pt>
                <c:pt idx="2529">
                  <c:v>-1.0051787833284601E-2</c:v>
                </c:pt>
                <c:pt idx="2530">
                  <c:v>-1.0739682890364E-2</c:v>
                </c:pt>
                <c:pt idx="2531">
                  <c:v>-1.14182333173997E-2</c:v>
                </c:pt>
                <c:pt idx="2532">
                  <c:v>-1.2083083285093599E-2</c:v>
                </c:pt>
                <c:pt idx="2533">
                  <c:v>-1.27304214732285E-2</c:v>
                </c:pt>
                <c:pt idx="2534">
                  <c:v>-1.33570187526331E-2</c:v>
                </c:pt>
                <c:pt idx="2535">
                  <c:v>-1.39602557778716E-2</c:v>
                </c:pt>
                <c:pt idx="2536">
                  <c:v>-1.45381428677751E-2</c:v>
                </c:pt>
                <c:pt idx="2537">
                  <c:v>-1.50893333238785E-2</c:v>
                </c:pt>
                <c:pt idx="2538">
                  <c:v>-1.5613129477861001E-2</c:v>
                </c:pt>
                <c:pt idx="2539">
                  <c:v>-1.61094790039716E-2</c:v>
                </c:pt>
                <c:pt idx="2540">
                  <c:v>-1.6578958250609201E-2</c:v>
                </c:pt>
                <c:pt idx="2541">
                  <c:v>-1.70227400551923E-2</c:v>
                </c:pt>
                <c:pt idx="2542">
                  <c:v>-1.74425455062912E-2</c:v>
                </c:pt>
                <c:pt idx="2543">
                  <c:v>-1.7840581622683701E-2</c:v>
                </c:pt>
                <c:pt idx="2544">
                  <c:v>-1.82194690335056E-2</c:v>
                </c:pt>
                <c:pt idx="2545">
                  <c:v>-1.85821648312346E-2</c:v>
                </c:pt>
                <c:pt idx="2546">
                  <c:v>-1.8931885575767499E-2</c:v>
                </c:pt>
                <c:pt idx="2547">
                  <c:v>-1.9272034056817801E-2</c:v>
                </c:pt>
                <c:pt idx="2548">
                  <c:v>-1.9606131303987102E-2</c:v>
                </c:pt>
                <c:pt idx="2549">
                  <c:v>-1.9937753188907701E-2</c:v>
                </c:pt>
                <c:pt idx="2550">
                  <c:v>-2.0270469606213301E-2</c:v>
                </c:pt>
                <c:pt idx="2551">
                  <c:v>-2.06077841704355E-2</c:v>
                </c:pt>
                <c:pt idx="2552">
                  <c:v>-2.09530735368164E-2</c:v>
                </c:pt>
                <c:pt idx="2553">
                  <c:v>-2.1309527210398201E-2</c:v>
                </c:pt>
                <c:pt idx="2554">
                  <c:v>-2.168009025022E-2</c:v>
                </c:pt>
                <c:pt idx="2555">
                  <c:v>-2.2067412010268E-2</c:v>
                </c:pt>
                <c:pt idx="2556">
                  <c:v>-2.2473803728239601E-2</c:v>
                </c:pt>
                <c:pt idx="2557">
                  <c:v>-2.2901206431237098E-2</c:v>
                </c:pt>
                <c:pt idx="2558">
                  <c:v>-2.3351168644694699E-2</c:v>
                </c:pt>
                <c:pt idx="2559">
                  <c:v>-2.3824831461103299E-2</c:v>
                </c:pt>
                <c:pt idx="2560">
                  <c:v>-2.4322917470048899E-2</c:v>
                </c:pt>
                <c:pt idx="2561">
                  <c:v>-2.4845720390663E-2</c:v>
                </c:pt>
                <c:pt idx="2562">
                  <c:v>-2.53930938472052E-2</c:v>
                </c:pt>
                <c:pt idx="2563">
                  <c:v>-2.5964439861425902E-2</c:v>
                </c:pt>
                <c:pt idx="2564">
                  <c:v>-2.6558699411772999E-2</c:v>
                </c:pt>
                <c:pt idx="2565">
                  <c:v>-2.71743481925007E-2</c:v>
                </c:pt>
                <c:pt idx="2566">
                  <c:v>-2.78094002695254E-2</c:v>
                </c:pt>
                <c:pt idx="2567">
                  <c:v>-2.8461420853419898E-2</c:v>
                </c:pt>
                <c:pt idx="2568">
                  <c:v>-2.9127547437002299E-2</c:v>
                </c:pt>
                <c:pt idx="2569">
                  <c:v>-2.9804516851743401E-2</c:v>
                </c:pt>
                <c:pt idx="2570">
                  <c:v>-3.0488695096025101E-2</c:v>
                </c:pt>
                <c:pt idx="2571">
                  <c:v>-3.11761073841995E-2</c:v>
                </c:pt>
                <c:pt idx="2572">
                  <c:v>-3.1862467496430201E-2</c:v>
                </c:pt>
                <c:pt idx="2573">
                  <c:v>-3.2543207494787403E-2</c:v>
                </c:pt>
                <c:pt idx="2574">
                  <c:v>-3.3213510455485797E-2</c:v>
                </c:pt>
                <c:pt idx="2575">
                  <c:v>-3.3868349515075703E-2</c:v>
                </c:pt>
                <c:pt idx="2576">
                  <c:v>-3.4502536030233399E-2</c:v>
                </c:pt>
                <c:pt idx="2577">
                  <c:v>-3.5110778114056801E-2</c:v>
                </c:pt>
                <c:pt idx="2578">
                  <c:v>-3.5687748670581901E-2</c:v>
                </c:pt>
                <c:pt idx="2579">
                  <c:v>-3.6228160039371501E-2</c:v>
                </c:pt>
                <c:pt idx="2580">
                  <c:v>-3.6726841276171401E-2</c:v>
                </c:pt>
                <c:pt idx="2581">
                  <c:v>-3.7178814359426701E-2</c:v>
                </c:pt>
                <c:pt idx="2582">
                  <c:v>-3.7579367025603598E-2</c:v>
                </c:pt>
                <c:pt idx="2583">
                  <c:v>-3.7924121812599097E-2</c:v>
                </c:pt>
                <c:pt idx="2584">
                  <c:v>-3.8209102442957402E-2</c:v>
                </c:pt>
                <c:pt idx="2585">
                  <c:v>-3.84307993479195E-2</c:v>
                </c:pt>
                <c:pt idx="2586">
                  <c:v>-3.8586235715455101E-2</c:v>
                </c:pt>
                <c:pt idx="2587">
                  <c:v>-3.8673034062884998E-2</c:v>
                </c:pt>
                <c:pt idx="2588">
                  <c:v>-3.8689481397994503E-2</c:v>
                </c:pt>
                <c:pt idx="2589">
                  <c:v>-3.86345892303828E-2</c:v>
                </c:pt>
                <c:pt idx="2590">
                  <c:v>-3.8508143813102802E-2</c:v>
                </c:pt>
                <c:pt idx="2591">
                  <c:v>-3.8310742485896297E-2</c:v>
                </c:pt>
                <c:pt idx="2592">
                  <c:v>-3.80438136618877E-2</c:v>
                </c:pt>
                <c:pt idx="2593">
                  <c:v>-3.7709620151175099E-2</c:v>
                </c:pt>
                <c:pt idx="2594">
                  <c:v>-3.7311247355593602E-2</c:v>
                </c:pt>
                <c:pt idx="2595">
                  <c:v>-3.6852578833333899E-2</c:v>
                </c:pt>
                <c:pt idx="2596">
                  <c:v>-3.6338261604408E-2</c:v>
                </c:pt>
                <c:pt idx="2597">
                  <c:v>-3.5773662482629497E-2</c:v>
                </c:pt>
                <c:pt idx="2598">
                  <c:v>-3.5164815127067997E-2</c:v>
                </c:pt>
                <c:pt idx="2599">
                  <c:v>-3.4518356115147301E-2</c:v>
                </c:pt>
                <c:pt idx="2600">
                  <c:v>-3.3841447905207003E-2</c:v>
                </c:pt>
                <c:pt idx="2601">
                  <c:v>-3.3141687473987103E-2</c:v>
                </c:pt>
                <c:pt idx="2602">
                  <c:v>-3.24270014336632E-2</c:v>
                </c:pt>
                <c:pt idx="2603">
                  <c:v>-3.1705530793044501E-2</c:v>
                </c:pt>
                <c:pt idx="2604">
                  <c:v>-3.0985510385742401E-2</c:v>
                </c:pt>
                <c:pt idx="2605">
                  <c:v>-3.0275148763807699E-2</c:v>
                </c:pt>
                <c:pt idx="2606">
                  <c:v>-2.9582513828316899E-2</c:v>
                </c:pt>
                <c:pt idx="2607">
                  <c:v>-2.8915427765861701E-2</c:v>
                </c:pt>
                <c:pt idx="2608">
                  <c:v>-2.8281372469769198E-2</c:v>
                </c:pt>
                <c:pt idx="2609">
                  <c:v>-2.7687404358484699E-2</c:v>
                </c:pt>
                <c:pt idx="2610">
                  <c:v>-2.7140076233183302E-2</c:v>
                </c:pt>
                <c:pt idx="2611">
                  <c:v>-2.6645364027808802E-2</c:v>
                </c:pt>
                <c:pt idx="2612">
                  <c:v>-2.6208597790021299E-2</c:v>
                </c:pt>
                <c:pt idx="2613">
                  <c:v>-2.5834398211157499E-2</c:v>
                </c:pt>
                <c:pt idx="2614">
                  <c:v>-2.5526621596326099E-2</c:v>
                </c:pt>
                <c:pt idx="2615">
                  <c:v>-2.5288316716673299E-2</c:v>
                </c:pt>
                <c:pt idx="2616">
                  <c:v>-2.5121696319007701E-2</c:v>
                </c:pt>
                <c:pt idx="2617">
                  <c:v>-2.5028124369433101E-2</c:v>
                </c:pt>
                <c:pt idx="2618">
                  <c:v>-2.5008117892101101E-2</c:v>
                </c:pt>
                <c:pt idx="2619">
                  <c:v>-2.5061360282301E-2</c:v>
                </c:pt>
                <c:pt idx="2620">
                  <c:v>-2.5186721982044299E-2</c:v>
                </c:pt>
                <c:pt idx="2621">
                  <c:v>-2.53822848319737E-2</c:v>
                </c:pt>
                <c:pt idx="2622">
                  <c:v>-2.5645368097738399E-2</c:v>
                </c:pt>
                <c:pt idx="2623">
                  <c:v>-2.5972556422913101E-2</c:v>
                </c:pt>
                <c:pt idx="2624">
                  <c:v>-2.6359731916887501E-2</c:v>
                </c:pt>
                <c:pt idx="2625">
                  <c:v>-2.6802113570624501E-2</c:v>
                </c:pt>
                <c:pt idx="2626">
                  <c:v>-2.72943068924489E-2</c:v>
                </c:pt>
                <c:pt idx="2627">
                  <c:v>-2.7830365153023499E-2</c:v>
                </c:pt>
                <c:pt idx="2628">
                  <c:v>-2.8403861422592401E-2</c:v>
                </c:pt>
                <c:pt idx="2629">
                  <c:v>-2.9007968506530701E-2</c:v>
                </c:pt>
                <c:pt idx="2630">
                  <c:v>-2.9635542784076499E-2</c:v>
                </c:pt>
                <c:pt idx="2631">
                  <c:v>-3.0279208247905701E-2</c:v>
                </c:pt>
                <c:pt idx="2632">
                  <c:v>-3.0931438481231002E-2</c:v>
                </c:pt>
                <c:pt idx="2633">
                  <c:v>-3.1584636167598497E-2</c:v>
                </c:pt>
                <c:pt idx="2634">
                  <c:v>-3.2231211237683299E-2</c:v>
                </c:pt>
                <c:pt idx="2635">
                  <c:v>-3.2863659420067998E-2</c:v>
                </c:pt>
                <c:pt idx="2636">
                  <c:v>-3.3474642605818603E-2</c:v>
                </c:pt>
                <c:pt idx="2637">
                  <c:v>-3.4057071164420499E-2</c:v>
                </c:pt>
                <c:pt idx="2638">
                  <c:v>-3.4604186556662302E-2</c:v>
                </c:pt>
                <c:pt idx="2639">
                  <c:v>-3.5109640959392799E-2</c:v>
                </c:pt>
                <c:pt idx="2640">
                  <c:v>-3.5567569895630799E-2</c:v>
                </c:pt>
                <c:pt idx="2641">
                  <c:v>-3.5972654459080801E-2</c:v>
                </c:pt>
                <c:pt idx="2642">
                  <c:v>-3.6320171439980897E-2</c:v>
                </c:pt>
                <c:pt idx="2643">
                  <c:v>-3.6606031813303803E-2</c:v>
                </c:pt>
                <c:pt idx="2644">
                  <c:v>-3.6826809818960603E-2</c:v>
                </c:pt>
                <c:pt idx="2645">
                  <c:v>-3.6979765639302498E-2</c:v>
                </c:pt>
                <c:pt idx="2646">
                  <c:v>-3.706286425422E-2</c:v>
                </c:pt>
                <c:pt idx="2647">
                  <c:v>-3.7074791619113298E-2</c:v>
                </c:pt>
                <c:pt idx="2648">
                  <c:v>-3.7014967381471003E-2</c:v>
                </c:pt>
                <c:pt idx="2649">
                  <c:v>-3.6883551679276899E-2</c:v>
                </c:pt>
                <c:pt idx="2650">
                  <c:v>-3.6681442901199499E-2</c:v>
                </c:pt>
                <c:pt idx="2651">
                  <c:v>-3.64102639998716E-2</c:v>
                </c:pt>
                <c:pt idx="2652">
                  <c:v>-3.60723367776895E-2</c:v>
                </c:pt>
                <c:pt idx="2653">
                  <c:v>-3.5670645769408399E-2</c:v>
                </c:pt>
                <c:pt idx="2654">
                  <c:v>-3.5208795082447501E-2</c:v>
                </c:pt>
                <c:pt idx="2655">
                  <c:v>-3.4690962216876002E-2</c:v>
                </c:pt>
                <c:pt idx="2656">
                  <c:v>-3.4121852270558403E-2</c:v>
                </c:pt>
                <c:pt idx="2657">
                  <c:v>-3.3506654247297298E-2</c:v>
                </c:pt>
                <c:pt idx="2658">
                  <c:v>-3.2850998980994098E-2</c:v>
                </c:pt>
                <c:pt idx="2659">
                  <c:v>-3.2160916267053398E-2</c:v>
                </c:pt>
                <c:pt idx="2660">
                  <c:v>-3.1442787932244198E-2</c:v>
                </c:pt>
                <c:pt idx="2661">
                  <c:v>-3.0703294122646298E-2</c:v>
                </c:pt>
                <c:pt idx="2662">
                  <c:v>-2.9949351745117501E-2</c:v>
                </c:pt>
                <c:pt idx="2663">
                  <c:v>-2.91880460246614E-2</c:v>
                </c:pt>
                <c:pt idx="2664">
                  <c:v>-2.84265577935028E-2</c:v>
                </c:pt>
                <c:pt idx="2665">
                  <c:v>-2.76720899254327E-2</c:v>
                </c:pt>
                <c:pt idx="2666">
                  <c:v>-2.6931796076627101E-2</c:v>
                </c:pt>
                <c:pt idx="2667">
                  <c:v>-2.6212713655861801E-2</c:v>
                </c:pt>
                <c:pt idx="2668">
                  <c:v>-2.5521701096683499E-2</c:v>
                </c:pt>
                <c:pt idx="2669">
                  <c:v>-2.4865377734054599E-2</c:v>
                </c:pt>
                <c:pt idx="2670">
                  <c:v>-2.4250063682886E-2</c:v>
                </c:pt>
                <c:pt idx="2671">
                  <c:v>-2.3681717531842901E-2</c:v>
                </c:pt>
                <c:pt idx="2672">
                  <c:v>-2.3165871223699799E-2</c:v>
                </c:pt>
                <c:pt idx="2673">
                  <c:v>-2.2707563478198401E-2</c:v>
                </c:pt>
                <c:pt idx="2674">
                  <c:v>-2.2311274712060999E-2</c:v>
                </c:pt>
                <c:pt idx="2675">
                  <c:v>-2.1980867089808499E-2</c:v>
                </c:pt>
                <c:pt idx="2676">
                  <c:v>-2.1719532917122201E-2</c:v>
                </c:pt>
                <c:pt idx="2677">
                  <c:v>-2.1529753186523299E-2</c:v>
                </c:pt>
                <c:pt idx="2678">
                  <c:v>-2.14132661417114E-2</c:v>
                </c:pt>
                <c:pt idx="2679">
                  <c:v>-2.1371043954792501E-2</c:v>
                </c:pt>
                <c:pt idx="2680">
                  <c:v>-2.1403274742352499E-2</c:v>
                </c:pt>
                <c:pt idx="2681">
                  <c:v>-2.1509347573164E-2</c:v>
                </c:pt>
                <c:pt idx="2682">
                  <c:v>-2.1687839665437199E-2</c:v>
                </c:pt>
                <c:pt idx="2683">
                  <c:v>-2.1936506968337599E-2</c:v>
                </c:pt>
                <c:pt idx="2684">
                  <c:v>-2.2252280958654901E-2</c:v>
                </c:pt>
                <c:pt idx="2685">
                  <c:v>-2.2631275157769901E-2</c:v>
                </c:pt>
                <c:pt idx="2686">
                  <c:v>-2.30688043555012E-2</c:v>
                </c:pt>
                <c:pt idx="2687">
                  <c:v>-2.35594179570629E-2</c:v>
                </c:pt>
                <c:pt idx="2688">
                  <c:v>-2.40969467394395E-2</c:v>
                </c:pt>
                <c:pt idx="2689">
                  <c:v>-2.46745603812683E-2</c:v>
                </c:pt>
                <c:pt idx="2690">
                  <c:v>-2.5284832185999199E-2</c:v>
                </c:pt>
                <c:pt idx="2691">
                  <c:v>-2.59198078292967E-2</c:v>
                </c:pt>
                <c:pt idx="2692">
                  <c:v>-2.65710765101662E-2</c:v>
                </c:pt>
                <c:pt idx="2693">
                  <c:v>-2.7229844897988499E-2</c:v>
                </c:pt>
                <c:pt idx="2694">
                  <c:v>-2.7887015925100098E-2</c:v>
                </c:pt>
                <c:pt idx="2695">
                  <c:v>-2.85332751079421E-2</c:v>
                </c:pt>
                <c:pt idx="2696">
                  <c:v>-2.9159186411310101E-2</c:v>
                </c:pt>
                <c:pt idx="2697">
                  <c:v>-2.9755297917621E-2</c:v>
                </c:pt>
                <c:pt idx="2698">
                  <c:v>-3.0312255359175599E-2</c:v>
                </c:pt>
                <c:pt idx="2699">
                  <c:v>-3.0820919758712501E-2</c:v>
                </c:pt>
                <c:pt idx="2700">
                  <c:v>-3.1272484732702797E-2</c:v>
                </c:pt>
                <c:pt idx="2701">
                  <c:v>-3.1658589684540703E-2</c:v>
                </c:pt>
                <c:pt idx="2702">
                  <c:v>-3.19714267668635E-2</c:v>
                </c:pt>
                <c:pt idx="2703">
                  <c:v>-3.22038413713919E-2</c:v>
                </c:pt>
                <c:pt idx="2704">
                  <c:v>-3.2349427275122501E-2</c:v>
                </c:pt>
                <c:pt idx="2705">
                  <c:v>-3.2402617949559398E-2</c:v>
                </c:pt>
                <c:pt idx="2706">
                  <c:v>-3.2358774790019501E-2</c:v>
                </c:pt>
                <c:pt idx="2707">
                  <c:v>-3.2214271382286497E-2</c:v>
                </c:pt>
                <c:pt idx="2708">
                  <c:v>-3.1966570951965402E-2</c:v>
                </c:pt>
                <c:pt idx="2709">
                  <c:v>-3.1614292587692598E-2</c:v>
                </c:pt>
                <c:pt idx="2710">
                  <c:v>-3.1157261390009901E-2</c:v>
                </c:pt>
                <c:pt idx="2711">
                  <c:v>-3.05965386787127E-2</c:v>
                </c:pt>
                <c:pt idx="2712">
                  <c:v>-2.9934430499269499E-2</c:v>
                </c:pt>
                <c:pt idx="2713">
                  <c:v>-2.9174475141293999E-2</c:v>
                </c:pt>
                <c:pt idx="2714">
                  <c:v>-2.8321412369316901E-2</c:v>
                </c:pt>
                <c:pt idx="2715">
                  <c:v>-2.7381137990656002E-2</c:v>
                </c:pt>
                <c:pt idx="2716">
                  <c:v>-2.6360647086777801E-2</c:v>
                </c:pt>
                <c:pt idx="2717">
                  <c:v>-2.5267967923801999E-2</c:v>
                </c:pt>
                <c:pt idx="2718">
                  <c:v>-2.41120867402317E-2</c:v>
                </c:pt>
                <c:pt idx="2719">
                  <c:v>-2.2902862012422101E-2</c:v>
                </c:pt>
                <c:pt idx="2720">
                  <c:v>-2.1650926143367201E-2</c:v>
                </c:pt>
                <c:pt idx="2721">
                  <c:v>-2.0367573158437999E-2</c:v>
                </c:pt>
                <c:pt idx="2722">
                  <c:v>-1.9064632685630099E-2</c:v>
                </c:pt>
                <c:pt idx="2723">
                  <c:v>-1.77543325622193E-2</c:v>
                </c:pt>
                <c:pt idx="2724">
                  <c:v>-1.6449154067581701E-2</c:v>
                </c:pt>
                <c:pt idx="2725">
                  <c:v>-1.51616844704E-2</c:v>
                </c:pt>
                <c:pt idx="2726">
                  <c:v>-1.39044710809463E-2</c:v>
                </c:pt>
                <c:pt idx="2727">
                  <c:v>-1.26898794752709E-2</c:v>
                </c:pt>
                <c:pt idx="2728">
                  <c:v>-1.15299565386903E-2</c:v>
                </c:pt>
                <c:pt idx="2729">
                  <c:v>-1.0436297245828801E-2</c:v>
                </c:pt>
                <c:pt idx="2730">
                  <c:v>-9.41991340125551E-3</c:v>
                </c:pt>
                <c:pt idx="2731">
                  <c:v>-8.4911032680986698E-3</c:v>
                </c:pt>
                <c:pt idx="2732">
                  <c:v>-7.6593228731614499E-3</c:v>
                </c:pt>
                <c:pt idx="2733">
                  <c:v>-6.9330620396971399E-3</c:v>
                </c:pt>
                <c:pt idx="2734">
                  <c:v>-6.3197299530961502E-3</c:v>
                </c:pt>
                <c:pt idx="2735">
                  <c:v>-5.8255556474839498E-3</c:v>
                </c:pt>
                <c:pt idx="2736">
                  <c:v>-5.4555079867951396E-3</c:v>
                </c:pt>
                <c:pt idx="2737">
                  <c:v>-5.2132377226897899E-3</c:v>
                </c:pt>
                <c:pt idx="2738">
                  <c:v>-5.1010416665755003E-3</c:v>
                </c:pt>
                <c:pt idx="2739">
                  <c:v>-5.1198467932330998E-3</c:v>
                </c:pt>
                <c:pt idx="2740">
                  <c:v>-5.2692110058272399E-3</c:v>
                </c:pt>
                <c:pt idx="2741">
                  <c:v>-5.5473376797178396E-3</c:v>
                </c:pt>
                <c:pt idx="2742">
                  <c:v>-5.9511026527153997E-3</c:v>
                </c:pt>
                <c:pt idx="2743">
                  <c:v>-6.4760942461331399E-3</c:v>
                </c:pt>
                <c:pt idx="2744">
                  <c:v>-7.1166683309073896E-3</c:v>
                </c:pt>
                <c:pt idx="2745">
                  <c:v>-7.8660208421401298E-3</c:v>
                </c:pt>
                <c:pt idx="2746">
                  <c:v>-8.7162793361002504E-3</c:v>
                </c:pt>
                <c:pt idx="2747">
                  <c:v>-9.6586133750872095E-3</c:v>
                </c:pt>
                <c:pt idx="2748">
                  <c:v>-1.06833612582567E-2</c:v>
                </c:pt>
                <c:pt idx="2749">
                  <c:v>-1.1780168697144201E-2</c:v>
                </c:pt>
                <c:pt idx="2750">
                  <c:v>-1.293813423298E-2</c:v>
                </c:pt>
                <c:pt idx="2751">
                  <c:v>-1.41459568261423E-2</c:v>
                </c:pt>
                <c:pt idx="2752">
                  <c:v>-1.53920827918796E-2</c:v>
                </c:pt>
                <c:pt idx="2753">
                  <c:v>-1.6664851321909702E-2</c:v>
                </c:pt>
                <c:pt idx="2754">
                  <c:v>-1.7952639338463101E-2</c:v>
                </c:pt>
                <c:pt idx="2755">
                  <c:v>-1.92440067730517E-2</c:v>
                </c:pt>
                <c:pt idx="2756">
                  <c:v>-2.0527842445795599E-2</c:v>
                </c:pt>
                <c:pt idx="2757">
                  <c:v>-2.1793508917740598E-2</c:v>
                </c:pt>
                <c:pt idx="2758">
                  <c:v>-2.30309826518552E-2</c:v>
                </c:pt>
                <c:pt idx="2759">
                  <c:v>-2.4230984290407799E-2</c:v>
                </c:pt>
                <c:pt idx="2760">
                  <c:v>-2.5385093469628799E-2</c:v>
                </c:pt>
                <c:pt idx="2761">
                  <c:v>-2.6485843597911899E-2</c:v>
                </c:pt>
                <c:pt idx="2762">
                  <c:v>-2.75267941221943E-2</c:v>
                </c:pt>
                <c:pt idx="2763">
                  <c:v>-2.8502580281513999E-2</c:v>
                </c:pt>
                <c:pt idx="2764">
                  <c:v>-2.9408942408900501E-2</c:v>
                </c:pt>
                <c:pt idx="2765">
                  <c:v>-3.0242737943733899E-2</c:v>
                </c:pt>
                <c:pt idx="2766">
                  <c:v>-3.1001939261066699E-2</c:v>
                </c:pt>
                <c:pt idx="2767">
                  <c:v>-3.1685619344776601E-2</c:v>
                </c:pt>
                <c:pt idx="2768">
                  <c:v>-3.2293925680270501E-2</c:v>
                </c:pt>
                <c:pt idx="2769">
                  <c:v>-3.2828041263540102E-2</c:v>
                </c:pt>
                <c:pt idx="2770">
                  <c:v>-3.3290131092219101E-2</c:v>
                </c:pt>
                <c:pt idx="2771">
                  <c:v>-3.3683273288260401E-2</c:v>
                </c:pt>
                <c:pt idx="2772">
                  <c:v>-3.4011375823406E-2</c:v>
                </c:pt>
                <c:pt idx="2773">
                  <c:v>-3.4279081936732701E-2</c:v>
                </c:pt>
                <c:pt idx="2774">
                  <c:v>-3.44916689378627E-2</c:v>
                </c:pt>
                <c:pt idx="2775">
                  <c:v>-3.4654945604266497E-2</c:v>
                </c:pt>
                <c:pt idx="2776">
                  <c:v>-3.4775152595289099E-2</c:v>
                </c:pt>
                <c:pt idx="2777">
                  <c:v>-3.4858868408152797E-2</c:v>
                </c:pt>
                <c:pt idx="2778">
                  <c:v>-3.4912920970516001E-2</c:v>
                </c:pt>
                <c:pt idx="2779">
                  <c:v>-3.4944302848442299E-2</c:v>
                </c:pt>
                <c:pt idx="2780">
                  <c:v>-3.4960087067427502E-2</c:v>
                </c:pt>
                <c:pt idx="2781">
                  <c:v>-3.4967341091197E-2</c:v>
                </c:pt>
                <c:pt idx="2782">
                  <c:v>-3.4973038304225199E-2</c:v>
                </c:pt>
                <c:pt idx="2783">
                  <c:v>-3.4983968586224101E-2</c:v>
                </c:pt>
                <c:pt idx="2784">
                  <c:v>-3.5006651321854897E-2</c:v>
                </c:pt>
                <c:pt idx="2785">
                  <c:v>-3.5047254806016399E-2</c:v>
                </c:pt>
                <c:pt idx="2786">
                  <c:v>-3.5111525266876401E-2</c:v>
                </c:pt>
                <c:pt idx="2787">
                  <c:v>-3.5204726857739503E-2</c:v>
                </c:pt>
                <c:pt idx="2788">
                  <c:v>-3.5331591593946401E-2</c:v>
                </c:pt>
                <c:pt idx="2789">
                  <c:v>-3.5496276222054597E-2</c:v>
                </c:pt>
                <c:pt idx="2790">
                  <c:v>-3.57023222290083E-2</c:v>
                </c:pt>
                <c:pt idx="2791">
                  <c:v>-3.5952615999511703E-2</c:v>
                </c:pt>
                <c:pt idx="2792">
                  <c:v>-3.6249348221816698E-2</c:v>
                </c:pt>
                <c:pt idx="2793">
                  <c:v>-3.6593974213512501E-2</c:v>
                </c:pt>
                <c:pt idx="2794">
                  <c:v>-3.6987178945418898E-2</c:v>
                </c:pt>
                <c:pt idx="2795">
                  <c:v>-3.7428851471052203E-2</c:v>
                </c:pt>
                <c:pt idx="2796">
                  <c:v>-3.7918072912641397E-2</c:v>
                </c:pt>
                <c:pt idx="2797">
                  <c:v>-3.8453120270558201E-2</c:v>
                </c:pt>
                <c:pt idx="2798">
                  <c:v>-3.9031485756596103E-2</c:v>
                </c:pt>
                <c:pt idx="2799">
                  <c:v>-3.96499090809748E-2</c:v>
                </c:pt>
                <c:pt idx="2800">
                  <c:v>-4.0304419041228799E-2</c:v>
                </c:pt>
                <c:pt idx="2801">
                  <c:v>-4.0990381209060199E-2</c:v>
                </c:pt>
                <c:pt idx="2802">
                  <c:v>-4.1702550126341102E-2</c:v>
                </c:pt>
                <c:pt idx="2803">
                  <c:v>-4.2435126405102302E-2</c:v>
                </c:pt>
                <c:pt idx="2804">
                  <c:v>-4.3181820658482299E-2</c:v>
                </c:pt>
                <c:pt idx="2805">
                  <c:v>-4.3935926697892098E-2</c:v>
                </c:pt>
                <c:pt idx="2806">
                  <c:v>-4.4690405691528899E-2</c:v>
                </c:pt>
                <c:pt idx="2807">
                  <c:v>-4.5437981168910402E-2</c:v>
                </c:pt>
                <c:pt idx="2808">
                  <c:v>-4.61712424827775E-2</c:v>
                </c:pt>
                <c:pt idx="2809">
                  <c:v>-4.6882752499260799E-2</c:v>
                </c:pt>
                <c:pt idx="2810">
                  <c:v>-4.7565154665613202E-2</c:v>
                </c:pt>
                <c:pt idx="2811">
                  <c:v>-4.8211275436695199E-2</c:v>
                </c:pt>
                <c:pt idx="2812">
                  <c:v>-4.8814219895046702E-2</c:v>
                </c:pt>
                <c:pt idx="2813">
                  <c:v>-4.9367460462941902E-2</c:v>
                </c:pt>
                <c:pt idx="2814">
                  <c:v>-4.9864920097746103E-2</c:v>
                </c:pt>
                <c:pt idx="2815">
                  <c:v>-5.0301051814514497E-2</c:v>
                </c:pt>
                <c:pt idx="2816">
                  <c:v>-5.0670915712175697E-2</c:v>
                </c:pt>
                <c:pt idx="2817">
                  <c:v>-5.0970253139879997E-2</c:v>
                </c:pt>
                <c:pt idx="2818">
                  <c:v>-5.1195555742221698E-2</c:v>
                </c:pt>
                <c:pt idx="2819">
                  <c:v>-5.1344125601674999E-2</c:v>
                </c:pt>
                <c:pt idx="2820">
                  <c:v>-5.1414122287647399E-2</c:v>
                </c:pt>
                <c:pt idx="2821">
                  <c:v>-5.14045936395994E-2</c:v>
                </c:pt>
                <c:pt idx="2822">
                  <c:v>-5.1315489213334599E-2</c:v>
                </c:pt>
                <c:pt idx="2823">
                  <c:v>-5.1147657694602097E-2</c:v>
                </c:pt>
                <c:pt idx="2824">
                  <c:v>-5.0902831379116997E-2</c:v>
                </c:pt>
                <c:pt idx="2825">
                  <c:v>-5.0583601461748597E-2</c:v>
                </c:pt>
                <c:pt idx="2826">
                  <c:v>-5.0193387200272097E-2</c:v>
                </c:pt>
                <c:pt idx="2827">
                  <c:v>-4.9736400255240197E-2</c:v>
                </c:pt>
                <c:pt idx="2828">
                  <c:v>-4.9217603274765501E-2</c:v>
                </c:pt>
                <c:pt idx="2829">
                  <c:v>-4.8642659975534297E-2</c:v>
                </c:pt>
                <c:pt idx="2830">
                  <c:v>-4.8017873375550503E-2</c:v>
                </c:pt>
                <c:pt idx="2831">
                  <c:v>-4.73501097522393E-2</c:v>
                </c:pt>
                <c:pt idx="2832">
                  <c:v>-4.664670795393E-2</c:v>
                </c:pt>
                <c:pt idx="2833">
                  <c:v>-4.59153760939503E-2</c:v>
                </c:pt>
                <c:pt idx="2834">
                  <c:v>-4.5164079601753698E-2</c:v>
                </c:pt>
                <c:pt idx="2835">
                  <c:v>-4.4400925522826297E-2</c:v>
                </c:pt>
                <c:pt idx="2836">
                  <c:v>-4.3634047597692703E-2</c:v>
                </c:pt>
                <c:pt idx="2837">
                  <c:v>-4.2871495152396202E-2</c:v>
                </c:pt>
                <c:pt idx="2838">
                  <c:v>-4.2121126771045E-2</c:v>
                </c:pt>
                <c:pt idx="2839">
                  <c:v>-4.1390507945569498E-2</c:v>
                </c:pt>
                <c:pt idx="2840">
                  <c:v>-4.0686811166257303E-2</c:v>
                </c:pt>
                <c:pt idx="2841">
                  <c:v>-4.0016717515048997E-2</c:v>
                </c:pt>
                <c:pt idx="2842">
                  <c:v>-3.9386320433425402E-2</c:v>
                </c:pt>
                <c:pt idx="2843">
                  <c:v>-3.8801034230555101E-2</c:v>
                </c:pt>
                <c:pt idx="2844">
                  <c:v>-3.8265511307433199E-2</c:v>
                </c:pt>
                <c:pt idx="2845">
                  <c:v>-3.7783572467340203E-2</c:v>
                </c:pt>
                <c:pt idx="2846">
                  <c:v>-3.73581538585811E-2</c:v>
                </c:pt>
                <c:pt idx="2847">
                  <c:v>-3.6991272216550297E-2</c:v>
                </c:pt>
                <c:pt idx="2848">
                  <c:v>-3.6684007711650798E-2</c:v>
                </c:pt>
                <c:pt idx="2849">
                  <c:v>-3.6436501734483102E-2</c:v>
                </c:pt>
                <c:pt idx="2850">
                  <c:v>-3.6247966158628998E-2</c:v>
                </c:pt>
                <c:pt idx="2851">
                  <c:v>-3.6116701318760901E-2</c:v>
                </c:pt>
                <c:pt idx="2852">
                  <c:v>-3.6040121759465402E-2</c:v>
                </c:pt>
                <c:pt idx="2853">
                  <c:v>-3.60147909160995E-2</c:v>
                </c:pt>
                <c:pt idx="2854">
                  <c:v>-3.6036467411360601E-2</c:v>
                </c:pt>
                <c:pt idx="2855">
                  <c:v>-3.61001660050351E-2</c:v>
                </c:pt>
                <c:pt idx="2856">
                  <c:v>-3.6200235239263003E-2</c:v>
                </c:pt>
                <c:pt idx="2857">
                  <c:v>-3.6330451735653198E-2</c:v>
                </c:pt>
                <c:pt idx="2858">
                  <c:v>-3.6484128612635197E-2</c:v>
                </c:pt>
                <c:pt idx="2859">
                  <c:v>-3.66542335293304E-2</c:v>
                </c:pt>
                <c:pt idx="2860">
                  <c:v>-3.6833511167667497E-2</c:v>
                </c:pt>
                <c:pt idx="2861">
                  <c:v>-3.70146056893189E-2</c:v>
                </c:pt>
                <c:pt idx="2862">
                  <c:v>-3.7190180372248798E-2</c:v>
                </c:pt>
                <c:pt idx="2863">
                  <c:v>-3.7353033480003503E-2</c:v>
                </c:pt>
                <c:pt idx="2864">
                  <c:v>-3.7496210772340499E-2</c:v>
                </c:pt>
                <c:pt idx="2865">
                  <c:v>-3.7613115515816899E-2</c:v>
                </c:pt>
                <c:pt idx="2866">
                  <c:v>-3.76976162762711E-2</c:v>
                </c:pt>
                <c:pt idx="2867">
                  <c:v>-3.7744151366383399E-2</c:v>
                </c:pt>
                <c:pt idx="2868">
                  <c:v>-3.7747827115094203E-2</c:v>
                </c:pt>
                <c:pt idx="2869">
                  <c:v>-3.7704505892933303E-2</c:v>
                </c:pt>
                <c:pt idx="2870">
                  <c:v>-3.7610879728849002E-2</c:v>
                </c:pt>
                <c:pt idx="2871">
                  <c:v>-3.7464526525100003E-2</c:v>
                </c:pt>
                <c:pt idx="2872">
                  <c:v>-3.7263947846111103E-2</c:v>
                </c:pt>
                <c:pt idx="2873">
                  <c:v>-3.7008589278381403E-2</c:v>
                </c:pt>
                <c:pt idx="2874">
                  <c:v>-3.6698845797662499E-2</c:v>
                </c:pt>
                <c:pt idx="2875">
                  <c:v>-3.6336055084432099E-2</c:v>
                </c:pt>
                <c:pt idx="2876">
                  <c:v>-3.5922481218708197E-2</c:v>
                </c:pt>
                <c:pt idx="2877">
                  <c:v>-3.5461289820880801E-2</c:v>
                </c:pt>
                <c:pt idx="2878">
                  <c:v>-3.4956513929488897E-2</c:v>
                </c:pt>
                <c:pt idx="2879">
                  <c:v>-3.4413008450253697E-2</c:v>
                </c:pt>
                <c:pt idx="2880">
                  <c:v>-3.3836390625206401E-2</c:v>
                </c:pt>
                <c:pt idx="2881">
                  <c:v>-3.3232964962399698E-2</c:v>
                </c:pt>
                <c:pt idx="2882">
                  <c:v>-3.2609633059099502E-2</c:v>
                </c:pt>
                <c:pt idx="2883">
                  <c:v>-3.1973790918103998E-2</c:v>
                </c:pt>
                <c:pt idx="2884">
                  <c:v>-3.1333217880966803E-2</c:v>
                </c:pt>
                <c:pt idx="2885">
                  <c:v>-3.0695961704581599E-2</c:v>
                </c:pt>
                <c:pt idx="2886">
                  <c:v>-3.0070223534132301E-2</c:v>
                </c:pt>
                <c:pt idx="2887">
                  <c:v>-2.94642448883153E-2</c:v>
                </c:pt>
                <c:pt idx="2888">
                  <c:v>-2.8886196864689798E-2</c:v>
                </c:pt>
                <c:pt idx="2889">
                  <c:v>-2.8344070339980199E-2</c:v>
                </c:pt>
                <c:pt idx="2890">
                  <c:v>-2.78455656151778E-2</c:v>
                </c:pt>
                <c:pt idx="2891">
                  <c:v>-2.7397980899911401E-2</c:v>
                </c:pt>
                <c:pt idx="2892">
                  <c:v>-2.70081007873735E-2</c:v>
                </c:pt>
                <c:pt idx="2893">
                  <c:v>-2.6682087641242299E-2</c:v>
                </c:pt>
                <c:pt idx="2894">
                  <c:v>-2.6425379918627801E-2</c:v>
                </c:pt>
                <c:pt idx="2895">
                  <c:v>-2.6242601543212899E-2</c:v>
                </c:pt>
                <c:pt idx="2896">
                  <c:v>-2.61374854607659E-2</c:v>
                </c:pt>
                <c:pt idx="2897">
                  <c:v>-2.6112812668449999E-2</c:v>
                </c:pt>
                <c:pt idx="2898">
                  <c:v>-2.6170365879767399E-2</c:v>
                </c:pt>
                <c:pt idx="2899">
                  <c:v>-2.6310895392119501E-2</c:v>
                </c:pt>
                <c:pt idx="2900">
                  <c:v>-2.6534094353733901E-2</c:v>
                </c:pt>
                <c:pt idx="2901">
                  <c:v>-2.6838581645403099E-2</c:v>
                </c:pt>
                <c:pt idx="2902">
                  <c:v>-2.7221892550633099E-2</c:v>
                </c:pt>
                <c:pt idx="2903">
                  <c:v>-2.7680479489291799E-2</c:v>
                </c:pt>
                <c:pt idx="2904">
                  <c:v>-2.8209726587776901E-2</c:v>
                </c:pt>
                <c:pt idx="2905">
                  <c:v>-2.8803982281892099E-2</c:v>
                </c:pt>
                <c:pt idx="2906">
                  <c:v>-2.9456613320801201E-2</c:v>
                </c:pt>
                <c:pt idx="2907">
                  <c:v>-3.0160081608367501E-2</c:v>
                </c:pt>
                <c:pt idx="2908">
                  <c:v>-3.0906042846695701E-2</c:v>
                </c:pt>
                <c:pt idx="2909">
                  <c:v>-3.16854638391732E-2</c:v>
                </c:pt>
                <c:pt idx="2910">
                  <c:v>-3.2488754393245299E-2</c:v>
                </c:pt>
                <c:pt idx="2911">
                  <c:v>-3.3305910284465501E-2</c:v>
                </c:pt>
                <c:pt idx="2912">
                  <c:v>-3.4126665231962901E-2</c:v>
                </c:pt>
                <c:pt idx="2913">
                  <c:v>-3.4940651444261797E-2</c:v>
                </c:pt>
                <c:pt idx="2914">
                  <c:v>-3.5737569276145298E-2</c:v>
                </c:pt>
                <c:pt idx="2915">
                  <c:v>-3.6507366471720003E-2</c:v>
                </c:pt>
                <c:pt idx="2916">
                  <c:v>-3.72404262504119E-2</c:v>
                </c:pt>
                <c:pt idx="2917">
                  <c:v>-3.7927761332558298E-2</c:v>
                </c:pt>
                <c:pt idx="2918">
                  <c:v>-3.8561208510918203E-2</c:v>
                </c:pt>
                <c:pt idx="2919">
                  <c:v>-3.9133616483730503E-2</c:v>
                </c:pt>
                <c:pt idx="2920">
                  <c:v>-3.9639019193095502E-2</c:v>
                </c:pt>
                <c:pt idx="2921">
                  <c:v>-4.0072788064782899E-2</c:v>
                </c:pt>
                <c:pt idx="2922">
                  <c:v>-4.0431758809170597E-2</c:v>
                </c:pt>
                <c:pt idx="2923">
                  <c:v>-4.0714330938652198E-2</c:v>
                </c:pt>
                <c:pt idx="2924">
                  <c:v>-4.0920540080896399E-2</c:v>
                </c:pt>
                <c:pt idx="2925">
                  <c:v>-4.1052104047348298E-2</c:v>
                </c:pt>
                <c:pt idx="2926">
                  <c:v>-4.11124433676563E-2</c:v>
                </c:pt>
                <c:pt idx="2927">
                  <c:v>-4.1106675879825798E-2</c:v>
                </c:pt>
                <c:pt idx="2928">
                  <c:v>-4.1041583523530899E-2</c:v>
                </c:pt>
                <c:pt idx="2929">
                  <c:v>-4.09255484866956E-2</c:v>
                </c:pt>
                <c:pt idx="2930">
                  <c:v>-4.0768456011304001E-2</c:v>
                </c:pt>
                <c:pt idx="2931">
                  <c:v>-4.05815627123087E-2</c:v>
                </c:pt>
                <c:pt idx="2932">
                  <c:v>-4.0377331790100002E-2</c:v>
                </c:pt>
                <c:pt idx="2933">
                  <c:v>-4.0169239188718002E-2</c:v>
                </c:pt>
                <c:pt idx="2934">
                  <c:v>-3.9971556744312901E-2</c:v>
                </c:pt>
                <c:pt idx="2935">
                  <c:v>-3.9799119189153298E-2</c:v>
                </c:pt>
                <c:pt idx="2936">
                  <c:v>-3.9667081459864501E-2</c:v>
                </c:pt>
                <c:pt idx="2937">
                  <c:v>-3.95906713915899E-2</c:v>
                </c:pt>
                <c:pt idx="2938">
                  <c:v>-3.9584941113827703E-2</c:v>
                </c:pt>
                <c:pt idx="2939">
                  <c:v>-3.9664519029735897E-2</c:v>
                </c:pt>
                <c:pt idx="2940">
                  <c:v>-3.9843363831240403E-2</c:v>
                </c:pt>
                <c:pt idx="2941">
                  <c:v>-4.0134522818020497E-2</c:v>
                </c:pt>
                <c:pt idx="2942">
                  <c:v>-4.0549898474914602E-2</c:v>
                </c:pt>
                <c:pt idx="2943">
                  <c:v>-4.1100029041637599E-2</c:v>
                </c:pt>
                <c:pt idx="2944">
                  <c:v>-4.1793889912442803E-2</c:v>
                </c:pt>
                <c:pt idx="2945">
                  <c:v>-4.2638722673321798E-2</c:v>
                </c:pt>
                <c:pt idx="2946">
                  <c:v>-4.3639897353426702E-2</c:v>
                </c:pt>
                <c:pt idx="2947">
                  <c:v>-4.4800811317045698E-2</c:v>
                </c:pt>
                <c:pt idx="2948">
                  <c:v>-4.6122825729604501E-2</c:v>
                </c:pt>
                <c:pt idx="2949">
                  <c:v>-4.7605238462613601E-2</c:v>
                </c:pt>
                <c:pt idx="2950">
                  <c:v>-4.9245291330683699E-2</c:v>
                </c:pt>
                <c:pt idx="2951">
                  <c:v>-5.10382098669169E-2</c:v>
                </c:pt>
                <c:pt idx="2952">
                  <c:v>-5.2977274978573102E-2</c:v>
                </c:pt>
                <c:pt idx="2953">
                  <c:v>-5.5053926939999102E-2</c:v>
                </c:pt>
                <c:pt idx="2954">
                  <c:v>-5.7257902530457899E-2</c:v>
                </c:pt>
                <c:pt idx="2955">
                  <c:v>-5.9577405331564498E-2</c:v>
                </c:pt>
                <c:pt idx="2956">
                  <c:v>-6.1999307222042603E-2</c:v>
                </c:pt>
                <c:pt idx="2957">
                  <c:v>-6.4509376203461199E-2</c:v>
                </c:pt>
                <c:pt idx="2958">
                  <c:v>-6.7092522493193904E-2</c:v>
                </c:pt>
                <c:pt idx="2959">
                  <c:v>-6.9733052329241194E-2</c:v>
                </c:pt>
                <c:pt idx="2960">
                  <c:v>-7.2414918160768005E-2</c:v>
                </c:pt>
                <c:pt idx="2961">
                  <c:v>-7.51219552907188E-2</c:v>
                </c:pt>
                <c:pt idx="2962">
                  <c:v>-7.7838098112810006E-2</c:v>
                </c:pt>
                <c:pt idx="2963">
                  <c:v>-8.0547572703678502E-2</c:v>
                </c:pt>
                <c:pt idx="2964">
                  <c:v>-8.3235065538009106E-2</c:v>
                </c:pt>
                <c:pt idx="2965">
                  <c:v>-8.58858697935211E-2</c:v>
                </c:pt>
                <c:pt idx="2966">
                  <c:v>-8.8486010948488195E-2</c:v>
                </c:pt>
                <c:pt idx="2967">
                  <c:v>-9.1022352454556504E-2</c:v>
                </c:pt>
                <c:pt idx="2968">
                  <c:v>-9.3482680871451104E-2</c:v>
                </c:pt>
                <c:pt idx="2969">
                  <c:v>-9.5855768829216703E-2</c:v>
                </c:pt>
                <c:pt idx="2970">
                  <c:v>-9.8131414214368301E-2</c:v>
                </c:pt>
                <c:pt idx="2971">
                  <c:v>-0.10030045524296401</c:v>
                </c:pt>
                <c:pt idx="2972">
                  <c:v>-0.10235476319660899</c:v>
                </c:pt>
                <c:pt idx="2973">
                  <c:v>-0.10428721678801001</c:v>
                </c:pt>
                <c:pt idx="2974">
                  <c:v>-0.106091663596935</c:v>
                </c:pt>
                <c:pt idx="2975">
                  <c:v>-0.10776287429043201</c:v>
                </c:pt>
                <c:pt idx="2976">
                  <c:v>-0.10929649438827101</c:v>
                </c:pt>
                <c:pt idx="2977">
                  <c:v>-0.110688996525075</c:v>
                </c:pt>
                <c:pt idx="2978">
                  <c:v>-0.111937634115631</c:v>
                </c:pt>
                <c:pt idx="2979">
                  <c:v>-0.11304039578547399</c:v>
                </c:pt>
                <c:pt idx="2980">
                  <c:v>-0.11399595949073101</c:v>
                </c:pt>
                <c:pt idx="2981">
                  <c:v>-0.11480364606224699</c:v>
                </c:pt>
                <c:pt idx="2982">
                  <c:v>-0.11546337351711899</c:v>
                </c:pt>
                <c:pt idx="2983">
                  <c:v>-0.115975615066551</c:v>
                </c:pt>
                <c:pt idx="2984">
                  <c:v>-0.11634136453426</c:v>
                </c:pt>
                <c:pt idx="2985">
                  <c:v>-0.116562112479989</c:v>
                </c:pt>
                <c:pt idx="2986">
                  <c:v>-0.116639834761497</c:v>
                </c:pt>
                <c:pt idx="2987">
                  <c:v>-0.116576992978196</c:v>
                </c:pt>
                <c:pt idx="2988">
                  <c:v>-0.116376543852479</c:v>
                </c:pt>
                <c:pt idx="2989">
                  <c:v>-0.11604195289067799</c:v>
                </c:pt>
                <c:pt idx="2990">
                  <c:v>-0.115577207298528</c:v>
                </c:pt>
                <c:pt idx="2991">
                  <c:v>-0.11498682429597</c:v>
                </c:pt>
                <c:pt idx="2992">
                  <c:v>-0.114275853215186</c:v>
                </c:pt>
                <c:pt idx="2993">
                  <c:v>-0.113449872175831</c:v>
                </c:pt>
                <c:pt idx="2994">
                  <c:v>-0.112514981803813</c:v>
                </c:pt>
                <c:pt idx="2995">
                  <c:v>-0.11147779882981999</c:v>
                </c:pt>
                <c:pt idx="2996">
                  <c:v>-0.110345451420019</c:v>
                </c:pt>
                <c:pt idx="2997">
                  <c:v>-0.109125576165996</c:v>
                </c:pt>
                <c:pt idx="2998">
                  <c:v>-0.107826314499256</c:v>
                </c:pt>
                <c:pt idx="2999">
                  <c:v>-0.10645630470718299</c:v>
                </c:pt>
                <c:pt idx="3000">
                  <c:v>-0.105024665362588</c:v>
                </c:pt>
                <c:pt idx="3001">
                  <c:v>-0.10354096700101501</c:v>
                </c:pt>
                <c:pt idx="3002">
                  <c:v>-0.102015190843324</c:v>
                </c:pt>
                <c:pt idx="3003">
                  <c:v>-0.10045767545744901</c:v>
                </c:pt>
                <c:pt idx="3004">
                  <c:v>-9.8879053719038199E-2</c:v>
                </c:pt>
                <c:pt idx="3005">
                  <c:v>-9.72901828148761E-2</c:v>
                </c:pt>
                <c:pt idx="3006">
                  <c:v>-9.5702069266053402E-2</c:v>
                </c:pt>
                <c:pt idx="3007">
                  <c:v>-9.41257893272444E-2</c:v>
                </c:pt>
                <c:pt idx="3008">
                  <c:v>-9.2572403270545001E-2</c:v>
                </c:pt>
                <c:pt idx="3009">
                  <c:v>-9.1052860802557603E-2</c:v>
                </c:pt>
                <c:pt idx="3010">
                  <c:v>-8.9577894879781003E-2</c:v>
                </c:pt>
                <c:pt idx="3011">
                  <c:v>-8.8157902663981005E-2</c:v>
                </c:pt>
                <c:pt idx="3012">
                  <c:v>-8.68028148264645E-2</c:v>
                </c:pt>
                <c:pt idx="3013">
                  <c:v>-8.5521956996203394E-2</c:v>
                </c:pt>
                <c:pt idx="3014">
                  <c:v>-8.4323909034483002E-2</c:v>
                </c:pt>
                <c:pt idx="3015">
                  <c:v>-8.3216368530460993E-2</c:v>
                </c:pt>
                <c:pt idx="3016">
                  <c:v>-8.2206024327519403E-2</c:v>
                </c:pt>
                <c:pt idx="3017">
                  <c:v>-8.1298444219123703E-2</c:v>
                </c:pt>
                <c:pt idx="3018">
                  <c:v>-8.0497978758994407E-2</c:v>
                </c:pt>
                <c:pt idx="3019">
                  <c:v>-7.9807681234263003E-2</c:v>
                </c:pt>
                <c:pt idx="3020">
                  <c:v>-7.9229242993755403E-2</c:v>
                </c:pt>
                <c:pt idx="3021">
                  <c:v>-7.8762943775091507E-2</c:v>
                </c:pt>
                <c:pt idx="3022">
                  <c:v>-7.8407618070335097E-2</c:v>
                </c:pt>
                <c:pt idx="3023">
                  <c:v>-7.8160640114523297E-2</c:v>
                </c:pt>
                <c:pt idx="3024">
                  <c:v>-7.8017930954737497E-2</c:v>
                </c:pt>
                <c:pt idx="3025">
                  <c:v>-7.7973990756995903E-2</c:v>
                </c:pt>
                <c:pt idx="3026">
                  <c:v>-7.8021957981274495E-2</c:v>
                </c:pt>
                <c:pt idx="3027">
                  <c:v>-7.8153694685517194E-2</c:v>
                </c:pt>
                <c:pt idx="3028">
                  <c:v>-7.8359894739016098E-2</c:v>
                </c:pt>
                <c:pt idx="3029">
                  <c:v>-7.8630209985498703E-2</c:v>
                </c:pt>
                <c:pt idx="3030">
                  <c:v>-7.8953388995534002E-2</c:v>
                </c:pt>
                <c:pt idx="3031">
                  <c:v>-7.9317424029497499E-2</c:v>
                </c:pt>
                <c:pt idx="3032">
                  <c:v>-7.9709703687064704E-2</c:v>
                </c:pt>
                <c:pt idx="3033">
                  <c:v>-8.0117170660361295E-2</c:v>
                </c:pt>
                <c:pt idx="3034">
                  <c:v>-8.0526485293214004E-2</c:v>
                </c:pt>
                <c:pt idx="3035">
                  <c:v>-8.0924195811072394E-2</c:v>
                </c:pt>
                <c:pt idx="3036">
                  <c:v>-8.1296915051655302E-2</c:v>
                </c:pt>
                <c:pt idx="3037">
                  <c:v>-8.1631501630097705E-2</c:v>
                </c:pt>
                <c:pt idx="3038">
                  <c:v>-8.1915241391320504E-2</c:v>
                </c:pt>
                <c:pt idx="3039">
                  <c:v>-8.2136023579316694E-2</c:v>
                </c:pt>
                <c:pt idx="3040">
                  <c:v>-8.2282506045468204E-2</c:v>
                </c:pt>
                <c:pt idx="3041">
                  <c:v>-8.2344265120907104E-2</c:v>
                </c:pt>
                <c:pt idx="3042">
                  <c:v>-8.2311927962210693E-2</c:v>
                </c:pt>
                <c:pt idx="3043">
                  <c:v>-8.2177287416760295E-2</c:v>
                </c:pt>
                <c:pt idx="3044">
                  <c:v>-8.1933401011948695E-2</c:v>
                </c:pt>
                <c:pt idx="3045">
                  <c:v>-8.1574676122918396E-2</c:v>
                </c:pt>
                <c:pt idx="3046">
                  <c:v>-8.1096942639248798E-2</c:v>
                </c:pt>
                <c:pt idx="3047">
                  <c:v>-8.0497512815499397E-2</c:v>
                </c:pt>
                <c:pt idx="3048">
                  <c:v>-7.9775226094139298E-2</c:v>
                </c:pt>
                <c:pt idx="3049">
                  <c:v>-7.8930475389162896E-2</c:v>
                </c:pt>
                <c:pt idx="3050">
                  <c:v>-7.7965211307427104E-2</c:v>
                </c:pt>
                <c:pt idx="3051">
                  <c:v>-7.6882922172075999E-2</c:v>
                </c:pt>
                <c:pt idx="3052">
                  <c:v>-7.5688589954225394E-2</c:v>
                </c:pt>
                <c:pt idx="3053">
                  <c:v>-7.4388624457330105E-2</c:v>
                </c:pt>
                <c:pt idx="3054">
                  <c:v>-7.2990779582933193E-2</c:v>
                </c:pt>
                <c:pt idx="3055">
                  <c:v>-7.1504055826521307E-2</c:v>
                </c:pt>
                <c:pt idx="3056">
                  <c:v>-6.9938592286922299E-2</c:v>
                </c:pt>
                <c:pt idx="3057">
                  <c:v>-6.8305549772572097E-2</c:v>
                </c:pt>
                <c:pt idx="3058">
                  <c:v>-6.6616984728161896E-2</c:v>
                </c:pt>
                <c:pt idx="3059">
                  <c:v>-6.4885712512614893E-2</c:v>
                </c:pt>
                <c:pt idx="3060">
                  <c:v>-6.3125158649533206E-2</c:v>
                </c:pt>
                <c:pt idx="3061">
                  <c:v>-6.13491980826536E-2</c:v>
                </c:pt>
                <c:pt idx="3062">
                  <c:v>-5.9571984614000401E-2</c:v>
                </c:pt>
                <c:pt idx="3063">
                  <c:v>-5.7807774707286201E-2</c:v>
                </c:pt>
                <c:pt idx="3064">
                  <c:v>-5.6070750981825797E-2</c:v>
                </c:pt>
                <c:pt idx="3065">
                  <c:v>-5.4374850652594002E-2</c:v>
                </c:pt>
                <c:pt idx="3066">
                  <c:v>-5.2733602913164902E-2</c:v>
                </c:pt>
                <c:pt idx="3067">
                  <c:v>-5.1159977183312597E-2</c:v>
                </c:pt>
                <c:pt idx="3068">
                  <c:v>-4.96662419440944E-2</c:v>
                </c:pt>
                <c:pt idx="3069">
                  <c:v>-4.8263832381775597E-2</c:v>
                </c:pt>
                <c:pt idx="3070">
                  <c:v>-4.6963224855071498E-2</c:v>
                </c:pt>
                <c:pt idx="3071">
                  <c:v>-4.5773817345504203E-2</c:v>
                </c:pt>
                <c:pt idx="3072">
                  <c:v>-4.4703817014507902E-2</c:v>
                </c:pt>
                <c:pt idx="3073">
                  <c:v>-4.3760137927677099E-2</c:v>
                </c:pt>
                <c:pt idx="3074">
                  <c:v>-4.2948313183290399E-2</c:v>
                </c:pt>
                <c:pt idx="3075">
                  <c:v>-4.2272425734036702E-2</c:v>
                </c:pt>
                <c:pt idx="3076">
                  <c:v>-4.1735061115035797E-2</c:v>
                </c:pt>
                <c:pt idx="3077">
                  <c:v>-4.1337283382299798E-2</c:v>
                </c:pt>
                <c:pt idx="3078">
                  <c:v>-4.1078633413919603E-2</c:v>
                </c:pt>
                <c:pt idx="3079">
                  <c:v>-4.09571471137649E-2</c:v>
                </c:pt>
                <c:pt idx="3080">
                  <c:v>-4.0969390617685002E-2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898-4EC2-9F72-A8B675E783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379552"/>
        <c:axId val="102381728"/>
      </c:scatterChart>
      <c:valAx>
        <c:axId val="102379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381728"/>
        <c:crosses val="autoZero"/>
        <c:crossBetween val="midCat"/>
      </c:valAx>
      <c:valAx>
        <c:axId val="102381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3795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D1-Phantom</a:t>
            </a:r>
            <a:r>
              <a:rPr lang="en-US" baseline="0"/>
              <a:t> Best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D1_phantom_Converted_selected!$B$1</c:f>
              <c:strCache>
                <c:ptCount val="1"/>
                <c:pt idx="0">
                  <c:v>Amplitude (Volts) [Filtered 0.3-30.0Hz]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D1_phantom_Converted_selected!$A$2:$A$692</c:f>
              <c:numCache>
                <c:formatCode>General</c:formatCode>
                <c:ptCount val="691"/>
                <c:pt idx="0">
                  <c:v>2E-3</c:v>
                </c:pt>
                <c:pt idx="1">
                  <c:v>4.0000000000000001E-3</c:v>
                </c:pt>
                <c:pt idx="2">
                  <c:v>6.0000000000000001E-3</c:v>
                </c:pt>
                <c:pt idx="3">
                  <c:v>8.0000000000000002E-3</c:v>
                </c:pt>
                <c:pt idx="4">
                  <c:v>0.01</c:v>
                </c:pt>
                <c:pt idx="5">
                  <c:v>1.2E-2</c:v>
                </c:pt>
                <c:pt idx="6">
                  <c:v>1.4E-2</c:v>
                </c:pt>
                <c:pt idx="7">
                  <c:v>1.6E-2</c:v>
                </c:pt>
                <c:pt idx="8">
                  <c:v>1.7999999999999999E-2</c:v>
                </c:pt>
                <c:pt idx="9">
                  <c:v>0.02</c:v>
                </c:pt>
                <c:pt idx="10">
                  <c:v>2.1999999999999999E-2</c:v>
                </c:pt>
                <c:pt idx="11">
                  <c:v>2.4E-2</c:v>
                </c:pt>
                <c:pt idx="12">
                  <c:v>2.5999999999999999E-2</c:v>
                </c:pt>
                <c:pt idx="13">
                  <c:v>2.8000000000000001E-2</c:v>
                </c:pt>
                <c:pt idx="14">
                  <c:v>0.03</c:v>
                </c:pt>
                <c:pt idx="15">
                  <c:v>3.2000000000000001E-2</c:v>
                </c:pt>
                <c:pt idx="16">
                  <c:v>3.4000000000000002E-2</c:v>
                </c:pt>
                <c:pt idx="17">
                  <c:v>3.5999999999999997E-2</c:v>
                </c:pt>
                <c:pt idx="18">
                  <c:v>3.7999999999999999E-2</c:v>
                </c:pt>
                <c:pt idx="19">
                  <c:v>0.04</c:v>
                </c:pt>
                <c:pt idx="20">
                  <c:v>4.2000000000000003E-2</c:v>
                </c:pt>
                <c:pt idx="21">
                  <c:v>4.3999999999999997E-2</c:v>
                </c:pt>
                <c:pt idx="22">
                  <c:v>4.5999999999999999E-2</c:v>
                </c:pt>
                <c:pt idx="23">
                  <c:v>4.8000000000000001E-2</c:v>
                </c:pt>
                <c:pt idx="24">
                  <c:v>0.05</c:v>
                </c:pt>
                <c:pt idx="25">
                  <c:v>5.1999999999999998E-2</c:v>
                </c:pt>
                <c:pt idx="26">
                  <c:v>5.3999999999999999E-2</c:v>
                </c:pt>
                <c:pt idx="27">
                  <c:v>5.6000000000000001E-2</c:v>
                </c:pt>
                <c:pt idx="28">
                  <c:v>5.8000000000000003E-2</c:v>
                </c:pt>
                <c:pt idx="29">
                  <c:v>0.06</c:v>
                </c:pt>
                <c:pt idx="30">
                  <c:v>6.2E-2</c:v>
                </c:pt>
                <c:pt idx="31">
                  <c:v>6.4000000000000001E-2</c:v>
                </c:pt>
                <c:pt idx="32">
                  <c:v>6.6000000000000003E-2</c:v>
                </c:pt>
                <c:pt idx="33">
                  <c:v>6.8000000000000005E-2</c:v>
                </c:pt>
                <c:pt idx="34">
                  <c:v>7.0000000000000007E-2</c:v>
                </c:pt>
                <c:pt idx="35">
                  <c:v>7.1999999999999995E-2</c:v>
                </c:pt>
                <c:pt idx="36">
                  <c:v>7.3999999999999996E-2</c:v>
                </c:pt>
                <c:pt idx="37">
                  <c:v>7.5999999999999998E-2</c:v>
                </c:pt>
                <c:pt idx="38">
                  <c:v>7.8E-2</c:v>
                </c:pt>
                <c:pt idx="39">
                  <c:v>0.08</c:v>
                </c:pt>
                <c:pt idx="40">
                  <c:v>8.2000000000000003E-2</c:v>
                </c:pt>
                <c:pt idx="41">
                  <c:v>8.4000000000000005E-2</c:v>
                </c:pt>
                <c:pt idx="42">
                  <c:v>8.5999999999999993E-2</c:v>
                </c:pt>
                <c:pt idx="43">
                  <c:v>8.7999999999999995E-2</c:v>
                </c:pt>
                <c:pt idx="44">
                  <c:v>0.09</c:v>
                </c:pt>
                <c:pt idx="45">
                  <c:v>9.1999999999999998E-2</c:v>
                </c:pt>
                <c:pt idx="46">
                  <c:v>9.4E-2</c:v>
                </c:pt>
                <c:pt idx="47">
                  <c:v>9.6000000000000002E-2</c:v>
                </c:pt>
                <c:pt idx="48">
                  <c:v>9.8000000000000004E-2</c:v>
                </c:pt>
                <c:pt idx="49">
                  <c:v>0.1</c:v>
                </c:pt>
                <c:pt idx="50">
                  <c:v>0.10199999999999999</c:v>
                </c:pt>
                <c:pt idx="51">
                  <c:v>0.104</c:v>
                </c:pt>
                <c:pt idx="52">
                  <c:v>0.106</c:v>
                </c:pt>
                <c:pt idx="53">
                  <c:v>0.108</c:v>
                </c:pt>
                <c:pt idx="54">
                  <c:v>0.11</c:v>
                </c:pt>
                <c:pt idx="55">
                  <c:v>0.112</c:v>
                </c:pt>
                <c:pt idx="56">
                  <c:v>0.114</c:v>
                </c:pt>
                <c:pt idx="57">
                  <c:v>0.11600000000000001</c:v>
                </c:pt>
                <c:pt idx="58">
                  <c:v>0.11799999999999999</c:v>
                </c:pt>
                <c:pt idx="59">
                  <c:v>0.12</c:v>
                </c:pt>
                <c:pt idx="60">
                  <c:v>0.122</c:v>
                </c:pt>
                <c:pt idx="61">
                  <c:v>0.124</c:v>
                </c:pt>
                <c:pt idx="62">
                  <c:v>0.126</c:v>
                </c:pt>
                <c:pt idx="63">
                  <c:v>0.128</c:v>
                </c:pt>
                <c:pt idx="64">
                  <c:v>0.13</c:v>
                </c:pt>
                <c:pt idx="65">
                  <c:v>0.13200000000000001</c:v>
                </c:pt>
                <c:pt idx="66">
                  <c:v>0.13400000000000001</c:v>
                </c:pt>
                <c:pt idx="67">
                  <c:v>0.13600000000000001</c:v>
                </c:pt>
                <c:pt idx="68">
                  <c:v>0.13800000000000001</c:v>
                </c:pt>
                <c:pt idx="69">
                  <c:v>0.14000000000000001</c:v>
                </c:pt>
                <c:pt idx="70">
                  <c:v>0.14199999999999999</c:v>
                </c:pt>
                <c:pt idx="71">
                  <c:v>0.14399999999999999</c:v>
                </c:pt>
                <c:pt idx="72">
                  <c:v>0.14599999999999999</c:v>
                </c:pt>
                <c:pt idx="73">
                  <c:v>0.14799999999999999</c:v>
                </c:pt>
                <c:pt idx="74">
                  <c:v>0.15</c:v>
                </c:pt>
                <c:pt idx="75">
                  <c:v>0.152</c:v>
                </c:pt>
                <c:pt idx="76">
                  <c:v>0.154</c:v>
                </c:pt>
                <c:pt idx="77">
                  <c:v>0.156</c:v>
                </c:pt>
                <c:pt idx="78">
                  <c:v>0.158</c:v>
                </c:pt>
                <c:pt idx="79">
                  <c:v>0.16</c:v>
                </c:pt>
                <c:pt idx="80">
                  <c:v>0.16200000000000001</c:v>
                </c:pt>
                <c:pt idx="81">
                  <c:v>0.16400000000000001</c:v>
                </c:pt>
                <c:pt idx="82">
                  <c:v>0.16600000000000001</c:v>
                </c:pt>
                <c:pt idx="83">
                  <c:v>0.16800000000000001</c:v>
                </c:pt>
                <c:pt idx="84">
                  <c:v>0.17</c:v>
                </c:pt>
                <c:pt idx="85">
                  <c:v>0.17199999999999999</c:v>
                </c:pt>
                <c:pt idx="86">
                  <c:v>0.17399999999999999</c:v>
                </c:pt>
                <c:pt idx="87">
                  <c:v>0.17599999999999999</c:v>
                </c:pt>
                <c:pt idx="88">
                  <c:v>0.17799999999999999</c:v>
                </c:pt>
                <c:pt idx="89">
                  <c:v>0.18</c:v>
                </c:pt>
                <c:pt idx="90">
                  <c:v>0.182</c:v>
                </c:pt>
                <c:pt idx="91">
                  <c:v>0.184</c:v>
                </c:pt>
                <c:pt idx="92">
                  <c:v>0.186</c:v>
                </c:pt>
                <c:pt idx="93">
                  <c:v>0.188</c:v>
                </c:pt>
                <c:pt idx="94">
                  <c:v>0.19</c:v>
                </c:pt>
                <c:pt idx="95">
                  <c:v>0.192</c:v>
                </c:pt>
                <c:pt idx="96">
                  <c:v>0.19400000000000001</c:v>
                </c:pt>
                <c:pt idx="97">
                  <c:v>0.19600000000000001</c:v>
                </c:pt>
                <c:pt idx="98">
                  <c:v>0.19800000000000001</c:v>
                </c:pt>
                <c:pt idx="99">
                  <c:v>0.2</c:v>
                </c:pt>
                <c:pt idx="100">
                  <c:v>0.20200000000000001</c:v>
                </c:pt>
                <c:pt idx="101">
                  <c:v>0.20399999999999999</c:v>
                </c:pt>
                <c:pt idx="102">
                  <c:v>0.20599999999999999</c:v>
                </c:pt>
                <c:pt idx="103">
                  <c:v>0.20799999999999999</c:v>
                </c:pt>
                <c:pt idx="104">
                  <c:v>0.21</c:v>
                </c:pt>
                <c:pt idx="105">
                  <c:v>0.21199999999999999</c:v>
                </c:pt>
                <c:pt idx="106">
                  <c:v>0.214</c:v>
                </c:pt>
                <c:pt idx="107">
                  <c:v>0.216</c:v>
                </c:pt>
                <c:pt idx="108">
                  <c:v>0.218</c:v>
                </c:pt>
                <c:pt idx="109">
                  <c:v>0.22</c:v>
                </c:pt>
                <c:pt idx="110">
                  <c:v>0.222</c:v>
                </c:pt>
                <c:pt idx="111">
                  <c:v>0.224</c:v>
                </c:pt>
                <c:pt idx="112">
                  <c:v>0.22600000000000001</c:v>
                </c:pt>
                <c:pt idx="113">
                  <c:v>0.22800000000000001</c:v>
                </c:pt>
                <c:pt idx="114">
                  <c:v>0.23</c:v>
                </c:pt>
                <c:pt idx="115">
                  <c:v>0.23200000000000001</c:v>
                </c:pt>
                <c:pt idx="116">
                  <c:v>0.23400000000000001</c:v>
                </c:pt>
                <c:pt idx="117">
                  <c:v>0.23599999999999999</c:v>
                </c:pt>
                <c:pt idx="118">
                  <c:v>0.23799999999999999</c:v>
                </c:pt>
                <c:pt idx="119">
                  <c:v>0.24</c:v>
                </c:pt>
                <c:pt idx="120">
                  <c:v>0.24199999999999999</c:v>
                </c:pt>
                <c:pt idx="121">
                  <c:v>0.24399999999999999</c:v>
                </c:pt>
                <c:pt idx="122">
                  <c:v>0.246</c:v>
                </c:pt>
                <c:pt idx="123">
                  <c:v>0.248</c:v>
                </c:pt>
                <c:pt idx="124">
                  <c:v>0.25</c:v>
                </c:pt>
                <c:pt idx="125">
                  <c:v>0.252</c:v>
                </c:pt>
                <c:pt idx="126">
                  <c:v>0.254</c:v>
                </c:pt>
                <c:pt idx="127">
                  <c:v>0.25600000000000001</c:v>
                </c:pt>
                <c:pt idx="128">
                  <c:v>0.25800000000000001</c:v>
                </c:pt>
                <c:pt idx="129">
                  <c:v>0.26</c:v>
                </c:pt>
                <c:pt idx="130">
                  <c:v>0.26200000000000001</c:v>
                </c:pt>
                <c:pt idx="131">
                  <c:v>0.26400000000000001</c:v>
                </c:pt>
                <c:pt idx="132">
                  <c:v>0.26600000000000001</c:v>
                </c:pt>
                <c:pt idx="133">
                  <c:v>0.26800000000000002</c:v>
                </c:pt>
                <c:pt idx="134">
                  <c:v>0.27</c:v>
                </c:pt>
                <c:pt idx="135">
                  <c:v>0.27200000000000002</c:v>
                </c:pt>
                <c:pt idx="136">
                  <c:v>0.27400000000000002</c:v>
                </c:pt>
                <c:pt idx="137">
                  <c:v>0.27600000000000002</c:v>
                </c:pt>
                <c:pt idx="138">
                  <c:v>0.27800000000000002</c:v>
                </c:pt>
                <c:pt idx="139">
                  <c:v>0.28000000000000003</c:v>
                </c:pt>
                <c:pt idx="140">
                  <c:v>0.28199999999999997</c:v>
                </c:pt>
                <c:pt idx="141">
                  <c:v>0.28399999999999997</c:v>
                </c:pt>
                <c:pt idx="142">
                  <c:v>0.28599999999999998</c:v>
                </c:pt>
                <c:pt idx="143">
                  <c:v>0.28799999999999998</c:v>
                </c:pt>
                <c:pt idx="144">
                  <c:v>0.28999999999999998</c:v>
                </c:pt>
                <c:pt idx="145">
                  <c:v>0.29199999999999998</c:v>
                </c:pt>
                <c:pt idx="146">
                  <c:v>0.29399999999999998</c:v>
                </c:pt>
                <c:pt idx="147">
                  <c:v>0.29599999999999999</c:v>
                </c:pt>
                <c:pt idx="148">
                  <c:v>0.29799999999999999</c:v>
                </c:pt>
                <c:pt idx="149">
                  <c:v>0.3</c:v>
                </c:pt>
                <c:pt idx="150">
                  <c:v>0.30199999999999999</c:v>
                </c:pt>
                <c:pt idx="151">
                  <c:v>0.30399999999999999</c:v>
                </c:pt>
                <c:pt idx="152">
                  <c:v>0.30599999999999999</c:v>
                </c:pt>
                <c:pt idx="153">
                  <c:v>0.308</c:v>
                </c:pt>
                <c:pt idx="154">
                  <c:v>0.31</c:v>
                </c:pt>
                <c:pt idx="155">
                  <c:v>0.312</c:v>
                </c:pt>
                <c:pt idx="156">
                  <c:v>0.314</c:v>
                </c:pt>
                <c:pt idx="157">
                  <c:v>0.316</c:v>
                </c:pt>
                <c:pt idx="158">
                  <c:v>0.318</c:v>
                </c:pt>
                <c:pt idx="159">
                  <c:v>0.32</c:v>
                </c:pt>
                <c:pt idx="160">
                  <c:v>0.32200000000000001</c:v>
                </c:pt>
                <c:pt idx="161">
                  <c:v>0.32400000000000001</c:v>
                </c:pt>
                <c:pt idx="162">
                  <c:v>0.32600000000000001</c:v>
                </c:pt>
                <c:pt idx="163">
                  <c:v>0.32800000000000001</c:v>
                </c:pt>
                <c:pt idx="164">
                  <c:v>0.33</c:v>
                </c:pt>
                <c:pt idx="165">
                  <c:v>0.33200000000000002</c:v>
                </c:pt>
                <c:pt idx="166">
                  <c:v>0.33400000000000002</c:v>
                </c:pt>
                <c:pt idx="167">
                  <c:v>0.33600000000000002</c:v>
                </c:pt>
                <c:pt idx="168">
                  <c:v>0.33800000000000002</c:v>
                </c:pt>
                <c:pt idx="169">
                  <c:v>0.34</c:v>
                </c:pt>
                <c:pt idx="170">
                  <c:v>0.34200000000000003</c:v>
                </c:pt>
                <c:pt idx="171">
                  <c:v>0.34399999999999997</c:v>
                </c:pt>
                <c:pt idx="172">
                  <c:v>0.34599999999999997</c:v>
                </c:pt>
                <c:pt idx="173">
                  <c:v>0.34799999999999998</c:v>
                </c:pt>
                <c:pt idx="174">
                  <c:v>0.35</c:v>
                </c:pt>
                <c:pt idx="175">
                  <c:v>0.35199999999999998</c:v>
                </c:pt>
                <c:pt idx="176">
                  <c:v>0.35399999999999998</c:v>
                </c:pt>
                <c:pt idx="177">
                  <c:v>0.35599999999999998</c:v>
                </c:pt>
                <c:pt idx="178">
                  <c:v>0.35799999999999998</c:v>
                </c:pt>
                <c:pt idx="179">
                  <c:v>0.36</c:v>
                </c:pt>
                <c:pt idx="180">
                  <c:v>0.36199999999999999</c:v>
                </c:pt>
                <c:pt idx="181">
                  <c:v>0.36399999999999999</c:v>
                </c:pt>
                <c:pt idx="182">
                  <c:v>0.36599999999999999</c:v>
                </c:pt>
                <c:pt idx="183">
                  <c:v>0.36799999999999999</c:v>
                </c:pt>
                <c:pt idx="184">
                  <c:v>0.37</c:v>
                </c:pt>
                <c:pt idx="185">
                  <c:v>0.372</c:v>
                </c:pt>
                <c:pt idx="186">
                  <c:v>0.374</c:v>
                </c:pt>
                <c:pt idx="187">
                  <c:v>0.376</c:v>
                </c:pt>
                <c:pt idx="188">
                  <c:v>0.378</c:v>
                </c:pt>
                <c:pt idx="189">
                  <c:v>0.38</c:v>
                </c:pt>
                <c:pt idx="190">
                  <c:v>0.38200000000000001</c:v>
                </c:pt>
                <c:pt idx="191">
                  <c:v>0.38400000000000001</c:v>
                </c:pt>
                <c:pt idx="192">
                  <c:v>0.38600000000000001</c:v>
                </c:pt>
                <c:pt idx="193">
                  <c:v>0.38800000000000001</c:v>
                </c:pt>
                <c:pt idx="194">
                  <c:v>0.39</c:v>
                </c:pt>
                <c:pt idx="195">
                  <c:v>0.39200000000000002</c:v>
                </c:pt>
                <c:pt idx="196">
                  <c:v>0.39400000000000002</c:v>
                </c:pt>
                <c:pt idx="197">
                  <c:v>0.39600000000000002</c:v>
                </c:pt>
                <c:pt idx="198">
                  <c:v>0.39800000000000002</c:v>
                </c:pt>
                <c:pt idx="199">
                  <c:v>0.4</c:v>
                </c:pt>
                <c:pt idx="200">
                  <c:v>0.40200000000000002</c:v>
                </c:pt>
                <c:pt idx="201">
                  <c:v>0.40400000000000003</c:v>
                </c:pt>
                <c:pt idx="202">
                  <c:v>0.40600000000000003</c:v>
                </c:pt>
                <c:pt idx="203">
                  <c:v>0.40799999999999997</c:v>
                </c:pt>
                <c:pt idx="204">
                  <c:v>0.41</c:v>
                </c:pt>
                <c:pt idx="205">
                  <c:v>0.41199999999999998</c:v>
                </c:pt>
                <c:pt idx="206">
                  <c:v>0.41399999999999998</c:v>
                </c:pt>
                <c:pt idx="207">
                  <c:v>0.41599999999999998</c:v>
                </c:pt>
                <c:pt idx="208">
                  <c:v>0.41799999999999998</c:v>
                </c:pt>
                <c:pt idx="209">
                  <c:v>0.42</c:v>
                </c:pt>
                <c:pt idx="210">
                  <c:v>0.42199999999999999</c:v>
                </c:pt>
                <c:pt idx="211">
                  <c:v>0.42399999999999999</c:v>
                </c:pt>
                <c:pt idx="212">
                  <c:v>0.42599999999999999</c:v>
                </c:pt>
                <c:pt idx="213">
                  <c:v>0.42799999999999999</c:v>
                </c:pt>
                <c:pt idx="214">
                  <c:v>0.43</c:v>
                </c:pt>
                <c:pt idx="215">
                  <c:v>0.432</c:v>
                </c:pt>
                <c:pt idx="216">
                  <c:v>0.434</c:v>
                </c:pt>
                <c:pt idx="217">
                  <c:v>0.436</c:v>
                </c:pt>
                <c:pt idx="218">
                  <c:v>0.438</c:v>
                </c:pt>
                <c:pt idx="219">
                  <c:v>0.44</c:v>
                </c:pt>
                <c:pt idx="220">
                  <c:v>0.442</c:v>
                </c:pt>
                <c:pt idx="221">
                  <c:v>0.44400000000000001</c:v>
                </c:pt>
                <c:pt idx="222">
                  <c:v>0.44600000000000001</c:v>
                </c:pt>
                <c:pt idx="223">
                  <c:v>0.44800000000000001</c:v>
                </c:pt>
                <c:pt idx="224">
                  <c:v>0.45</c:v>
                </c:pt>
                <c:pt idx="225">
                  <c:v>0.45200000000000001</c:v>
                </c:pt>
                <c:pt idx="226">
                  <c:v>0.45400000000000001</c:v>
                </c:pt>
                <c:pt idx="227">
                  <c:v>0.45600000000000002</c:v>
                </c:pt>
                <c:pt idx="228">
                  <c:v>0.45800000000000002</c:v>
                </c:pt>
                <c:pt idx="229">
                  <c:v>0.46</c:v>
                </c:pt>
                <c:pt idx="230">
                  <c:v>0.46200000000000002</c:v>
                </c:pt>
                <c:pt idx="231">
                  <c:v>0.46400000000000002</c:v>
                </c:pt>
                <c:pt idx="232">
                  <c:v>0.46600000000000003</c:v>
                </c:pt>
                <c:pt idx="233">
                  <c:v>0.46800000000000003</c:v>
                </c:pt>
                <c:pt idx="234">
                  <c:v>0.47</c:v>
                </c:pt>
                <c:pt idx="235">
                  <c:v>0.47199999999999998</c:v>
                </c:pt>
                <c:pt idx="236">
                  <c:v>0.47399999999999998</c:v>
                </c:pt>
                <c:pt idx="237">
                  <c:v>0.47599999999999998</c:v>
                </c:pt>
                <c:pt idx="238">
                  <c:v>0.47799999999999998</c:v>
                </c:pt>
                <c:pt idx="239">
                  <c:v>0.48</c:v>
                </c:pt>
                <c:pt idx="240">
                  <c:v>0.48199999999999998</c:v>
                </c:pt>
                <c:pt idx="241">
                  <c:v>0.48399999999999999</c:v>
                </c:pt>
                <c:pt idx="242">
                  <c:v>0.48599999999999999</c:v>
                </c:pt>
                <c:pt idx="243">
                  <c:v>0.48799999999999999</c:v>
                </c:pt>
                <c:pt idx="244">
                  <c:v>0.49</c:v>
                </c:pt>
                <c:pt idx="245">
                  <c:v>0.49199999999999999</c:v>
                </c:pt>
                <c:pt idx="246">
                  <c:v>0.49399999999999999</c:v>
                </c:pt>
                <c:pt idx="247">
                  <c:v>0.496</c:v>
                </c:pt>
                <c:pt idx="248">
                  <c:v>0.498</c:v>
                </c:pt>
                <c:pt idx="249">
                  <c:v>0.5</c:v>
                </c:pt>
                <c:pt idx="250">
                  <c:v>0.502</c:v>
                </c:pt>
                <c:pt idx="251">
                  <c:v>0.504</c:v>
                </c:pt>
                <c:pt idx="252">
                  <c:v>0.50600000000000001</c:v>
                </c:pt>
                <c:pt idx="253">
                  <c:v>0.50800000000000001</c:v>
                </c:pt>
                <c:pt idx="254">
                  <c:v>0.51</c:v>
                </c:pt>
                <c:pt idx="255">
                  <c:v>0.51200000000000001</c:v>
                </c:pt>
                <c:pt idx="256">
                  <c:v>0.51400000000000001</c:v>
                </c:pt>
                <c:pt idx="257">
                  <c:v>0.51600000000000001</c:v>
                </c:pt>
                <c:pt idx="258">
                  <c:v>0.51800000000000002</c:v>
                </c:pt>
                <c:pt idx="259">
                  <c:v>0.52</c:v>
                </c:pt>
                <c:pt idx="260">
                  <c:v>0.52200000000000002</c:v>
                </c:pt>
                <c:pt idx="261">
                  <c:v>0.52400000000000002</c:v>
                </c:pt>
                <c:pt idx="262">
                  <c:v>0.52600000000000002</c:v>
                </c:pt>
                <c:pt idx="263">
                  <c:v>0.52800000000000002</c:v>
                </c:pt>
                <c:pt idx="264">
                  <c:v>0.53</c:v>
                </c:pt>
                <c:pt idx="265">
                  <c:v>0.53200000000000003</c:v>
                </c:pt>
                <c:pt idx="266">
                  <c:v>0.53400000000000003</c:v>
                </c:pt>
                <c:pt idx="267">
                  <c:v>0.53600000000000003</c:v>
                </c:pt>
                <c:pt idx="268">
                  <c:v>0.53800000000000003</c:v>
                </c:pt>
                <c:pt idx="269">
                  <c:v>0.54</c:v>
                </c:pt>
                <c:pt idx="270">
                  <c:v>0.54200000000000004</c:v>
                </c:pt>
                <c:pt idx="271">
                  <c:v>0.54400000000000004</c:v>
                </c:pt>
                <c:pt idx="272">
                  <c:v>0.54600000000000004</c:v>
                </c:pt>
                <c:pt idx="273">
                  <c:v>0.54800000000000004</c:v>
                </c:pt>
                <c:pt idx="274">
                  <c:v>0.55000000000000004</c:v>
                </c:pt>
                <c:pt idx="275">
                  <c:v>0.55200000000000005</c:v>
                </c:pt>
                <c:pt idx="276">
                  <c:v>0.55400000000000005</c:v>
                </c:pt>
                <c:pt idx="277">
                  <c:v>0.55600000000000005</c:v>
                </c:pt>
                <c:pt idx="278">
                  <c:v>0.55800000000000005</c:v>
                </c:pt>
                <c:pt idx="279">
                  <c:v>0.56000000000000005</c:v>
                </c:pt>
                <c:pt idx="280">
                  <c:v>0.56200000000000006</c:v>
                </c:pt>
                <c:pt idx="281">
                  <c:v>0.56399999999999995</c:v>
                </c:pt>
                <c:pt idx="282">
                  <c:v>0.56599999999999995</c:v>
                </c:pt>
                <c:pt idx="283">
                  <c:v>0.56799999999999995</c:v>
                </c:pt>
                <c:pt idx="284">
                  <c:v>0.56999999999999995</c:v>
                </c:pt>
                <c:pt idx="285">
                  <c:v>0.57199999999999995</c:v>
                </c:pt>
                <c:pt idx="286">
                  <c:v>0.57399999999999995</c:v>
                </c:pt>
                <c:pt idx="287">
                  <c:v>0.57599999999999996</c:v>
                </c:pt>
                <c:pt idx="288">
                  <c:v>0.57799999999999996</c:v>
                </c:pt>
                <c:pt idx="289">
                  <c:v>0.57999999999999996</c:v>
                </c:pt>
                <c:pt idx="290">
                  <c:v>0.58199999999999996</c:v>
                </c:pt>
                <c:pt idx="291">
                  <c:v>0.58399999999999996</c:v>
                </c:pt>
                <c:pt idx="292">
                  <c:v>0.58599999999999997</c:v>
                </c:pt>
                <c:pt idx="293">
                  <c:v>0.58799999999999997</c:v>
                </c:pt>
                <c:pt idx="294">
                  <c:v>0.59</c:v>
                </c:pt>
                <c:pt idx="295">
                  <c:v>0.59199999999999997</c:v>
                </c:pt>
                <c:pt idx="296">
                  <c:v>0.59399999999999997</c:v>
                </c:pt>
                <c:pt idx="297">
                  <c:v>0.59599999999999997</c:v>
                </c:pt>
                <c:pt idx="298">
                  <c:v>0.59799999999999998</c:v>
                </c:pt>
                <c:pt idx="299">
                  <c:v>0.6</c:v>
                </c:pt>
                <c:pt idx="300">
                  <c:v>0.60199999999999998</c:v>
                </c:pt>
                <c:pt idx="301">
                  <c:v>0.60399999999999998</c:v>
                </c:pt>
                <c:pt idx="302">
                  <c:v>0.60599999999999998</c:v>
                </c:pt>
                <c:pt idx="303">
                  <c:v>0.60799999999999998</c:v>
                </c:pt>
                <c:pt idx="304">
                  <c:v>0.61</c:v>
                </c:pt>
                <c:pt idx="305">
                  <c:v>0.61199999999999999</c:v>
                </c:pt>
                <c:pt idx="306">
                  <c:v>0.61399999999999999</c:v>
                </c:pt>
                <c:pt idx="307">
                  <c:v>0.61599999999999999</c:v>
                </c:pt>
                <c:pt idx="308">
                  <c:v>0.61799999999999999</c:v>
                </c:pt>
                <c:pt idx="309">
                  <c:v>0.62</c:v>
                </c:pt>
                <c:pt idx="310">
                  <c:v>0.622</c:v>
                </c:pt>
                <c:pt idx="311">
                  <c:v>0.624</c:v>
                </c:pt>
                <c:pt idx="312">
                  <c:v>0.626</c:v>
                </c:pt>
                <c:pt idx="313">
                  <c:v>0.628</c:v>
                </c:pt>
                <c:pt idx="314">
                  <c:v>0.63</c:v>
                </c:pt>
                <c:pt idx="315">
                  <c:v>0.63200000000000001</c:v>
                </c:pt>
                <c:pt idx="316">
                  <c:v>0.63400000000000001</c:v>
                </c:pt>
                <c:pt idx="317">
                  <c:v>0.63600000000000001</c:v>
                </c:pt>
                <c:pt idx="318">
                  <c:v>0.63800000000000001</c:v>
                </c:pt>
                <c:pt idx="319">
                  <c:v>0.64</c:v>
                </c:pt>
                <c:pt idx="320">
                  <c:v>0.64200000000000002</c:v>
                </c:pt>
                <c:pt idx="321">
                  <c:v>0.64400000000000002</c:v>
                </c:pt>
                <c:pt idx="322">
                  <c:v>0.64600000000000002</c:v>
                </c:pt>
                <c:pt idx="323">
                  <c:v>0.64800000000000002</c:v>
                </c:pt>
                <c:pt idx="324">
                  <c:v>0.65</c:v>
                </c:pt>
                <c:pt idx="325">
                  <c:v>0.65200000000000002</c:v>
                </c:pt>
                <c:pt idx="326">
                  <c:v>0.65400000000000003</c:v>
                </c:pt>
                <c:pt idx="327">
                  <c:v>0.65600000000000003</c:v>
                </c:pt>
                <c:pt idx="328">
                  <c:v>0.65800000000000003</c:v>
                </c:pt>
                <c:pt idx="329">
                  <c:v>0.66</c:v>
                </c:pt>
                <c:pt idx="330">
                  <c:v>0.66200000000000003</c:v>
                </c:pt>
                <c:pt idx="331">
                  <c:v>0.66400000000000003</c:v>
                </c:pt>
                <c:pt idx="332">
                  <c:v>0.66600000000000004</c:v>
                </c:pt>
                <c:pt idx="333">
                  <c:v>0.66800000000000004</c:v>
                </c:pt>
                <c:pt idx="334">
                  <c:v>0.67</c:v>
                </c:pt>
                <c:pt idx="335">
                  <c:v>0.67200000000000004</c:v>
                </c:pt>
                <c:pt idx="336">
                  <c:v>0.67400000000000004</c:v>
                </c:pt>
                <c:pt idx="337">
                  <c:v>0.67600000000000005</c:v>
                </c:pt>
                <c:pt idx="338">
                  <c:v>0.67800000000000005</c:v>
                </c:pt>
                <c:pt idx="339">
                  <c:v>0.68</c:v>
                </c:pt>
                <c:pt idx="340">
                  <c:v>0.68200000000000005</c:v>
                </c:pt>
                <c:pt idx="341">
                  <c:v>0.68400000000000005</c:v>
                </c:pt>
                <c:pt idx="342">
                  <c:v>0.68600000000000005</c:v>
                </c:pt>
                <c:pt idx="343">
                  <c:v>0.68799999999999994</c:v>
                </c:pt>
                <c:pt idx="344">
                  <c:v>0.69</c:v>
                </c:pt>
                <c:pt idx="345">
                  <c:v>0.69199999999999995</c:v>
                </c:pt>
                <c:pt idx="346">
                  <c:v>0.69399999999999995</c:v>
                </c:pt>
                <c:pt idx="347">
                  <c:v>0.69599999999999995</c:v>
                </c:pt>
                <c:pt idx="348">
                  <c:v>0.69799999999999995</c:v>
                </c:pt>
                <c:pt idx="349">
                  <c:v>0.7</c:v>
                </c:pt>
                <c:pt idx="350">
                  <c:v>0.70199999999999996</c:v>
                </c:pt>
                <c:pt idx="351">
                  <c:v>0.70399999999999996</c:v>
                </c:pt>
                <c:pt idx="352">
                  <c:v>0.70599999999999996</c:v>
                </c:pt>
                <c:pt idx="353">
                  <c:v>0.70799999999999996</c:v>
                </c:pt>
                <c:pt idx="354">
                  <c:v>0.71</c:v>
                </c:pt>
                <c:pt idx="355">
                  <c:v>0.71199999999999997</c:v>
                </c:pt>
                <c:pt idx="356">
                  <c:v>0.71399999999999997</c:v>
                </c:pt>
                <c:pt idx="357">
                  <c:v>0.71599999999999997</c:v>
                </c:pt>
                <c:pt idx="358">
                  <c:v>0.71799999999999997</c:v>
                </c:pt>
                <c:pt idx="359">
                  <c:v>0.72</c:v>
                </c:pt>
                <c:pt idx="360">
                  <c:v>0.72199999999999998</c:v>
                </c:pt>
                <c:pt idx="361">
                  <c:v>0.72399999999999998</c:v>
                </c:pt>
                <c:pt idx="362">
                  <c:v>0.72599999999999998</c:v>
                </c:pt>
                <c:pt idx="363">
                  <c:v>0.72799999999999998</c:v>
                </c:pt>
                <c:pt idx="364">
                  <c:v>0.73</c:v>
                </c:pt>
                <c:pt idx="365">
                  <c:v>0.73199999999999998</c:v>
                </c:pt>
                <c:pt idx="366">
                  <c:v>0.73399999999999999</c:v>
                </c:pt>
                <c:pt idx="367">
                  <c:v>0.73599999999999999</c:v>
                </c:pt>
                <c:pt idx="368">
                  <c:v>0.73799999999999999</c:v>
                </c:pt>
                <c:pt idx="369">
                  <c:v>0.74</c:v>
                </c:pt>
                <c:pt idx="370">
                  <c:v>0.74199999999999999</c:v>
                </c:pt>
                <c:pt idx="371">
                  <c:v>0.74399999999999999</c:v>
                </c:pt>
                <c:pt idx="372">
                  <c:v>0.746</c:v>
                </c:pt>
                <c:pt idx="373">
                  <c:v>0.748</c:v>
                </c:pt>
                <c:pt idx="374">
                  <c:v>0.75</c:v>
                </c:pt>
                <c:pt idx="375">
                  <c:v>0.752</c:v>
                </c:pt>
                <c:pt idx="376">
                  <c:v>0.754</c:v>
                </c:pt>
                <c:pt idx="377">
                  <c:v>0.75600000000000001</c:v>
                </c:pt>
                <c:pt idx="378">
                  <c:v>0.75800000000000001</c:v>
                </c:pt>
                <c:pt idx="379">
                  <c:v>0.76</c:v>
                </c:pt>
                <c:pt idx="380">
                  <c:v>0.76200000000000001</c:v>
                </c:pt>
                <c:pt idx="381">
                  <c:v>0.76400000000000001</c:v>
                </c:pt>
                <c:pt idx="382">
                  <c:v>0.76600000000000001</c:v>
                </c:pt>
                <c:pt idx="383">
                  <c:v>0.76800000000000002</c:v>
                </c:pt>
                <c:pt idx="384">
                  <c:v>0.77</c:v>
                </c:pt>
                <c:pt idx="385">
                  <c:v>0.77200000000000002</c:v>
                </c:pt>
                <c:pt idx="386">
                  <c:v>0.77400000000000002</c:v>
                </c:pt>
                <c:pt idx="387">
                  <c:v>0.77600000000000002</c:v>
                </c:pt>
                <c:pt idx="388">
                  <c:v>0.77800000000000002</c:v>
                </c:pt>
                <c:pt idx="389">
                  <c:v>0.78</c:v>
                </c:pt>
                <c:pt idx="390">
                  <c:v>0.78200000000000003</c:v>
                </c:pt>
                <c:pt idx="391">
                  <c:v>0.78400000000000003</c:v>
                </c:pt>
                <c:pt idx="392">
                  <c:v>0.78600000000000003</c:v>
                </c:pt>
                <c:pt idx="393">
                  <c:v>0.78800000000000003</c:v>
                </c:pt>
                <c:pt idx="394">
                  <c:v>0.79</c:v>
                </c:pt>
                <c:pt idx="395">
                  <c:v>0.79200000000000004</c:v>
                </c:pt>
                <c:pt idx="396">
                  <c:v>0.79400000000000004</c:v>
                </c:pt>
                <c:pt idx="397">
                  <c:v>0.79600000000000004</c:v>
                </c:pt>
                <c:pt idx="398">
                  <c:v>0.79800000000000004</c:v>
                </c:pt>
                <c:pt idx="399">
                  <c:v>0.8</c:v>
                </c:pt>
                <c:pt idx="400">
                  <c:v>0.80200000000000005</c:v>
                </c:pt>
                <c:pt idx="401">
                  <c:v>0.80400000000000005</c:v>
                </c:pt>
                <c:pt idx="402">
                  <c:v>0.80600000000000005</c:v>
                </c:pt>
                <c:pt idx="403">
                  <c:v>0.80800000000000005</c:v>
                </c:pt>
                <c:pt idx="404">
                  <c:v>0.81</c:v>
                </c:pt>
                <c:pt idx="405">
                  <c:v>0.81200000000000006</c:v>
                </c:pt>
                <c:pt idx="406">
                  <c:v>0.81399999999999995</c:v>
                </c:pt>
                <c:pt idx="407">
                  <c:v>0.81599999999999995</c:v>
                </c:pt>
                <c:pt idx="408">
                  <c:v>0.81799999999999995</c:v>
                </c:pt>
                <c:pt idx="409">
                  <c:v>0.82</c:v>
                </c:pt>
                <c:pt idx="410">
                  <c:v>0.82199999999999995</c:v>
                </c:pt>
                <c:pt idx="411">
                  <c:v>0.82399999999999995</c:v>
                </c:pt>
                <c:pt idx="412">
                  <c:v>0.82599999999999996</c:v>
                </c:pt>
                <c:pt idx="413">
                  <c:v>0.82799999999999996</c:v>
                </c:pt>
                <c:pt idx="414">
                  <c:v>0.83</c:v>
                </c:pt>
                <c:pt idx="415">
                  <c:v>0.83199999999999996</c:v>
                </c:pt>
                <c:pt idx="416">
                  <c:v>0.83399999999999996</c:v>
                </c:pt>
                <c:pt idx="417">
                  <c:v>0.83599999999999997</c:v>
                </c:pt>
                <c:pt idx="418">
                  <c:v>0.83799999999999997</c:v>
                </c:pt>
                <c:pt idx="419">
                  <c:v>0.84</c:v>
                </c:pt>
                <c:pt idx="420">
                  <c:v>0.84199999999999997</c:v>
                </c:pt>
                <c:pt idx="421">
                  <c:v>0.84399999999999997</c:v>
                </c:pt>
                <c:pt idx="422">
                  <c:v>0.84599999999999997</c:v>
                </c:pt>
                <c:pt idx="423">
                  <c:v>0.84799999999999998</c:v>
                </c:pt>
                <c:pt idx="424">
                  <c:v>0.85</c:v>
                </c:pt>
                <c:pt idx="425">
                  <c:v>0.85199999999999998</c:v>
                </c:pt>
                <c:pt idx="426">
                  <c:v>0.85399999999999998</c:v>
                </c:pt>
                <c:pt idx="427">
                  <c:v>0.85599999999999998</c:v>
                </c:pt>
                <c:pt idx="428">
                  <c:v>0.85799999999999998</c:v>
                </c:pt>
                <c:pt idx="429">
                  <c:v>0.86</c:v>
                </c:pt>
                <c:pt idx="430">
                  <c:v>0.86199999999999999</c:v>
                </c:pt>
                <c:pt idx="431">
                  <c:v>0.86399999999999999</c:v>
                </c:pt>
                <c:pt idx="432">
                  <c:v>0.86599999999999999</c:v>
                </c:pt>
                <c:pt idx="433">
                  <c:v>0.86799999999999999</c:v>
                </c:pt>
                <c:pt idx="434">
                  <c:v>0.87</c:v>
                </c:pt>
                <c:pt idx="435">
                  <c:v>0.872</c:v>
                </c:pt>
                <c:pt idx="436">
                  <c:v>0.874</c:v>
                </c:pt>
                <c:pt idx="437">
                  <c:v>0.876</c:v>
                </c:pt>
                <c:pt idx="438">
                  <c:v>0.878</c:v>
                </c:pt>
                <c:pt idx="439">
                  <c:v>0.88</c:v>
                </c:pt>
                <c:pt idx="440">
                  <c:v>0.88200000000000001</c:v>
                </c:pt>
                <c:pt idx="441">
                  <c:v>0.88400000000000001</c:v>
                </c:pt>
                <c:pt idx="442">
                  <c:v>0.88600000000000001</c:v>
                </c:pt>
                <c:pt idx="443">
                  <c:v>0.88800000000000001</c:v>
                </c:pt>
                <c:pt idx="444">
                  <c:v>0.89</c:v>
                </c:pt>
                <c:pt idx="445">
                  <c:v>0.89200000000000002</c:v>
                </c:pt>
                <c:pt idx="446">
                  <c:v>0.89400000000000002</c:v>
                </c:pt>
                <c:pt idx="447">
                  <c:v>0.89600000000000002</c:v>
                </c:pt>
                <c:pt idx="448">
                  <c:v>0.89800000000000002</c:v>
                </c:pt>
                <c:pt idx="449">
                  <c:v>0.9</c:v>
                </c:pt>
                <c:pt idx="450">
                  <c:v>0.90200000000000002</c:v>
                </c:pt>
                <c:pt idx="451">
                  <c:v>0.90400000000000003</c:v>
                </c:pt>
                <c:pt idx="452">
                  <c:v>0.90600000000000003</c:v>
                </c:pt>
                <c:pt idx="453">
                  <c:v>0.90800000000000003</c:v>
                </c:pt>
                <c:pt idx="454">
                  <c:v>0.91</c:v>
                </c:pt>
                <c:pt idx="455">
                  <c:v>0.91200000000000003</c:v>
                </c:pt>
                <c:pt idx="456">
                  <c:v>0.91400000000000003</c:v>
                </c:pt>
                <c:pt idx="457">
                  <c:v>0.91600000000000004</c:v>
                </c:pt>
                <c:pt idx="458">
                  <c:v>0.91800000000000004</c:v>
                </c:pt>
                <c:pt idx="459">
                  <c:v>0.92</c:v>
                </c:pt>
                <c:pt idx="460">
                  <c:v>0.92200000000000004</c:v>
                </c:pt>
                <c:pt idx="461">
                  <c:v>0.92400000000000004</c:v>
                </c:pt>
                <c:pt idx="462">
                  <c:v>0.92600000000000005</c:v>
                </c:pt>
                <c:pt idx="463">
                  <c:v>0.92800000000000005</c:v>
                </c:pt>
                <c:pt idx="464">
                  <c:v>0.93</c:v>
                </c:pt>
                <c:pt idx="465">
                  <c:v>0.93200000000000005</c:v>
                </c:pt>
                <c:pt idx="466">
                  <c:v>0.93400000000000005</c:v>
                </c:pt>
                <c:pt idx="467">
                  <c:v>0.93600000000000005</c:v>
                </c:pt>
                <c:pt idx="468">
                  <c:v>0.93799999999999994</c:v>
                </c:pt>
                <c:pt idx="469">
                  <c:v>0.94</c:v>
                </c:pt>
                <c:pt idx="470">
                  <c:v>0.94199999999999995</c:v>
                </c:pt>
                <c:pt idx="471">
                  <c:v>0.94399999999999995</c:v>
                </c:pt>
                <c:pt idx="472">
                  <c:v>0.94599999999999995</c:v>
                </c:pt>
                <c:pt idx="473">
                  <c:v>0.94799999999999995</c:v>
                </c:pt>
                <c:pt idx="474">
                  <c:v>0.95</c:v>
                </c:pt>
                <c:pt idx="475">
                  <c:v>0.95199999999999996</c:v>
                </c:pt>
                <c:pt idx="476">
                  <c:v>0.95399999999999996</c:v>
                </c:pt>
                <c:pt idx="477">
                  <c:v>0.95599999999999996</c:v>
                </c:pt>
                <c:pt idx="478">
                  <c:v>0.95799999999999996</c:v>
                </c:pt>
                <c:pt idx="479">
                  <c:v>0.96</c:v>
                </c:pt>
                <c:pt idx="480">
                  <c:v>0.96199999999999997</c:v>
                </c:pt>
                <c:pt idx="481">
                  <c:v>0.96399999999999997</c:v>
                </c:pt>
                <c:pt idx="482">
                  <c:v>0.96599999999999997</c:v>
                </c:pt>
                <c:pt idx="483">
                  <c:v>0.96799999999999997</c:v>
                </c:pt>
                <c:pt idx="484">
                  <c:v>0.97</c:v>
                </c:pt>
                <c:pt idx="485">
                  <c:v>0.97199999999999998</c:v>
                </c:pt>
                <c:pt idx="486">
                  <c:v>0.97399999999999998</c:v>
                </c:pt>
                <c:pt idx="487">
                  <c:v>0.97599999999999998</c:v>
                </c:pt>
                <c:pt idx="488">
                  <c:v>0.97799999999999998</c:v>
                </c:pt>
                <c:pt idx="489">
                  <c:v>0.98</c:v>
                </c:pt>
                <c:pt idx="490">
                  <c:v>0.98199999999999998</c:v>
                </c:pt>
                <c:pt idx="491">
                  <c:v>0.98399999999999999</c:v>
                </c:pt>
                <c:pt idx="492">
                  <c:v>0.98599999999999999</c:v>
                </c:pt>
                <c:pt idx="493">
                  <c:v>0.98799999999999999</c:v>
                </c:pt>
                <c:pt idx="494">
                  <c:v>0.99</c:v>
                </c:pt>
                <c:pt idx="495">
                  <c:v>0.99199999999999999</c:v>
                </c:pt>
                <c:pt idx="496">
                  <c:v>0.99399999999999999</c:v>
                </c:pt>
                <c:pt idx="497">
                  <c:v>0.996</c:v>
                </c:pt>
                <c:pt idx="498">
                  <c:v>0.998</c:v>
                </c:pt>
                <c:pt idx="499">
                  <c:v>1</c:v>
                </c:pt>
                <c:pt idx="500">
                  <c:v>1.002</c:v>
                </c:pt>
                <c:pt idx="501">
                  <c:v>1.004</c:v>
                </c:pt>
                <c:pt idx="502">
                  <c:v>1.006</c:v>
                </c:pt>
                <c:pt idx="503">
                  <c:v>1.008</c:v>
                </c:pt>
                <c:pt idx="504">
                  <c:v>1.01</c:v>
                </c:pt>
                <c:pt idx="505">
                  <c:v>1.012</c:v>
                </c:pt>
                <c:pt idx="506">
                  <c:v>1.014</c:v>
                </c:pt>
                <c:pt idx="507">
                  <c:v>1.016</c:v>
                </c:pt>
                <c:pt idx="508">
                  <c:v>1.018</c:v>
                </c:pt>
                <c:pt idx="509">
                  <c:v>1.02</c:v>
                </c:pt>
                <c:pt idx="510">
                  <c:v>1.022</c:v>
                </c:pt>
                <c:pt idx="511">
                  <c:v>1.024</c:v>
                </c:pt>
                <c:pt idx="512">
                  <c:v>1.026</c:v>
                </c:pt>
                <c:pt idx="513">
                  <c:v>1.028</c:v>
                </c:pt>
                <c:pt idx="514">
                  <c:v>1.03</c:v>
                </c:pt>
                <c:pt idx="515">
                  <c:v>1.032</c:v>
                </c:pt>
                <c:pt idx="516">
                  <c:v>1.034</c:v>
                </c:pt>
                <c:pt idx="517">
                  <c:v>1.036</c:v>
                </c:pt>
                <c:pt idx="518">
                  <c:v>1.038</c:v>
                </c:pt>
                <c:pt idx="519">
                  <c:v>1.04</c:v>
                </c:pt>
                <c:pt idx="520">
                  <c:v>1.042</c:v>
                </c:pt>
                <c:pt idx="521">
                  <c:v>1.044</c:v>
                </c:pt>
                <c:pt idx="522">
                  <c:v>1.046</c:v>
                </c:pt>
                <c:pt idx="523">
                  <c:v>1.048</c:v>
                </c:pt>
                <c:pt idx="524">
                  <c:v>1.05</c:v>
                </c:pt>
                <c:pt idx="525">
                  <c:v>1.052</c:v>
                </c:pt>
                <c:pt idx="526">
                  <c:v>1.054</c:v>
                </c:pt>
                <c:pt idx="527">
                  <c:v>1.056</c:v>
                </c:pt>
                <c:pt idx="528">
                  <c:v>1.0580000000000001</c:v>
                </c:pt>
                <c:pt idx="529">
                  <c:v>1.06</c:v>
                </c:pt>
                <c:pt idx="530">
                  <c:v>1.0620000000000001</c:v>
                </c:pt>
                <c:pt idx="531">
                  <c:v>1.0640000000000001</c:v>
                </c:pt>
                <c:pt idx="532">
                  <c:v>1.0660000000000001</c:v>
                </c:pt>
                <c:pt idx="533">
                  <c:v>1.0680000000000001</c:v>
                </c:pt>
                <c:pt idx="534">
                  <c:v>1.07</c:v>
                </c:pt>
                <c:pt idx="535">
                  <c:v>1.0720000000000001</c:v>
                </c:pt>
                <c:pt idx="536">
                  <c:v>1.0740000000000001</c:v>
                </c:pt>
                <c:pt idx="537">
                  <c:v>1.0760000000000001</c:v>
                </c:pt>
                <c:pt idx="538">
                  <c:v>1.0780000000000001</c:v>
                </c:pt>
                <c:pt idx="539">
                  <c:v>1.08</c:v>
                </c:pt>
                <c:pt idx="540">
                  <c:v>1.0820000000000001</c:v>
                </c:pt>
                <c:pt idx="541">
                  <c:v>1.0840000000000001</c:v>
                </c:pt>
                <c:pt idx="542">
                  <c:v>1.0860000000000001</c:v>
                </c:pt>
                <c:pt idx="543">
                  <c:v>1.0880000000000001</c:v>
                </c:pt>
                <c:pt idx="544">
                  <c:v>1.0900000000000001</c:v>
                </c:pt>
                <c:pt idx="545">
                  <c:v>1.0920000000000001</c:v>
                </c:pt>
                <c:pt idx="546">
                  <c:v>1.0940000000000001</c:v>
                </c:pt>
                <c:pt idx="547">
                  <c:v>1.0960000000000001</c:v>
                </c:pt>
                <c:pt idx="548">
                  <c:v>1.0980000000000001</c:v>
                </c:pt>
                <c:pt idx="549">
                  <c:v>1.1000000000000001</c:v>
                </c:pt>
                <c:pt idx="550">
                  <c:v>1.1020000000000001</c:v>
                </c:pt>
                <c:pt idx="551">
                  <c:v>1.1040000000000001</c:v>
                </c:pt>
                <c:pt idx="552">
                  <c:v>1.1060000000000001</c:v>
                </c:pt>
                <c:pt idx="553">
                  <c:v>1.1080000000000001</c:v>
                </c:pt>
                <c:pt idx="554">
                  <c:v>1.1100000000000001</c:v>
                </c:pt>
                <c:pt idx="555">
                  <c:v>1.1120000000000001</c:v>
                </c:pt>
                <c:pt idx="556">
                  <c:v>1.1140000000000001</c:v>
                </c:pt>
                <c:pt idx="557">
                  <c:v>1.1160000000000001</c:v>
                </c:pt>
                <c:pt idx="558">
                  <c:v>1.1180000000000001</c:v>
                </c:pt>
                <c:pt idx="559">
                  <c:v>1.1200000000000001</c:v>
                </c:pt>
                <c:pt idx="560">
                  <c:v>1.1220000000000001</c:v>
                </c:pt>
                <c:pt idx="561">
                  <c:v>1.1240000000000001</c:v>
                </c:pt>
                <c:pt idx="562">
                  <c:v>1.1259999999999999</c:v>
                </c:pt>
                <c:pt idx="563">
                  <c:v>1.1279999999999999</c:v>
                </c:pt>
                <c:pt idx="564">
                  <c:v>1.1299999999999999</c:v>
                </c:pt>
                <c:pt idx="565">
                  <c:v>1.1319999999999999</c:v>
                </c:pt>
                <c:pt idx="566">
                  <c:v>1.1339999999999999</c:v>
                </c:pt>
                <c:pt idx="567">
                  <c:v>1.1359999999999999</c:v>
                </c:pt>
                <c:pt idx="568">
                  <c:v>1.1379999999999999</c:v>
                </c:pt>
                <c:pt idx="569">
                  <c:v>1.1399999999999999</c:v>
                </c:pt>
                <c:pt idx="570">
                  <c:v>1.1419999999999999</c:v>
                </c:pt>
                <c:pt idx="571">
                  <c:v>1.1439999999999999</c:v>
                </c:pt>
                <c:pt idx="572">
                  <c:v>1.1459999999999999</c:v>
                </c:pt>
                <c:pt idx="573">
                  <c:v>1.1479999999999999</c:v>
                </c:pt>
                <c:pt idx="574">
                  <c:v>1.1499999999999999</c:v>
                </c:pt>
                <c:pt idx="575">
                  <c:v>1.1519999999999999</c:v>
                </c:pt>
                <c:pt idx="576">
                  <c:v>1.1539999999999999</c:v>
                </c:pt>
                <c:pt idx="577">
                  <c:v>1.1559999999999999</c:v>
                </c:pt>
                <c:pt idx="578">
                  <c:v>1.1579999999999999</c:v>
                </c:pt>
                <c:pt idx="579">
                  <c:v>1.1599999999999999</c:v>
                </c:pt>
                <c:pt idx="580">
                  <c:v>1.1619999999999999</c:v>
                </c:pt>
                <c:pt idx="581">
                  <c:v>1.1639999999999999</c:v>
                </c:pt>
                <c:pt idx="582">
                  <c:v>1.1659999999999999</c:v>
                </c:pt>
                <c:pt idx="583">
                  <c:v>1.1679999999999999</c:v>
                </c:pt>
                <c:pt idx="584">
                  <c:v>1.17</c:v>
                </c:pt>
                <c:pt idx="585">
                  <c:v>1.1719999999999999</c:v>
                </c:pt>
                <c:pt idx="586">
                  <c:v>1.1739999999999999</c:v>
                </c:pt>
                <c:pt idx="587">
                  <c:v>1.1759999999999999</c:v>
                </c:pt>
                <c:pt idx="588">
                  <c:v>1.1779999999999999</c:v>
                </c:pt>
                <c:pt idx="589">
                  <c:v>1.18</c:v>
                </c:pt>
                <c:pt idx="590">
                  <c:v>1.1819999999999999</c:v>
                </c:pt>
                <c:pt idx="591">
                  <c:v>1.1839999999999999</c:v>
                </c:pt>
                <c:pt idx="592">
                  <c:v>1.1859999999999999</c:v>
                </c:pt>
                <c:pt idx="593">
                  <c:v>1.1879999999999999</c:v>
                </c:pt>
                <c:pt idx="594">
                  <c:v>1.19</c:v>
                </c:pt>
                <c:pt idx="595">
                  <c:v>1.1919999999999999</c:v>
                </c:pt>
                <c:pt idx="596">
                  <c:v>1.194</c:v>
                </c:pt>
                <c:pt idx="597">
                  <c:v>1.196</c:v>
                </c:pt>
                <c:pt idx="598">
                  <c:v>1.198</c:v>
                </c:pt>
                <c:pt idx="599">
                  <c:v>1.2</c:v>
                </c:pt>
                <c:pt idx="600">
                  <c:v>1.202</c:v>
                </c:pt>
                <c:pt idx="601">
                  <c:v>1.204</c:v>
                </c:pt>
                <c:pt idx="602">
                  <c:v>1.206</c:v>
                </c:pt>
                <c:pt idx="603">
                  <c:v>1.208</c:v>
                </c:pt>
                <c:pt idx="604">
                  <c:v>1.21</c:v>
                </c:pt>
                <c:pt idx="605">
                  <c:v>1.212</c:v>
                </c:pt>
                <c:pt idx="606">
                  <c:v>1.214</c:v>
                </c:pt>
                <c:pt idx="607">
                  <c:v>1.216</c:v>
                </c:pt>
                <c:pt idx="608">
                  <c:v>1.218</c:v>
                </c:pt>
                <c:pt idx="609">
                  <c:v>1.22</c:v>
                </c:pt>
                <c:pt idx="610">
                  <c:v>1.222</c:v>
                </c:pt>
                <c:pt idx="611">
                  <c:v>1.224</c:v>
                </c:pt>
                <c:pt idx="612">
                  <c:v>1.226</c:v>
                </c:pt>
                <c:pt idx="613">
                  <c:v>1.228</c:v>
                </c:pt>
                <c:pt idx="614">
                  <c:v>1.23</c:v>
                </c:pt>
                <c:pt idx="615">
                  <c:v>1.232</c:v>
                </c:pt>
                <c:pt idx="616">
                  <c:v>1.234</c:v>
                </c:pt>
                <c:pt idx="617">
                  <c:v>1.236</c:v>
                </c:pt>
                <c:pt idx="618">
                  <c:v>1.238</c:v>
                </c:pt>
                <c:pt idx="619">
                  <c:v>1.24</c:v>
                </c:pt>
                <c:pt idx="620">
                  <c:v>1.242</c:v>
                </c:pt>
                <c:pt idx="621">
                  <c:v>1.244</c:v>
                </c:pt>
                <c:pt idx="622">
                  <c:v>1.246</c:v>
                </c:pt>
                <c:pt idx="623">
                  <c:v>1.248</c:v>
                </c:pt>
                <c:pt idx="624">
                  <c:v>1.25</c:v>
                </c:pt>
                <c:pt idx="625">
                  <c:v>1.252</c:v>
                </c:pt>
                <c:pt idx="626">
                  <c:v>1.254</c:v>
                </c:pt>
                <c:pt idx="627">
                  <c:v>1.256</c:v>
                </c:pt>
                <c:pt idx="628">
                  <c:v>1.258</c:v>
                </c:pt>
                <c:pt idx="629">
                  <c:v>1.26</c:v>
                </c:pt>
                <c:pt idx="630">
                  <c:v>1.262</c:v>
                </c:pt>
                <c:pt idx="631">
                  <c:v>1.264</c:v>
                </c:pt>
                <c:pt idx="632">
                  <c:v>1.266</c:v>
                </c:pt>
                <c:pt idx="633">
                  <c:v>1.268</c:v>
                </c:pt>
                <c:pt idx="634">
                  <c:v>1.27</c:v>
                </c:pt>
                <c:pt idx="635">
                  <c:v>1.272</c:v>
                </c:pt>
                <c:pt idx="636">
                  <c:v>1.274</c:v>
                </c:pt>
                <c:pt idx="637">
                  <c:v>1.276</c:v>
                </c:pt>
                <c:pt idx="638">
                  <c:v>1.278</c:v>
                </c:pt>
                <c:pt idx="639">
                  <c:v>1.28</c:v>
                </c:pt>
                <c:pt idx="640">
                  <c:v>1.282</c:v>
                </c:pt>
                <c:pt idx="641">
                  <c:v>1.284</c:v>
                </c:pt>
                <c:pt idx="642">
                  <c:v>1.286</c:v>
                </c:pt>
                <c:pt idx="643">
                  <c:v>1.288</c:v>
                </c:pt>
                <c:pt idx="644">
                  <c:v>1.29</c:v>
                </c:pt>
                <c:pt idx="645">
                  <c:v>1.292</c:v>
                </c:pt>
                <c:pt idx="646">
                  <c:v>1.294</c:v>
                </c:pt>
                <c:pt idx="647">
                  <c:v>1.296</c:v>
                </c:pt>
                <c:pt idx="648">
                  <c:v>1.298</c:v>
                </c:pt>
                <c:pt idx="649">
                  <c:v>1.3</c:v>
                </c:pt>
                <c:pt idx="650">
                  <c:v>1.302</c:v>
                </c:pt>
                <c:pt idx="651">
                  <c:v>1.304</c:v>
                </c:pt>
                <c:pt idx="652">
                  <c:v>1.306</c:v>
                </c:pt>
                <c:pt idx="653">
                  <c:v>1.3080000000000001</c:v>
                </c:pt>
                <c:pt idx="654">
                  <c:v>1.31</c:v>
                </c:pt>
                <c:pt idx="655">
                  <c:v>1.3120000000000001</c:v>
                </c:pt>
                <c:pt idx="656">
                  <c:v>1.3140000000000001</c:v>
                </c:pt>
                <c:pt idx="657">
                  <c:v>1.3160000000000001</c:v>
                </c:pt>
                <c:pt idx="658">
                  <c:v>1.3180000000000001</c:v>
                </c:pt>
                <c:pt idx="659">
                  <c:v>1.32</c:v>
                </c:pt>
                <c:pt idx="660">
                  <c:v>1.3220000000000001</c:v>
                </c:pt>
                <c:pt idx="661">
                  <c:v>1.3240000000000001</c:v>
                </c:pt>
                <c:pt idx="662">
                  <c:v>1.3260000000000001</c:v>
                </c:pt>
                <c:pt idx="663">
                  <c:v>1.3280000000000001</c:v>
                </c:pt>
                <c:pt idx="664">
                  <c:v>1.33</c:v>
                </c:pt>
                <c:pt idx="665">
                  <c:v>1.3320000000000001</c:v>
                </c:pt>
                <c:pt idx="666">
                  <c:v>1.3340000000000001</c:v>
                </c:pt>
                <c:pt idx="667">
                  <c:v>1.3360000000000001</c:v>
                </c:pt>
                <c:pt idx="668">
                  <c:v>1.3380000000000001</c:v>
                </c:pt>
                <c:pt idx="669">
                  <c:v>1.34</c:v>
                </c:pt>
                <c:pt idx="670">
                  <c:v>1.3420000000000001</c:v>
                </c:pt>
                <c:pt idx="671">
                  <c:v>1.3440000000000001</c:v>
                </c:pt>
                <c:pt idx="672">
                  <c:v>1.3460000000000001</c:v>
                </c:pt>
                <c:pt idx="673">
                  <c:v>1.3480000000000001</c:v>
                </c:pt>
                <c:pt idx="674">
                  <c:v>1.35</c:v>
                </c:pt>
                <c:pt idx="675">
                  <c:v>1.3520000000000001</c:v>
                </c:pt>
                <c:pt idx="676">
                  <c:v>1.3540000000000001</c:v>
                </c:pt>
                <c:pt idx="677">
                  <c:v>1.3560000000000001</c:v>
                </c:pt>
                <c:pt idx="678">
                  <c:v>1.3580000000000001</c:v>
                </c:pt>
                <c:pt idx="679">
                  <c:v>1.36</c:v>
                </c:pt>
                <c:pt idx="680">
                  <c:v>1.3620000000000001</c:v>
                </c:pt>
                <c:pt idx="681">
                  <c:v>1.3640000000000001</c:v>
                </c:pt>
                <c:pt idx="682">
                  <c:v>1.3660000000000001</c:v>
                </c:pt>
                <c:pt idx="683">
                  <c:v>1.3680000000000001</c:v>
                </c:pt>
                <c:pt idx="684">
                  <c:v>1.37</c:v>
                </c:pt>
                <c:pt idx="685">
                  <c:v>1.3720000000000001</c:v>
                </c:pt>
                <c:pt idx="686">
                  <c:v>1.3740000000000001</c:v>
                </c:pt>
                <c:pt idx="687">
                  <c:v>1.3759999999999999</c:v>
                </c:pt>
                <c:pt idx="688">
                  <c:v>1.3779999999999999</c:v>
                </c:pt>
                <c:pt idx="689">
                  <c:v>1.38</c:v>
                </c:pt>
                <c:pt idx="690">
                  <c:v>1.3819999999999999</c:v>
                </c:pt>
              </c:numCache>
            </c:numRef>
          </c:xVal>
          <c:yVal>
            <c:numRef>
              <c:f>D1_phantom_Converted_selected!$B$2:$B$692</c:f>
              <c:numCache>
                <c:formatCode>General</c:formatCode>
                <c:ptCount val="691"/>
                <c:pt idx="0">
                  <c:v>-5.4135674577613702E-2</c:v>
                </c:pt>
                <c:pt idx="1">
                  <c:v>-5.67082624841879E-2</c:v>
                </c:pt>
                <c:pt idx="2">
                  <c:v>-5.88076555662339E-2</c:v>
                </c:pt>
                <c:pt idx="3">
                  <c:v>-6.0500958487397699E-2</c:v>
                </c:pt>
                <c:pt idx="4">
                  <c:v>-6.1871402833134803E-2</c:v>
                </c:pt>
                <c:pt idx="5">
                  <c:v>-6.3006880133581494E-2</c:v>
                </c:pt>
                <c:pt idx="6">
                  <c:v>-6.39964194804752E-2</c:v>
                </c:pt>
                <c:pt idx="7">
                  <c:v>-6.4926406577798607E-2</c:v>
                </c:pt>
                <c:pt idx="8">
                  <c:v>-6.5869157270238093E-2</c:v>
                </c:pt>
                <c:pt idx="9">
                  <c:v>-6.6842016630655601E-2</c:v>
                </c:pt>
                <c:pt idx="10">
                  <c:v>-6.77664428106277E-2</c:v>
                </c:pt>
                <c:pt idx="11">
                  <c:v>-6.8485633549172698E-2</c:v>
                </c:pt>
                <c:pt idx="12">
                  <c:v>-6.8836581832157198E-2</c:v>
                </c:pt>
                <c:pt idx="13">
                  <c:v>-6.87257707012007E-2</c:v>
                </c:pt>
                <c:pt idx="14">
                  <c:v>-6.81531915037384E-2</c:v>
                </c:pt>
                <c:pt idx="15">
                  <c:v>-6.7167828180441397E-2</c:v>
                </c:pt>
                <c:pt idx="16">
                  <c:v>-6.5824851387081995E-2</c:v>
                </c:pt>
                <c:pt idx="17">
                  <c:v>-6.4211655307349194E-2</c:v>
                </c:pt>
                <c:pt idx="18">
                  <c:v>-6.24946361171895E-2</c:v>
                </c:pt>
                <c:pt idx="19">
                  <c:v>-6.0905677704834203E-2</c:v>
                </c:pt>
                <c:pt idx="20">
                  <c:v>-5.96674754586696E-2</c:v>
                </c:pt>
                <c:pt idx="21">
                  <c:v>-5.8912433418293601E-2</c:v>
                </c:pt>
                <c:pt idx="22">
                  <c:v>-5.8647235525038498E-2</c:v>
                </c:pt>
                <c:pt idx="23">
                  <c:v>-5.8771822312097002E-2</c:v>
                </c:pt>
                <c:pt idx="24">
                  <c:v>-5.9126651123186699E-2</c:v>
                </c:pt>
                <c:pt idx="25">
                  <c:v>-5.9554278104239501E-2</c:v>
                </c:pt>
                <c:pt idx="26">
                  <c:v>-5.9942025935981198E-2</c:v>
                </c:pt>
                <c:pt idx="27">
                  <c:v>-6.0206703640803202E-2</c:v>
                </c:pt>
                <c:pt idx="28">
                  <c:v>-6.02592009546212E-2</c:v>
                </c:pt>
                <c:pt idx="29">
                  <c:v>-6.0001117689261002E-2</c:v>
                </c:pt>
                <c:pt idx="30">
                  <c:v>-5.9340257516099497E-2</c:v>
                </c:pt>
                <c:pt idx="31">
                  <c:v>-5.8199175499388002E-2</c:v>
                </c:pt>
                <c:pt idx="32">
                  <c:v>-5.65201874190739E-2</c:v>
                </c:pt>
                <c:pt idx="33">
                  <c:v>-5.4270840705379998E-2</c:v>
                </c:pt>
                <c:pt idx="34">
                  <c:v>-5.1449888062193201E-2</c:v>
                </c:pt>
                <c:pt idx="35">
                  <c:v>-4.8111033571727198E-2</c:v>
                </c:pt>
                <c:pt idx="36">
                  <c:v>-4.4392196596928099E-2</c:v>
                </c:pt>
                <c:pt idx="37">
                  <c:v>-4.0500082821682798E-2</c:v>
                </c:pt>
                <c:pt idx="38">
                  <c:v>-3.6656275652552799E-2</c:v>
                </c:pt>
                <c:pt idx="39">
                  <c:v>-3.3067282134709997E-2</c:v>
                </c:pt>
                <c:pt idx="40">
                  <c:v>-2.99310036852872E-2</c:v>
                </c:pt>
                <c:pt idx="41">
                  <c:v>-2.7431063648545601E-2</c:v>
                </c:pt>
                <c:pt idx="42">
                  <c:v>-2.5701696456266999E-2</c:v>
                </c:pt>
                <c:pt idx="43">
                  <c:v>-2.4790512705546199E-2</c:v>
                </c:pt>
                <c:pt idx="44">
                  <c:v>-2.4634962752266301E-2</c:v>
                </c:pt>
                <c:pt idx="45">
                  <c:v>-2.5068402115941201E-2</c:v>
                </c:pt>
                <c:pt idx="46">
                  <c:v>-2.5869044633214301E-2</c:v>
                </c:pt>
                <c:pt idx="47">
                  <c:v>-2.68230887495387E-2</c:v>
                </c:pt>
                <c:pt idx="48">
                  <c:v>-2.7756239248841401E-2</c:v>
                </c:pt>
                <c:pt idx="49">
                  <c:v>-2.85082333093102E-2</c:v>
                </c:pt>
                <c:pt idx="50">
                  <c:v>-2.8888772136653099E-2</c:v>
                </c:pt>
                <c:pt idx="51">
                  <c:v>-2.8699209533066601E-2</c:v>
                </c:pt>
                <c:pt idx="52">
                  <c:v>-2.7803055353460199E-2</c:v>
                </c:pt>
                <c:pt idx="53">
                  <c:v>-2.6140460065659E-2</c:v>
                </c:pt>
                <c:pt idx="54">
                  <c:v>-2.36731446484881E-2</c:v>
                </c:pt>
                <c:pt idx="55">
                  <c:v>-2.0327435808439199E-2</c:v>
                </c:pt>
                <c:pt idx="56">
                  <c:v>-1.5983447198940001E-2</c:v>
                </c:pt>
                <c:pt idx="57">
                  <c:v>-1.05331660868356E-2</c:v>
                </c:pt>
                <c:pt idx="58">
                  <c:v>-3.96448018700786E-3</c:v>
                </c:pt>
                <c:pt idx="59">
                  <c:v>3.62321661233167E-3</c:v>
                </c:pt>
                <c:pt idx="60">
                  <c:v>1.2060565437123499E-2</c:v>
                </c:pt>
                <c:pt idx="61">
                  <c:v>2.1107640127141499E-2</c:v>
                </c:pt>
                <c:pt idx="62">
                  <c:v>3.0421751943092601E-2</c:v>
                </c:pt>
                <c:pt idx="63">
                  <c:v>3.9601994639846302E-2</c:v>
                </c:pt>
                <c:pt idx="64">
                  <c:v>4.83268080239578E-2</c:v>
                </c:pt>
                <c:pt idx="65">
                  <c:v>5.64664821789111E-2</c:v>
                </c:pt>
                <c:pt idx="66">
                  <c:v>6.4064466127896097E-2</c:v>
                </c:pt>
                <c:pt idx="67">
                  <c:v>7.1218603805203395E-2</c:v>
                </c:pt>
                <c:pt idx="68">
                  <c:v>7.7976898500939903E-2</c:v>
                </c:pt>
                <c:pt idx="69">
                  <c:v>8.4313042947588596E-2</c:v>
                </c:pt>
                <c:pt idx="70">
                  <c:v>9.01702701090039E-2</c:v>
                </c:pt>
                <c:pt idx="71">
                  <c:v>9.5525334274226006E-2</c:v>
                </c:pt>
                <c:pt idx="72">
                  <c:v>0.100418884123971</c:v>
                </c:pt>
                <c:pt idx="73">
                  <c:v>0.104937182401682</c:v>
                </c:pt>
                <c:pt idx="74">
                  <c:v>0.109175123937851</c:v>
                </c:pt>
                <c:pt idx="75">
                  <c:v>0.113205697928495</c:v>
                </c:pt>
                <c:pt idx="76">
                  <c:v>0.117053407600732</c:v>
                </c:pt>
                <c:pt idx="77">
                  <c:v>0.12065910178381301</c:v>
                </c:pt>
                <c:pt idx="78">
                  <c:v>0.123845258618574</c:v>
                </c:pt>
                <c:pt idx="79">
                  <c:v>0.12633672328895801</c:v>
                </c:pt>
                <c:pt idx="80">
                  <c:v>0.127870246701763</c:v>
                </c:pt>
                <c:pt idx="81">
                  <c:v>0.12831168643647101</c:v>
                </c:pt>
                <c:pt idx="82">
                  <c:v>0.127665957003821</c:v>
                </c:pt>
                <c:pt idx="83">
                  <c:v>0.12599106720376099</c:v>
                </c:pt>
                <c:pt idx="84">
                  <c:v>0.12333048083779299</c:v>
                </c:pt>
                <c:pt idx="85">
                  <c:v>0.11972320992765299</c:v>
                </c:pt>
                <c:pt idx="86">
                  <c:v>0.11524925122794601</c:v>
                </c:pt>
                <c:pt idx="87">
                  <c:v>0.11004808553503199</c:v>
                </c:pt>
                <c:pt idx="88">
                  <c:v>0.104294747189157</c:v>
                </c:pt>
                <c:pt idx="89">
                  <c:v>9.8168596998469193E-2</c:v>
                </c:pt>
                <c:pt idx="90">
                  <c:v>9.1865821899532296E-2</c:v>
                </c:pt>
                <c:pt idx="91">
                  <c:v>8.5649730054594295E-2</c:v>
                </c:pt>
                <c:pt idx="92">
                  <c:v>7.9852199517511296E-2</c:v>
                </c:pt>
                <c:pt idx="93">
                  <c:v>7.4783529127002493E-2</c:v>
                </c:pt>
                <c:pt idx="94">
                  <c:v>7.0627237253278796E-2</c:v>
                </c:pt>
                <c:pt idx="95">
                  <c:v>6.7401416941897094E-2</c:v>
                </c:pt>
                <c:pt idx="96">
                  <c:v>6.4995644239042499E-2</c:v>
                </c:pt>
                <c:pt idx="97">
                  <c:v>6.3250745275230794E-2</c:v>
                </c:pt>
                <c:pt idx="98">
                  <c:v>6.2027061456145401E-2</c:v>
                </c:pt>
                <c:pt idx="99">
                  <c:v>6.1218048697519102E-2</c:v>
                </c:pt>
                <c:pt idx="100">
                  <c:v>6.07256141610409E-2</c:v>
                </c:pt>
                <c:pt idx="101">
                  <c:v>6.0456754325340402E-2</c:v>
                </c:pt>
                <c:pt idx="102">
                  <c:v>6.0358575777845098E-2</c:v>
                </c:pt>
                <c:pt idx="103">
                  <c:v>6.0440618842218401E-2</c:v>
                </c:pt>
                <c:pt idx="104">
                  <c:v>6.0742187731912103E-2</c:v>
                </c:pt>
                <c:pt idx="105">
                  <c:v>6.1265894355189601E-2</c:v>
                </c:pt>
                <c:pt idx="106">
                  <c:v>6.1941153753556702E-2</c:v>
                </c:pt>
                <c:pt idx="107">
                  <c:v>6.2644051622547603E-2</c:v>
                </c:pt>
                <c:pt idx="108">
                  <c:v>6.3238994692549899E-2</c:v>
                </c:pt>
                <c:pt idx="109">
                  <c:v>6.3615600643114001E-2</c:v>
                </c:pt>
                <c:pt idx="110">
                  <c:v>6.3701488146872307E-2</c:v>
                </c:pt>
                <c:pt idx="111">
                  <c:v>6.3433377844718503E-2</c:v>
                </c:pt>
                <c:pt idx="112">
                  <c:v>6.2720800911390207E-2</c:v>
                </c:pt>
                <c:pt idx="113">
                  <c:v>6.1439985505576201E-2</c:v>
                </c:pt>
                <c:pt idx="114">
                  <c:v>5.9452756784403898E-2</c:v>
                </c:pt>
                <c:pt idx="115">
                  <c:v>5.6638465458603099E-2</c:v>
                </c:pt>
                <c:pt idx="116">
                  <c:v>5.2920989729442099E-2</c:v>
                </c:pt>
                <c:pt idx="117">
                  <c:v>4.8274665833819001E-2</c:v>
                </c:pt>
                <c:pt idx="118">
                  <c:v>4.2715402450759797E-2</c:v>
                </c:pt>
                <c:pt idx="119">
                  <c:v>3.6292050043476E-2</c:v>
                </c:pt>
                <c:pt idx="120">
                  <c:v>2.9089532821935601E-2</c:v>
                </c:pt>
                <c:pt idx="121">
                  <c:v>2.1244580312394901E-2</c:v>
                </c:pt>
                <c:pt idx="122">
                  <c:v>1.2959762728786E-2</c:v>
                </c:pt>
                <c:pt idx="123">
                  <c:v>4.4940353549877601E-3</c:v>
                </c:pt>
                <c:pt idx="124">
                  <c:v>-3.8766795603758699E-3</c:v>
                </c:pt>
                <c:pt idx="125">
                  <c:v>-1.19099122314658E-2</c:v>
                </c:pt>
                <c:pt idx="126">
                  <c:v>-1.94378130610376E-2</c:v>
                </c:pt>
                <c:pt idx="127">
                  <c:v>-2.6393108932952099E-2</c:v>
                </c:pt>
                <c:pt idx="128">
                  <c:v>-3.28053053718E-2</c:v>
                </c:pt>
                <c:pt idx="129">
                  <c:v>-3.8751021241676703E-2</c:v>
                </c:pt>
                <c:pt idx="130">
                  <c:v>-4.4288924309774803E-2</c:v>
                </c:pt>
                <c:pt idx="131">
                  <c:v>-4.9427399380014801E-2</c:v>
                </c:pt>
                <c:pt idx="132">
                  <c:v>-5.41221827008566E-2</c:v>
                </c:pt>
                <c:pt idx="133">
                  <c:v>-5.8275430786483E-2</c:v>
                </c:pt>
                <c:pt idx="134">
                  <c:v>-6.1742149437227702E-2</c:v>
                </c:pt>
                <c:pt idx="135">
                  <c:v>-6.4370926840929293E-2</c:v>
                </c:pt>
                <c:pt idx="136">
                  <c:v>-6.6068322721462999E-2</c:v>
                </c:pt>
                <c:pt idx="137">
                  <c:v>-6.6835927027805997E-2</c:v>
                </c:pt>
                <c:pt idx="138">
                  <c:v>-6.6758427829555503E-2</c:v>
                </c:pt>
                <c:pt idx="139">
                  <c:v>-6.5972497822970197E-2</c:v>
                </c:pt>
                <c:pt idx="140">
                  <c:v>-6.4651398573197405E-2</c:v>
                </c:pt>
                <c:pt idx="141">
                  <c:v>-6.3017178466267199E-2</c:v>
                </c:pt>
                <c:pt idx="142">
                  <c:v>-6.13521095681119E-2</c:v>
                </c:pt>
                <c:pt idx="143">
                  <c:v>-5.9960609465125297E-2</c:v>
                </c:pt>
                <c:pt idx="144">
                  <c:v>-5.9078814866650502E-2</c:v>
                </c:pt>
                <c:pt idx="145">
                  <c:v>-5.8796803748233803E-2</c:v>
                </c:pt>
                <c:pt idx="146">
                  <c:v>-5.9067793007753902E-2</c:v>
                </c:pt>
                <c:pt idx="147">
                  <c:v>-5.9791685444508302E-2</c:v>
                </c:pt>
                <c:pt idx="148">
                  <c:v>-6.0886973673086597E-2</c:v>
                </c:pt>
                <c:pt idx="149">
                  <c:v>-6.2316392999835803E-2</c:v>
                </c:pt>
                <c:pt idx="150">
                  <c:v>-6.4077803677041204E-2</c:v>
                </c:pt>
                <c:pt idx="151">
                  <c:v>-6.6160578275430496E-2</c:v>
                </c:pt>
                <c:pt idx="152">
                  <c:v>-6.8504356282000398E-2</c:v>
                </c:pt>
                <c:pt idx="153">
                  <c:v>-7.0991315954363504E-2</c:v>
                </c:pt>
                <c:pt idx="154">
                  <c:v>-7.3443869568706202E-2</c:v>
                </c:pt>
                <c:pt idx="155">
                  <c:v>-7.5626871613298105E-2</c:v>
                </c:pt>
                <c:pt idx="156">
                  <c:v>-7.7281300739916695E-2</c:v>
                </c:pt>
                <c:pt idx="157">
                  <c:v>-7.8175282210141098E-2</c:v>
                </c:pt>
                <c:pt idx="158">
                  <c:v>-7.8148712652028995E-2</c:v>
                </c:pt>
                <c:pt idx="159">
                  <c:v>-7.71506864959354E-2</c:v>
                </c:pt>
                <c:pt idx="160">
                  <c:v>-7.5260479736677599E-2</c:v>
                </c:pt>
                <c:pt idx="161">
                  <c:v>-7.2673162974721303E-2</c:v>
                </c:pt>
                <c:pt idx="162">
                  <c:v>-6.9657231925745702E-2</c:v>
                </c:pt>
                <c:pt idx="163">
                  <c:v>-6.6497879516429298E-2</c:v>
                </c:pt>
                <c:pt idx="164">
                  <c:v>-6.3423235167234707E-2</c:v>
                </c:pt>
                <c:pt idx="165">
                  <c:v>-6.0533171678191201E-2</c:v>
                </c:pt>
                <c:pt idx="166">
                  <c:v>-5.7774995093718501E-2</c:v>
                </c:pt>
                <c:pt idx="167">
                  <c:v>-5.4981706484083001E-2</c:v>
                </c:pt>
                <c:pt idx="168">
                  <c:v>-5.1944063815310901E-2</c:v>
                </c:pt>
                <c:pt idx="169">
                  <c:v>-4.8495095409645902E-2</c:v>
                </c:pt>
                <c:pt idx="170">
                  <c:v>-4.4598488241856901E-2</c:v>
                </c:pt>
                <c:pt idx="171">
                  <c:v>-4.0383743670578703E-2</c:v>
                </c:pt>
                <c:pt idx="172">
                  <c:v>-3.6088604545978897E-2</c:v>
                </c:pt>
                <c:pt idx="173">
                  <c:v>-3.1979705765255398E-2</c:v>
                </c:pt>
                <c:pt idx="174">
                  <c:v>-2.8312403272608599E-2</c:v>
                </c:pt>
                <c:pt idx="175">
                  <c:v>-2.5290338798257199E-2</c:v>
                </c:pt>
                <c:pt idx="176">
                  <c:v>-2.30026539828612E-2</c:v>
                </c:pt>
                <c:pt idx="177">
                  <c:v>-2.1394182853561899E-2</c:v>
                </c:pt>
                <c:pt idx="178">
                  <c:v>-2.0308839739417599E-2</c:v>
                </c:pt>
                <c:pt idx="179">
                  <c:v>-1.9576146608963198E-2</c:v>
                </c:pt>
                <c:pt idx="180">
                  <c:v>-1.9082556717223E-2</c:v>
                </c:pt>
                <c:pt idx="181">
                  <c:v>-1.8782503416361802E-2</c:v>
                </c:pt>
                <c:pt idx="182">
                  <c:v>-1.8652140957650401E-2</c:v>
                </c:pt>
                <c:pt idx="183">
                  <c:v>-1.8642148482597602E-2</c:v>
                </c:pt>
                <c:pt idx="184">
                  <c:v>-1.86558900271248E-2</c:v>
                </c:pt>
                <c:pt idx="185">
                  <c:v>-1.8539036334924201E-2</c:v>
                </c:pt>
                <c:pt idx="186">
                  <c:v>-1.81024057979523E-2</c:v>
                </c:pt>
                <c:pt idx="187">
                  <c:v>-1.71774561926923E-2</c:v>
                </c:pt>
                <c:pt idx="188">
                  <c:v>-1.56445353459971E-2</c:v>
                </c:pt>
                <c:pt idx="189">
                  <c:v>-1.3421622757766901E-2</c:v>
                </c:pt>
                <c:pt idx="190">
                  <c:v>-1.0461276784899101E-2</c:v>
                </c:pt>
                <c:pt idx="191">
                  <c:v>-6.7660639525722504E-3</c:v>
                </c:pt>
                <c:pt idx="192">
                  <c:v>-2.37453487199458E-3</c:v>
                </c:pt>
                <c:pt idx="193">
                  <c:v>2.69168789199942E-3</c:v>
                </c:pt>
                <c:pt idx="194">
                  <c:v>8.4609746445001594E-3</c:v>
                </c:pt>
                <c:pt idx="195">
                  <c:v>1.49893209620156E-2</c:v>
                </c:pt>
                <c:pt idx="196">
                  <c:v>2.2307802351175798E-2</c:v>
                </c:pt>
                <c:pt idx="197">
                  <c:v>3.0385697036964799E-2</c:v>
                </c:pt>
                <c:pt idx="198">
                  <c:v>3.9108396339867499E-2</c:v>
                </c:pt>
                <c:pt idx="199">
                  <c:v>4.8242261289746298E-2</c:v>
                </c:pt>
                <c:pt idx="200">
                  <c:v>5.7429405543936503E-2</c:v>
                </c:pt>
                <c:pt idx="201">
                  <c:v>6.6269647705436502E-2</c:v>
                </c:pt>
                <c:pt idx="202">
                  <c:v>7.4437551160835599E-2</c:v>
                </c:pt>
                <c:pt idx="203">
                  <c:v>8.1736622761771002E-2</c:v>
                </c:pt>
                <c:pt idx="204">
                  <c:v>8.8080968859738096E-2</c:v>
                </c:pt>
                <c:pt idx="205">
                  <c:v>9.3454214772950794E-2</c:v>
                </c:pt>
                <c:pt idx="206">
                  <c:v>9.7862494289081101E-2</c:v>
                </c:pt>
                <c:pt idx="207">
                  <c:v>0.101288853670295</c:v>
                </c:pt>
                <c:pt idx="208">
                  <c:v>0.103687257232813</c:v>
                </c:pt>
                <c:pt idx="209">
                  <c:v>0.105032086612571</c:v>
                </c:pt>
                <c:pt idx="210">
                  <c:v>0.105369616383013</c:v>
                </c:pt>
                <c:pt idx="211">
                  <c:v>0.104812490838014</c:v>
                </c:pt>
                <c:pt idx="212">
                  <c:v>0.103503913189396</c:v>
                </c:pt>
                <c:pt idx="213">
                  <c:v>0.10161581354294701</c:v>
                </c:pt>
                <c:pt idx="214">
                  <c:v>9.93634978483591E-2</c:v>
                </c:pt>
                <c:pt idx="215">
                  <c:v>9.6968944843031493E-2</c:v>
                </c:pt>
                <c:pt idx="216">
                  <c:v>9.4588379507499501E-2</c:v>
                </c:pt>
                <c:pt idx="217">
                  <c:v>9.2293269577294806E-2</c:v>
                </c:pt>
                <c:pt idx="218">
                  <c:v>9.0113775375406394E-2</c:v>
                </c:pt>
                <c:pt idx="219">
                  <c:v>8.8062115807182803E-2</c:v>
                </c:pt>
                <c:pt idx="220">
                  <c:v>8.6120249092707907E-2</c:v>
                </c:pt>
                <c:pt idx="221">
                  <c:v>8.4231490892018604E-2</c:v>
                </c:pt>
                <c:pt idx="222">
                  <c:v>8.2292393342280806E-2</c:v>
                </c:pt>
                <c:pt idx="223">
                  <c:v>8.0175817813744693E-2</c:v>
                </c:pt>
                <c:pt idx="224">
                  <c:v>7.7825358782917395E-2</c:v>
                </c:pt>
                <c:pt idx="225">
                  <c:v>7.5342433283562105E-2</c:v>
                </c:pt>
                <c:pt idx="226">
                  <c:v>7.2968280356002405E-2</c:v>
                </c:pt>
                <c:pt idx="227">
                  <c:v>7.0977471764518005E-2</c:v>
                </c:pt>
                <c:pt idx="228">
                  <c:v>6.9566801470668599E-2</c:v>
                </c:pt>
                <c:pt idx="229">
                  <c:v>6.8804024055700796E-2</c:v>
                </c:pt>
                <c:pt idx="230">
                  <c:v>6.8642028583765599E-2</c:v>
                </c:pt>
                <c:pt idx="231">
                  <c:v>6.8955709031149198E-2</c:v>
                </c:pt>
                <c:pt idx="232">
                  <c:v>6.9571206389433995E-2</c:v>
                </c:pt>
                <c:pt idx="233">
                  <c:v>7.0297743454029601E-2</c:v>
                </c:pt>
                <c:pt idx="234">
                  <c:v>7.0964661241437604E-2</c:v>
                </c:pt>
                <c:pt idx="235">
                  <c:v>7.1436666318380998E-2</c:v>
                </c:pt>
                <c:pt idx="236">
                  <c:v>7.1602996905543198E-2</c:v>
                </c:pt>
                <c:pt idx="237">
                  <c:v>7.1368695796908799E-2</c:v>
                </c:pt>
                <c:pt idx="238">
                  <c:v>7.0661029034442296E-2</c:v>
                </c:pt>
                <c:pt idx="239">
                  <c:v>6.9445360344249002E-2</c:v>
                </c:pt>
                <c:pt idx="240">
                  <c:v>6.7729781138293296E-2</c:v>
                </c:pt>
                <c:pt idx="241">
                  <c:v>6.5545762002171798E-2</c:v>
                </c:pt>
                <c:pt idx="242">
                  <c:v>6.2939005896462105E-2</c:v>
                </c:pt>
                <c:pt idx="243">
                  <c:v>5.9975020603877299E-2</c:v>
                </c:pt>
                <c:pt idx="244">
                  <c:v>5.6711618321889701E-2</c:v>
                </c:pt>
                <c:pt idx="245">
                  <c:v>5.3160209495056697E-2</c:v>
                </c:pt>
                <c:pt idx="246">
                  <c:v>4.9290667842413503E-2</c:v>
                </c:pt>
                <c:pt idx="247">
                  <c:v>4.5062752084487998E-2</c:v>
                </c:pt>
                <c:pt idx="248">
                  <c:v>4.0460600759304001E-2</c:v>
                </c:pt>
                <c:pt idx="249">
                  <c:v>3.5517414020750503E-2</c:v>
                </c:pt>
                <c:pt idx="250">
                  <c:v>3.0296841746757799E-2</c:v>
                </c:pt>
                <c:pt idx="251">
                  <c:v>2.4853460234056799E-2</c:v>
                </c:pt>
                <c:pt idx="252">
                  <c:v>1.9228052910025301E-2</c:v>
                </c:pt>
                <c:pt idx="253">
                  <c:v>1.3471023116427699E-2</c:v>
                </c:pt>
                <c:pt idx="254">
                  <c:v>7.6720652951014802E-3</c:v>
                </c:pt>
                <c:pt idx="255">
                  <c:v>1.9872902093148901E-3</c:v>
                </c:pt>
                <c:pt idx="256">
                  <c:v>-3.3722777557735799E-3</c:v>
                </c:pt>
                <c:pt idx="257">
                  <c:v>-8.1971614642971993E-3</c:v>
                </c:pt>
                <c:pt idx="258">
                  <c:v>-1.23360037719146E-2</c:v>
                </c:pt>
                <c:pt idx="259">
                  <c:v>-1.5736606875574301E-2</c:v>
                </c:pt>
                <c:pt idx="260">
                  <c:v>-1.8484719711133801E-2</c:v>
                </c:pt>
                <c:pt idx="261">
                  <c:v>-2.08163770453271E-2</c:v>
                </c:pt>
                <c:pt idx="262">
                  <c:v>-2.3054659243261999E-2</c:v>
                </c:pt>
                <c:pt idx="263">
                  <c:v>-2.5487128373855101E-2</c:v>
                </c:pt>
                <c:pt idx="264">
                  <c:v>-2.8272456449562802E-2</c:v>
                </c:pt>
                <c:pt idx="265">
                  <c:v>-3.1429938072944898E-2</c:v>
                </c:pt>
                <c:pt idx="266">
                  <c:v>-3.4887322001222097E-2</c:v>
                </c:pt>
                <c:pt idx="267">
                  <c:v>-3.8530681641702799E-2</c:v>
                </c:pt>
                <c:pt idx="268">
                  <c:v>-4.2220665718391399E-2</c:v>
                </c:pt>
                <c:pt idx="269">
                  <c:v>-4.5799320207461199E-2</c:v>
                </c:pt>
                <c:pt idx="270">
                  <c:v>-4.9133638421250098E-2</c:v>
                </c:pt>
                <c:pt idx="271">
                  <c:v>-5.2177057129099903E-2</c:v>
                </c:pt>
                <c:pt idx="272">
                  <c:v>-5.4983593557405702E-2</c:v>
                </c:pt>
                <c:pt idx="273">
                  <c:v>-5.76615627767268E-2</c:v>
                </c:pt>
                <c:pt idx="274">
                  <c:v>-6.03195530863238E-2</c:v>
                </c:pt>
                <c:pt idx="275">
                  <c:v>-6.3023781344131696E-2</c:v>
                </c:pt>
                <c:pt idx="276">
                  <c:v>-6.5738988814285207E-2</c:v>
                </c:pt>
                <c:pt idx="277">
                  <c:v>-6.8293608516232396E-2</c:v>
                </c:pt>
                <c:pt idx="278">
                  <c:v>-7.0435207381585901E-2</c:v>
                </c:pt>
                <c:pt idx="279">
                  <c:v>-7.1943517953114405E-2</c:v>
                </c:pt>
                <c:pt idx="280">
                  <c:v>-7.27361090041799E-2</c:v>
                </c:pt>
                <c:pt idx="281">
                  <c:v>-7.2929189282076007E-2</c:v>
                </c:pt>
                <c:pt idx="282">
                  <c:v>-7.2811236456554004E-2</c:v>
                </c:pt>
                <c:pt idx="283">
                  <c:v>-7.27295974358345E-2</c:v>
                </c:pt>
                <c:pt idx="284">
                  <c:v>-7.29636809620655E-2</c:v>
                </c:pt>
                <c:pt idx="285">
                  <c:v>-7.3641301397374806E-2</c:v>
                </c:pt>
                <c:pt idx="286">
                  <c:v>-7.4706146373864094E-2</c:v>
                </c:pt>
                <c:pt idx="287">
                  <c:v>-7.5965610904044203E-2</c:v>
                </c:pt>
                <c:pt idx="288">
                  <c:v>-7.7214996649280596E-2</c:v>
                </c:pt>
                <c:pt idx="289">
                  <c:v>-7.8334980825113504E-2</c:v>
                </c:pt>
                <c:pt idx="290">
                  <c:v>-7.9296472736843496E-2</c:v>
                </c:pt>
                <c:pt idx="291">
                  <c:v>-8.0116759773843194E-2</c:v>
                </c:pt>
                <c:pt idx="292">
                  <c:v>-8.0820226496116601E-2</c:v>
                </c:pt>
                <c:pt idx="293">
                  <c:v>-8.14172842928578E-2</c:v>
                </c:pt>
                <c:pt idx="294">
                  <c:v>-8.1886525090958603E-2</c:v>
                </c:pt>
                <c:pt idx="295">
                  <c:v>-8.2150983315295106E-2</c:v>
                </c:pt>
                <c:pt idx="296">
                  <c:v>-8.2090455366055401E-2</c:v>
                </c:pt>
                <c:pt idx="297">
                  <c:v>-8.1613170482912306E-2</c:v>
                </c:pt>
                <c:pt idx="298">
                  <c:v>-8.0713150955286403E-2</c:v>
                </c:pt>
                <c:pt idx="299">
                  <c:v>-7.9456581108852106E-2</c:v>
                </c:pt>
                <c:pt idx="300">
                  <c:v>-7.7938660098207296E-2</c:v>
                </c:pt>
                <c:pt idx="301">
                  <c:v>-7.6252042953716195E-2</c:v>
                </c:pt>
                <c:pt idx="302">
                  <c:v>-7.4470657639626306E-2</c:v>
                </c:pt>
                <c:pt idx="303">
                  <c:v>-7.2641217102008396E-2</c:v>
                </c:pt>
                <c:pt idx="304">
                  <c:v>-7.0766442004646005E-2</c:v>
                </c:pt>
                <c:pt idx="305">
                  <c:v>-6.8795390585357899E-2</c:v>
                </c:pt>
                <c:pt idx="306">
                  <c:v>-6.6663592682160502E-2</c:v>
                </c:pt>
                <c:pt idx="307">
                  <c:v>-6.4370647241184895E-2</c:v>
                </c:pt>
                <c:pt idx="308">
                  <c:v>-6.2022273922971903E-2</c:v>
                </c:pt>
                <c:pt idx="309">
                  <c:v>-5.9799824412036802E-2</c:v>
                </c:pt>
                <c:pt idx="310">
                  <c:v>-5.7887330158926102E-2</c:v>
                </c:pt>
                <c:pt idx="311">
                  <c:v>-5.6414953460452701E-2</c:v>
                </c:pt>
                <c:pt idx="312">
                  <c:v>-5.5455885437331001E-2</c:v>
                </c:pt>
                <c:pt idx="313">
                  <c:v>-5.5035464382083198E-2</c:v>
                </c:pt>
                <c:pt idx="314">
                  <c:v>-5.5100766400397398E-2</c:v>
                </c:pt>
                <c:pt idx="315">
                  <c:v>-5.5491982639444201E-2</c:v>
                </c:pt>
                <c:pt idx="316">
                  <c:v>-5.5973702821739899E-2</c:v>
                </c:pt>
                <c:pt idx="317">
                  <c:v>-5.6307555689793003E-2</c:v>
                </c:pt>
                <c:pt idx="318">
                  <c:v>-5.6318883689130003E-2</c:v>
                </c:pt>
                <c:pt idx="319">
                  <c:v>-5.5920516268273601E-2</c:v>
                </c:pt>
                <c:pt idx="320">
                  <c:v>-5.5076975300896301E-2</c:v>
                </c:pt>
                <c:pt idx="321">
                  <c:v>-5.3755304392765997E-2</c:v>
                </c:pt>
                <c:pt idx="322">
                  <c:v>-5.1921657936980802E-2</c:v>
                </c:pt>
                <c:pt idx="323">
                  <c:v>-4.9563074536369899E-2</c:v>
                </c:pt>
                <c:pt idx="324">
                  <c:v>-4.6690716155496297E-2</c:v>
                </c:pt>
                <c:pt idx="325">
                  <c:v>-4.3333346377759999E-2</c:v>
                </c:pt>
                <c:pt idx="326">
                  <c:v>-3.9541388722055898E-2</c:v>
                </c:pt>
                <c:pt idx="327">
                  <c:v>-3.5401542568731598E-2</c:v>
                </c:pt>
                <c:pt idx="328">
                  <c:v>-3.1044203299867301E-2</c:v>
                </c:pt>
                <c:pt idx="329">
                  <c:v>-2.66238488395102E-2</c:v>
                </c:pt>
                <c:pt idx="330">
                  <c:v>-2.2282166263050299E-2</c:v>
                </c:pt>
                <c:pt idx="331">
                  <c:v>-1.8108071163982501E-2</c:v>
                </c:pt>
                <c:pt idx="332">
                  <c:v>-1.4103443732545001E-2</c:v>
                </c:pt>
                <c:pt idx="333">
                  <c:v>-1.01813010280432E-2</c:v>
                </c:pt>
                <c:pt idx="334">
                  <c:v>-6.1945170086853997E-3</c:v>
                </c:pt>
                <c:pt idx="335">
                  <c:v>-1.96716692172496E-3</c:v>
                </c:pt>
                <c:pt idx="336">
                  <c:v>2.6723537716386802E-3</c:v>
                </c:pt>
                <c:pt idx="337">
                  <c:v>7.8481672825550502E-3</c:v>
                </c:pt>
                <c:pt idx="338">
                  <c:v>1.3588633566383301E-2</c:v>
                </c:pt>
                <c:pt idx="339">
                  <c:v>1.9805443859201299E-2</c:v>
                </c:pt>
                <c:pt idx="340">
                  <c:v>2.6334507265400701E-2</c:v>
                </c:pt>
                <c:pt idx="341">
                  <c:v>3.3008661048336899E-2</c:v>
                </c:pt>
                <c:pt idx="342">
                  <c:v>3.9695891058364997E-2</c:v>
                </c:pt>
                <c:pt idx="343">
                  <c:v>4.6275155242332999E-2</c:v>
                </c:pt>
                <c:pt idx="344">
                  <c:v>5.2585869923110103E-2</c:v>
                </c:pt>
                <c:pt idx="345">
                  <c:v>5.8416757364622901E-2</c:v>
                </c:pt>
                <c:pt idx="346">
                  <c:v>6.3552320717080196E-2</c:v>
                </c:pt>
                <c:pt idx="347">
                  <c:v>6.7834560847499503E-2</c:v>
                </c:pt>
                <c:pt idx="348">
                  <c:v>7.1195931292446807E-2</c:v>
                </c:pt>
                <c:pt idx="349">
                  <c:v>7.3649094861508793E-2</c:v>
                </c:pt>
                <c:pt idx="350">
                  <c:v>7.5248381408517598E-2</c:v>
                </c:pt>
                <c:pt idx="351">
                  <c:v>7.6050657076108003E-2</c:v>
                </c:pt>
                <c:pt idx="352">
                  <c:v>7.6090366696095493E-2</c:v>
                </c:pt>
                <c:pt idx="353">
                  <c:v>7.5375299163393306E-2</c:v>
                </c:pt>
                <c:pt idx="354">
                  <c:v>7.3901816733779394E-2</c:v>
                </c:pt>
                <c:pt idx="355">
                  <c:v>7.1679124673212996E-2</c:v>
                </c:pt>
                <c:pt idx="356">
                  <c:v>6.8760598813074295E-2</c:v>
                </c:pt>
                <c:pt idx="357">
                  <c:v>6.5271045133469305E-2</c:v>
                </c:pt>
                <c:pt idx="358">
                  <c:v>6.14072830242939E-2</c:v>
                </c:pt>
                <c:pt idx="359">
                  <c:v>5.7401363156312703E-2</c:v>
                </c:pt>
                <c:pt idx="360">
                  <c:v>5.3454908016382099E-2</c:v>
                </c:pt>
                <c:pt idx="361">
                  <c:v>4.9688096325912E-2</c:v>
                </c:pt>
                <c:pt idx="362">
                  <c:v>4.6140307110898997E-2</c:v>
                </c:pt>
                <c:pt idx="363">
                  <c:v>4.2807442289493902E-2</c:v>
                </c:pt>
                <c:pt idx="364">
                  <c:v>3.9695740849767701E-2</c:v>
                </c:pt>
                <c:pt idx="365">
                  <c:v>3.6866672087192798E-2</c:v>
                </c:pt>
                <c:pt idx="366">
                  <c:v>3.4428424857356497E-2</c:v>
                </c:pt>
                <c:pt idx="367">
                  <c:v>3.2481022974536103E-2</c:v>
                </c:pt>
                <c:pt idx="368">
                  <c:v>3.1064065689875901E-2</c:v>
                </c:pt>
                <c:pt idx="369">
                  <c:v>3.0130531957704501E-2</c:v>
                </c:pt>
                <c:pt idx="370">
                  <c:v>2.9552316003752199E-2</c:v>
                </c:pt>
                <c:pt idx="371">
                  <c:v>2.9155855855470598E-2</c:v>
                </c:pt>
                <c:pt idx="372">
                  <c:v>2.8769427439608999E-2</c:v>
                </c:pt>
                <c:pt idx="373">
                  <c:v>2.8263997389325099E-2</c:v>
                </c:pt>
                <c:pt idx="374">
                  <c:v>2.75890126954236E-2</c:v>
                </c:pt>
                <c:pt idx="375">
                  <c:v>2.6800794957398299E-2</c:v>
                </c:pt>
                <c:pt idx="376">
                  <c:v>2.6053210198868301E-2</c:v>
                </c:pt>
                <c:pt idx="377">
                  <c:v>2.5542936020639499E-2</c:v>
                </c:pt>
                <c:pt idx="378">
                  <c:v>2.54561415991271E-2</c:v>
                </c:pt>
                <c:pt idx="379">
                  <c:v>2.5938072139343099E-2</c:v>
                </c:pt>
                <c:pt idx="380">
                  <c:v>2.7048827831941999E-2</c:v>
                </c:pt>
                <c:pt idx="381">
                  <c:v>2.8698286238865299E-2</c:v>
                </c:pt>
                <c:pt idx="382">
                  <c:v>3.0615735426776099E-2</c:v>
                </c:pt>
                <c:pt idx="383">
                  <c:v>3.2392239389347002E-2</c:v>
                </c:pt>
                <c:pt idx="384">
                  <c:v>3.3571537415390998E-2</c:v>
                </c:pt>
                <c:pt idx="385">
                  <c:v>3.3759172289406399E-2</c:v>
                </c:pt>
                <c:pt idx="386">
                  <c:v>3.2728357875391398E-2</c:v>
                </c:pt>
                <c:pt idx="387">
                  <c:v>3.0460008720331701E-2</c:v>
                </c:pt>
                <c:pt idx="388">
                  <c:v>2.7074546181835399E-2</c:v>
                </c:pt>
                <c:pt idx="389">
                  <c:v>2.27235654115438E-2</c:v>
                </c:pt>
                <c:pt idx="390">
                  <c:v>1.75314736556051E-2</c:v>
                </c:pt>
                <c:pt idx="391">
                  <c:v>1.15910030463597E-2</c:v>
                </c:pt>
                <c:pt idx="392">
                  <c:v>4.9731808802048402E-3</c:v>
                </c:pt>
                <c:pt idx="393">
                  <c:v>-2.2582203643797399E-3</c:v>
                </c:pt>
                <c:pt idx="394">
                  <c:v>-1.0007709264597099E-2</c:v>
                </c:pt>
                <c:pt idx="395">
                  <c:v>-1.8094219477748499E-2</c:v>
                </c:pt>
                <c:pt idx="396">
                  <c:v>-2.6231942841174E-2</c:v>
                </c:pt>
                <c:pt idx="397">
                  <c:v>-3.4061320229137999E-2</c:v>
                </c:pt>
                <c:pt idx="398">
                  <c:v>-4.1213787956397699E-2</c:v>
                </c:pt>
                <c:pt idx="399">
                  <c:v>-4.7411962413995201E-2</c:v>
                </c:pt>
                <c:pt idx="400">
                  <c:v>-5.25679341231894E-2</c:v>
                </c:pt>
                <c:pt idx="401">
                  <c:v>-5.6797712336844601E-2</c:v>
                </c:pt>
                <c:pt idx="402">
                  <c:v>-6.0347321104826997E-2</c:v>
                </c:pt>
                <c:pt idx="403">
                  <c:v>-6.3492635825690494E-2</c:v>
                </c:pt>
                <c:pt idx="404">
                  <c:v>-6.6445678773121103E-2</c:v>
                </c:pt>
                <c:pt idx="405">
                  <c:v>-6.9306273875798699E-2</c:v>
                </c:pt>
                <c:pt idx="406">
                  <c:v>-7.2095405142310401E-2</c:v>
                </c:pt>
                <c:pt idx="407">
                  <c:v>-7.4814889393494399E-2</c:v>
                </c:pt>
                <c:pt idx="408">
                  <c:v>-7.7457858343372904E-2</c:v>
                </c:pt>
                <c:pt idx="409">
                  <c:v>-7.9989475257373599E-2</c:v>
                </c:pt>
                <c:pt idx="410">
                  <c:v>-8.2357845078585401E-2</c:v>
                </c:pt>
                <c:pt idx="411">
                  <c:v>-8.4530640830640505E-2</c:v>
                </c:pt>
                <c:pt idx="412">
                  <c:v>-8.6505923097490806E-2</c:v>
                </c:pt>
                <c:pt idx="413">
                  <c:v>-8.8287405408907296E-2</c:v>
                </c:pt>
                <c:pt idx="414">
                  <c:v>-8.9856547123249295E-2</c:v>
                </c:pt>
                <c:pt idx="415">
                  <c:v>-9.1165438265510906E-2</c:v>
                </c:pt>
                <c:pt idx="416">
                  <c:v>-9.2162659875687503E-2</c:v>
                </c:pt>
                <c:pt idx="417">
                  <c:v>-9.2838273897132603E-2</c:v>
                </c:pt>
                <c:pt idx="418">
                  <c:v>-9.3234188689658895E-2</c:v>
                </c:pt>
                <c:pt idx="419">
                  <c:v>-9.3401143876907705E-2</c:v>
                </c:pt>
                <c:pt idx="420">
                  <c:v>-9.3365627093115994E-2</c:v>
                </c:pt>
                <c:pt idx="421">
                  <c:v>-9.31511131083093E-2</c:v>
                </c:pt>
                <c:pt idx="422">
                  <c:v>-9.2808897939654703E-2</c:v>
                </c:pt>
                <c:pt idx="423">
                  <c:v>-9.2416632754851E-2</c:v>
                </c:pt>
                <c:pt idx="424">
                  <c:v>-9.2062958593849095E-2</c:v>
                </c:pt>
                <c:pt idx="425">
                  <c:v>-9.1821502320358003E-2</c:v>
                </c:pt>
                <c:pt idx="426">
                  <c:v>-9.1710757866123302E-2</c:v>
                </c:pt>
                <c:pt idx="427">
                  <c:v>-9.1693286832168694E-2</c:v>
                </c:pt>
                <c:pt idx="428">
                  <c:v>-9.1735592342795505E-2</c:v>
                </c:pt>
                <c:pt idx="429">
                  <c:v>-9.1849542400392503E-2</c:v>
                </c:pt>
                <c:pt idx="430">
                  <c:v>-9.20612813580092E-2</c:v>
                </c:pt>
                <c:pt idx="431">
                  <c:v>-9.2365724774107802E-2</c:v>
                </c:pt>
                <c:pt idx="432">
                  <c:v>-9.27292660214106E-2</c:v>
                </c:pt>
                <c:pt idx="433">
                  <c:v>-9.3120917403925502E-2</c:v>
                </c:pt>
                <c:pt idx="434">
                  <c:v>-9.3509846247103498E-2</c:v>
                </c:pt>
                <c:pt idx="435">
                  <c:v>-9.3806378473244995E-2</c:v>
                </c:pt>
                <c:pt idx="436">
                  <c:v>-9.3814020052358796E-2</c:v>
                </c:pt>
                <c:pt idx="437">
                  <c:v>-9.3261067243954499E-2</c:v>
                </c:pt>
                <c:pt idx="438">
                  <c:v>-9.1879588127951703E-2</c:v>
                </c:pt>
                <c:pt idx="439">
                  <c:v>-8.9471725102607494E-2</c:v>
                </c:pt>
                <c:pt idx="440">
                  <c:v>-8.5962488110268395E-2</c:v>
                </c:pt>
                <c:pt idx="441">
                  <c:v>-8.1453287047475301E-2</c:v>
                </c:pt>
                <c:pt idx="442">
                  <c:v>-7.6234068714230205E-2</c:v>
                </c:pt>
                <c:pt idx="443">
                  <c:v>-7.0712547209948004E-2</c:v>
                </c:pt>
                <c:pt idx="444">
                  <c:v>-6.5316318158862102E-2</c:v>
                </c:pt>
                <c:pt idx="445">
                  <c:v>-6.0435467281416702E-2</c:v>
                </c:pt>
                <c:pt idx="446">
                  <c:v>-5.6380983218257401E-2</c:v>
                </c:pt>
                <c:pt idx="447">
                  <c:v>-5.3333751239964901E-2</c:v>
                </c:pt>
                <c:pt idx="448">
                  <c:v>-5.1329362043547398E-2</c:v>
                </c:pt>
                <c:pt idx="449">
                  <c:v>-5.0312888710709797E-2</c:v>
                </c:pt>
                <c:pt idx="450">
                  <c:v>-5.0223198044515097E-2</c:v>
                </c:pt>
                <c:pt idx="451">
                  <c:v>-5.1035365654300599E-2</c:v>
                </c:pt>
                <c:pt idx="452">
                  <c:v>-5.2737539985293097E-2</c:v>
                </c:pt>
                <c:pt idx="453">
                  <c:v>-5.5270902096619903E-2</c:v>
                </c:pt>
                <c:pt idx="454">
                  <c:v>-5.8465238935700103E-2</c:v>
                </c:pt>
                <c:pt idx="455">
                  <c:v>-6.2013486347770597E-2</c:v>
                </c:pt>
                <c:pt idx="456">
                  <c:v>-6.5525856822033102E-2</c:v>
                </c:pt>
                <c:pt idx="457">
                  <c:v>-6.8627585119708304E-2</c:v>
                </c:pt>
                <c:pt idx="458">
                  <c:v>-7.10275166020434E-2</c:v>
                </c:pt>
                <c:pt idx="459">
                  <c:v>-7.2538169547709599E-2</c:v>
                </c:pt>
                <c:pt idx="460">
                  <c:v>-7.3057880149332705E-2</c:v>
                </c:pt>
                <c:pt idx="461">
                  <c:v>-7.2537081754137603E-2</c:v>
                </c:pt>
                <c:pt idx="462">
                  <c:v>-7.0969533561308404E-2</c:v>
                </c:pt>
                <c:pt idx="463">
                  <c:v>-6.8404007294100996E-2</c:v>
                </c:pt>
                <c:pt idx="464">
                  <c:v>-6.4923333447266598E-2</c:v>
                </c:pt>
                <c:pt idx="465">
                  <c:v>-6.0593907925621103E-2</c:v>
                </c:pt>
                <c:pt idx="466">
                  <c:v>-5.5444082676575898E-2</c:v>
                </c:pt>
                <c:pt idx="467">
                  <c:v>-4.9490272396316398E-2</c:v>
                </c:pt>
                <c:pt idx="468">
                  <c:v>-4.2782431317392199E-2</c:v>
                </c:pt>
                <c:pt idx="469">
                  <c:v>-3.5427750815879198E-2</c:v>
                </c:pt>
                <c:pt idx="470">
                  <c:v>-2.75719749516934E-2</c:v>
                </c:pt>
                <c:pt idx="471">
                  <c:v>-1.9370281289709999E-2</c:v>
                </c:pt>
                <c:pt idx="472">
                  <c:v>-1.09859478447726E-2</c:v>
                </c:pt>
                <c:pt idx="473">
                  <c:v>-2.6044864231760802E-3</c:v>
                </c:pt>
                <c:pt idx="474">
                  <c:v>5.5741281739783597E-3</c:v>
                </c:pt>
                <c:pt idx="475">
                  <c:v>1.33733728906229E-2</c:v>
                </c:pt>
                <c:pt idx="476">
                  <c:v>2.0678702642541E-2</c:v>
                </c:pt>
                <c:pt idx="477">
                  <c:v>2.7455439603789999E-2</c:v>
                </c:pt>
                <c:pt idx="478">
                  <c:v>3.3738880615631503E-2</c:v>
                </c:pt>
                <c:pt idx="479">
                  <c:v>3.9585999619266302E-2</c:v>
                </c:pt>
                <c:pt idx="480">
                  <c:v>4.5011974249838299E-2</c:v>
                </c:pt>
                <c:pt idx="481">
                  <c:v>4.9959206862730199E-2</c:v>
                </c:pt>
                <c:pt idx="482">
                  <c:v>5.4314685234132298E-2</c:v>
                </c:pt>
                <c:pt idx="483">
                  <c:v>5.7947969387026399E-2</c:v>
                </c:pt>
                <c:pt idx="484">
                  <c:v>6.0734954063933699E-2</c:v>
                </c:pt>
                <c:pt idx="485">
                  <c:v>6.2570305931003101E-2</c:v>
                </c:pt>
                <c:pt idx="486">
                  <c:v>6.3388440061521001E-2</c:v>
                </c:pt>
                <c:pt idx="487">
                  <c:v>6.3188578010456395E-2</c:v>
                </c:pt>
                <c:pt idx="488">
                  <c:v>6.2048951701170099E-2</c:v>
                </c:pt>
                <c:pt idx="489">
                  <c:v>6.0119084680867803E-2</c:v>
                </c:pt>
                <c:pt idx="490">
                  <c:v>5.7580957633628499E-2</c:v>
                </c:pt>
                <c:pt idx="491">
                  <c:v>5.4596892492589803E-2</c:v>
                </c:pt>
                <c:pt idx="492">
                  <c:v>5.1286599094990101E-2</c:v>
                </c:pt>
                <c:pt idx="493">
                  <c:v>4.77419359418026E-2</c:v>
                </c:pt>
                <c:pt idx="494">
                  <c:v>4.4047066101793597E-2</c:v>
                </c:pt>
                <c:pt idx="495">
                  <c:v>4.02857425065581E-2</c:v>
                </c:pt>
                <c:pt idx="496">
                  <c:v>3.65506020299542E-2</c:v>
                </c:pt>
                <c:pt idx="497">
                  <c:v>3.2971203498550997E-2</c:v>
                </c:pt>
                <c:pt idx="498">
                  <c:v>2.97357206465736E-2</c:v>
                </c:pt>
                <c:pt idx="499">
                  <c:v>2.70579994979478E-2</c:v>
                </c:pt>
                <c:pt idx="500">
                  <c:v>2.5102550398305001E-2</c:v>
                </c:pt>
                <c:pt idx="501">
                  <c:v>2.3939495863432799E-2</c:v>
                </c:pt>
                <c:pt idx="502">
                  <c:v>2.35594231061651E-2</c:v>
                </c:pt>
                <c:pt idx="503">
                  <c:v>2.3902420030185799E-2</c:v>
                </c:pt>
                <c:pt idx="504">
                  <c:v>2.4856337650170899E-2</c:v>
                </c:pt>
                <c:pt idx="505">
                  <c:v>2.62432733364612E-2</c:v>
                </c:pt>
                <c:pt idx="506">
                  <c:v>2.7844169876656499E-2</c:v>
                </c:pt>
                <c:pt idx="507">
                  <c:v>2.9459116099277899E-2</c:v>
                </c:pt>
                <c:pt idx="508">
                  <c:v>3.0946702391313401E-2</c:v>
                </c:pt>
                <c:pt idx="509">
                  <c:v>3.2215171482331703E-2</c:v>
                </c:pt>
                <c:pt idx="510">
                  <c:v>3.31877984188335E-2</c:v>
                </c:pt>
                <c:pt idx="511">
                  <c:v>3.3777072248770398E-2</c:v>
                </c:pt>
                <c:pt idx="512">
                  <c:v>3.38869805984141E-2</c:v>
                </c:pt>
                <c:pt idx="513">
                  <c:v>3.3433862872927197E-2</c:v>
                </c:pt>
                <c:pt idx="514">
                  <c:v>3.2365525744531602E-2</c:v>
                </c:pt>
                <c:pt idx="515">
                  <c:v>3.0667696808369099E-2</c:v>
                </c:pt>
                <c:pt idx="516">
                  <c:v>2.8363994753839699E-2</c:v>
                </c:pt>
                <c:pt idx="517">
                  <c:v>2.5519520902595301E-2</c:v>
                </c:pt>
                <c:pt idx="518">
                  <c:v>2.2240435357426099E-2</c:v>
                </c:pt>
                <c:pt idx="519">
                  <c:v>1.8658178515090901E-2</c:v>
                </c:pt>
                <c:pt idx="520">
                  <c:v>1.49026961940293E-2</c:v>
                </c:pt>
                <c:pt idx="521">
                  <c:v>1.10807991332591E-2</c:v>
                </c:pt>
                <c:pt idx="522">
                  <c:v>7.2621632891489204E-3</c:v>
                </c:pt>
                <c:pt idx="523">
                  <c:v>3.46225291418162E-3</c:v>
                </c:pt>
                <c:pt idx="524">
                  <c:v>-3.6143721405160998E-4</c:v>
                </c:pt>
                <c:pt idx="525">
                  <c:v>-4.2766874102835003E-3</c:v>
                </c:pt>
                <c:pt idx="526">
                  <c:v>-8.3358793051863493E-3</c:v>
                </c:pt>
                <c:pt idx="527">
                  <c:v>-1.2574848606445701E-2</c:v>
                </c:pt>
                <c:pt idx="528">
                  <c:v>-1.7035392238623499E-2</c:v>
                </c:pt>
                <c:pt idx="529">
                  <c:v>-2.1757930914970601E-2</c:v>
                </c:pt>
                <c:pt idx="530">
                  <c:v>-2.67506942106003E-2</c:v>
                </c:pt>
                <c:pt idx="531">
                  <c:v>-3.1977486396186298E-2</c:v>
                </c:pt>
                <c:pt idx="532">
                  <c:v>-3.73609280368183E-2</c:v>
                </c:pt>
                <c:pt idx="533">
                  <c:v>-4.2788284154574301E-2</c:v>
                </c:pt>
                <c:pt idx="534">
                  <c:v>-4.8135140384498898E-2</c:v>
                </c:pt>
                <c:pt idx="535">
                  <c:v>-5.3299235821097503E-2</c:v>
                </c:pt>
                <c:pt idx="536">
                  <c:v>-5.8208020458480197E-2</c:v>
                </c:pt>
                <c:pt idx="537">
                  <c:v>-6.2788113028375697E-2</c:v>
                </c:pt>
                <c:pt idx="538">
                  <c:v>-6.6929106105884997E-2</c:v>
                </c:pt>
                <c:pt idx="539">
                  <c:v>-7.0493065562300894E-2</c:v>
                </c:pt>
                <c:pt idx="540">
                  <c:v>-7.3374322445914797E-2</c:v>
                </c:pt>
                <c:pt idx="541">
                  <c:v>-7.5551479081380699E-2</c:v>
                </c:pt>
                <c:pt idx="542">
                  <c:v>-7.7091604087338006E-2</c:v>
                </c:pt>
                <c:pt idx="543">
                  <c:v>-7.81188869489014E-2</c:v>
                </c:pt>
                <c:pt idx="544">
                  <c:v>-7.8770066251877296E-2</c:v>
                </c:pt>
                <c:pt idx="545">
                  <c:v>-7.91492250197951E-2</c:v>
                </c:pt>
                <c:pt idx="546">
                  <c:v>-7.9299313281158995E-2</c:v>
                </c:pt>
                <c:pt idx="547">
                  <c:v>-7.9215881831129195E-2</c:v>
                </c:pt>
                <c:pt idx="548">
                  <c:v>-7.8901100865787693E-2</c:v>
                </c:pt>
                <c:pt idx="549">
                  <c:v>-7.8425346202475293E-2</c:v>
                </c:pt>
                <c:pt idx="550">
                  <c:v>-7.7971316103021604E-2</c:v>
                </c:pt>
                <c:pt idx="551">
                  <c:v>-7.7824927939532496E-2</c:v>
                </c:pt>
                <c:pt idx="552">
                  <c:v>-7.8276016365040696E-2</c:v>
                </c:pt>
                <c:pt idx="553">
                  <c:v>-7.94784766208146E-2</c:v>
                </c:pt>
                <c:pt idx="554">
                  <c:v>-8.1390433007397303E-2</c:v>
                </c:pt>
                <c:pt idx="555">
                  <c:v>-8.3839031549106005E-2</c:v>
                </c:pt>
                <c:pt idx="556">
                  <c:v>-8.6615919045136006E-2</c:v>
                </c:pt>
                <c:pt idx="557">
                  <c:v>-8.9508094371022903E-2</c:v>
                </c:pt>
                <c:pt idx="558">
                  <c:v>-9.2293141949172902E-2</c:v>
                </c:pt>
                <c:pt idx="559">
                  <c:v>-9.4755455355747503E-2</c:v>
                </c:pt>
                <c:pt idx="560">
                  <c:v>-9.6701819168556802E-2</c:v>
                </c:pt>
                <c:pt idx="561">
                  <c:v>-9.7963568041106799E-2</c:v>
                </c:pt>
                <c:pt idx="562">
                  <c:v>-9.8425548756147105E-2</c:v>
                </c:pt>
                <c:pt idx="563">
                  <c:v>-9.8070234928741895E-2</c:v>
                </c:pt>
                <c:pt idx="564">
                  <c:v>-9.6973482101497296E-2</c:v>
                </c:pt>
                <c:pt idx="565">
                  <c:v>-9.5250049760323793E-2</c:v>
                </c:pt>
                <c:pt idx="566">
                  <c:v>-9.3013574550960695E-2</c:v>
                </c:pt>
                <c:pt idx="567">
                  <c:v>-9.0388974416735199E-2</c:v>
                </c:pt>
                <c:pt idx="568">
                  <c:v>-8.7541366854624006E-2</c:v>
                </c:pt>
                <c:pt idx="569">
                  <c:v>-8.46660902802511E-2</c:v>
                </c:pt>
                <c:pt idx="570">
                  <c:v>-8.1943314154557398E-2</c:v>
                </c:pt>
                <c:pt idx="571">
                  <c:v>-7.9501600592862404E-2</c:v>
                </c:pt>
                <c:pt idx="572">
                  <c:v>-7.74059205642465E-2</c:v>
                </c:pt>
                <c:pt idx="573">
                  <c:v>-7.5651415211690304E-2</c:v>
                </c:pt>
                <c:pt idx="574">
                  <c:v>-7.4161681314142303E-2</c:v>
                </c:pt>
                <c:pt idx="575">
                  <c:v>-7.2823864625915405E-2</c:v>
                </c:pt>
                <c:pt idx="576">
                  <c:v>-7.1564270267915106E-2</c:v>
                </c:pt>
                <c:pt idx="577">
                  <c:v>-7.0398968839312098E-2</c:v>
                </c:pt>
                <c:pt idx="578">
                  <c:v>-6.9400160882278905E-2</c:v>
                </c:pt>
                <c:pt idx="579">
                  <c:v>-6.8621732868031707E-2</c:v>
                </c:pt>
                <c:pt idx="580">
                  <c:v>-6.8071632791071701E-2</c:v>
                </c:pt>
                <c:pt idx="581">
                  <c:v>-6.7729156717074995E-2</c:v>
                </c:pt>
                <c:pt idx="582">
                  <c:v>-6.7543229820682393E-2</c:v>
                </c:pt>
                <c:pt idx="583">
                  <c:v>-6.7400853860618795E-2</c:v>
                </c:pt>
                <c:pt idx="584">
                  <c:v>-6.7119673424409901E-2</c:v>
                </c:pt>
                <c:pt idx="585">
                  <c:v>-6.6511970633848297E-2</c:v>
                </c:pt>
                <c:pt idx="586">
                  <c:v>-6.5486650994384402E-2</c:v>
                </c:pt>
                <c:pt idx="587">
                  <c:v>-6.4101204683667798E-2</c:v>
                </c:pt>
                <c:pt idx="588">
                  <c:v>-6.2524784299627698E-2</c:v>
                </c:pt>
                <c:pt idx="589">
                  <c:v>-6.0942513937954197E-2</c:v>
                </c:pt>
                <c:pt idx="590">
                  <c:v>-5.94630116085757E-2</c:v>
                </c:pt>
                <c:pt idx="591">
                  <c:v>-5.8071937855481599E-2</c:v>
                </c:pt>
                <c:pt idx="592">
                  <c:v>-5.6620496414283301E-2</c:v>
                </c:pt>
                <c:pt idx="593">
                  <c:v>-5.4853119796892801E-2</c:v>
                </c:pt>
                <c:pt idx="594">
                  <c:v>-5.25032340063879E-2</c:v>
                </c:pt>
                <c:pt idx="595">
                  <c:v>-4.9411283427422098E-2</c:v>
                </c:pt>
                <c:pt idx="596">
                  <c:v>-4.5576676973224997E-2</c:v>
                </c:pt>
                <c:pt idx="597">
                  <c:v>-4.11203873583883E-2</c:v>
                </c:pt>
                <c:pt idx="598">
                  <c:v>-3.6189714924768197E-2</c:v>
                </c:pt>
                <c:pt idx="599">
                  <c:v>-3.0868378605318301E-2</c:v>
                </c:pt>
                <c:pt idx="600">
                  <c:v>-2.51649178405343E-2</c:v>
                </c:pt>
                <c:pt idx="601">
                  <c:v>-1.9064524499704302E-2</c:v>
                </c:pt>
                <c:pt idx="602">
                  <c:v>-1.25739802529223E-2</c:v>
                </c:pt>
                <c:pt idx="603">
                  <c:v>-5.7505156645341502E-3</c:v>
                </c:pt>
                <c:pt idx="604">
                  <c:v>1.2864231402566701E-3</c:v>
                </c:pt>
                <c:pt idx="605">
                  <c:v>8.3825229307444502E-3</c:v>
                </c:pt>
                <c:pt idx="606">
                  <c:v>1.5382395610814E-2</c:v>
                </c:pt>
                <c:pt idx="607">
                  <c:v>2.2139837152097899E-2</c:v>
                </c:pt>
                <c:pt idx="608">
                  <c:v>2.85351112637705E-2</c:v>
                </c:pt>
                <c:pt idx="609">
                  <c:v>3.4501536104687397E-2</c:v>
                </c:pt>
                <c:pt idx="610">
                  <c:v>4.00291383416191E-2</c:v>
                </c:pt>
                <c:pt idx="611">
                  <c:v>4.5157112144537298E-2</c:v>
                </c:pt>
                <c:pt idx="612">
                  <c:v>4.9967099345414399E-2</c:v>
                </c:pt>
                <c:pt idx="613">
                  <c:v>5.4549455022659801E-2</c:v>
                </c:pt>
                <c:pt idx="614">
                  <c:v>5.8952443101002297E-2</c:v>
                </c:pt>
                <c:pt idx="615">
                  <c:v>6.31690875871187E-2</c:v>
                </c:pt>
                <c:pt idx="616">
                  <c:v>6.7176986603721095E-2</c:v>
                </c:pt>
                <c:pt idx="617">
                  <c:v>7.0974217586095595E-2</c:v>
                </c:pt>
                <c:pt idx="618">
                  <c:v>7.4558387467052206E-2</c:v>
                </c:pt>
                <c:pt idx="619">
                  <c:v>7.7894721886555607E-2</c:v>
                </c:pt>
                <c:pt idx="620">
                  <c:v>8.0932635521388602E-2</c:v>
                </c:pt>
                <c:pt idx="621">
                  <c:v>8.3629045779032296E-2</c:v>
                </c:pt>
                <c:pt idx="622">
                  <c:v>8.5941500126256204E-2</c:v>
                </c:pt>
                <c:pt idx="623">
                  <c:v>8.7836370749804701E-2</c:v>
                </c:pt>
                <c:pt idx="624">
                  <c:v>8.9330180613634097E-2</c:v>
                </c:pt>
                <c:pt idx="625">
                  <c:v>9.0514388940133E-2</c:v>
                </c:pt>
                <c:pt idx="626">
                  <c:v>9.1522604809031793E-2</c:v>
                </c:pt>
                <c:pt idx="627">
                  <c:v>9.2448706067291997E-2</c:v>
                </c:pt>
                <c:pt idx="628">
                  <c:v>9.3264357483210894E-2</c:v>
                </c:pt>
                <c:pt idx="629">
                  <c:v>9.3788788812929E-2</c:v>
                </c:pt>
                <c:pt idx="630">
                  <c:v>9.3736529295683796E-2</c:v>
                </c:pt>
                <c:pt idx="631">
                  <c:v>9.2837242571839798E-2</c:v>
                </c:pt>
                <c:pt idx="632">
                  <c:v>9.0976221234671695E-2</c:v>
                </c:pt>
                <c:pt idx="633">
                  <c:v>8.8271097749655997E-2</c:v>
                </c:pt>
                <c:pt idx="634">
                  <c:v>8.50380641017799E-2</c:v>
                </c:pt>
                <c:pt idx="635">
                  <c:v>8.1677904715799193E-2</c:v>
                </c:pt>
                <c:pt idx="636">
                  <c:v>7.8551985890488299E-2</c:v>
                </c:pt>
                <c:pt idx="637">
                  <c:v>7.5885045714256805E-2</c:v>
                </c:pt>
                <c:pt idx="638">
                  <c:v>7.3704439559238596E-2</c:v>
                </c:pt>
                <c:pt idx="639">
                  <c:v>7.1854630206873799E-2</c:v>
                </c:pt>
                <c:pt idx="640">
                  <c:v>7.0093445089321096E-2</c:v>
                </c:pt>
                <c:pt idx="641">
                  <c:v>6.8205118517730701E-2</c:v>
                </c:pt>
                <c:pt idx="642">
                  <c:v>6.6074773997988695E-2</c:v>
                </c:pt>
                <c:pt idx="643">
                  <c:v>6.3711676692306596E-2</c:v>
                </c:pt>
                <c:pt idx="644">
                  <c:v>6.1220297209623797E-2</c:v>
                </c:pt>
                <c:pt idx="645">
                  <c:v>5.8738878445096697E-2</c:v>
                </c:pt>
                <c:pt idx="646">
                  <c:v>5.6390507761779098E-2</c:v>
                </c:pt>
                <c:pt idx="647">
                  <c:v>5.4254477733424802E-2</c:v>
                </c:pt>
                <c:pt idx="648">
                  <c:v>5.23540103692176E-2</c:v>
                </c:pt>
                <c:pt idx="649">
                  <c:v>5.0677095854924199E-2</c:v>
                </c:pt>
                <c:pt idx="650">
                  <c:v>4.91922645785021E-2</c:v>
                </c:pt>
                <c:pt idx="651">
                  <c:v>4.7823578170749302E-2</c:v>
                </c:pt>
                <c:pt idx="652">
                  <c:v>4.6432233836963398E-2</c:v>
                </c:pt>
                <c:pt idx="653">
                  <c:v>4.4840236890352402E-2</c:v>
                </c:pt>
                <c:pt idx="654">
                  <c:v>4.2874362849254499E-2</c:v>
                </c:pt>
                <c:pt idx="655">
                  <c:v>4.0418501007472199E-2</c:v>
                </c:pt>
                <c:pt idx="656">
                  <c:v>3.74568119953642E-2</c:v>
                </c:pt>
                <c:pt idx="657">
                  <c:v>3.4052574506601103E-2</c:v>
                </c:pt>
                <c:pt idx="658">
                  <c:v>3.0260664734108701E-2</c:v>
                </c:pt>
                <c:pt idx="659">
                  <c:v>2.6069829643216701E-2</c:v>
                </c:pt>
                <c:pt idx="660">
                  <c:v>2.1431981278921399E-2</c:v>
                </c:pt>
                <c:pt idx="661">
                  <c:v>1.63070687163622E-2</c:v>
                </c:pt>
                <c:pt idx="662">
                  <c:v>1.06711697468545E-2</c:v>
                </c:pt>
                <c:pt idx="663">
                  <c:v>4.5306684495833999E-3</c:v>
                </c:pt>
                <c:pt idx="664">
                  <c:v>-2.0386359251467201E-3</c:v>
                </c:pt>
                <c:pt idx="665">
                  <c:v>-8.8583097166810391E-3</c:v>
                </c:pt>
                <c:pt idx="666">
                  <c:v>-1.56612809791951E-2</c:v>
                </c:pt>
                <c:pt idx="667">
                  <c:v>-2.2175247511907401E-2</c:v>
                </c:pt>
                <c:pt idx="668">
                  <c:v>-2.8223425828401701E-2</c:v>
                </c:pt>
                <c:pt idx="669">
                  <c:v>-3.3765969201380197E-2</c:v>
                </c:pt>
                <c:pt idx="670">
                  <c:v>-3.8886867744684903E-2</c:v>
                </c:pt>
                <c:pt idx="671">
                  <c:v>-4.3777464313281798E-2</c:v>
                </c:pt>
                <c:pt idx="672">
                  <c:v>-4.8692798205041299E-2</c:v>
                </c:pt>
                <c:pt idx="673">
                  <c:v>-5.3836863426475597E-2</c:v>
                </c:pt>
                <c:pt idx="674">
                  <c:v>-5.9266137835990301E-2</c:v>
                </c:pt>
                <c:pt idx="675">
                  <c:v>-6.4906706685071605E-2</c:v>
                </c:pt>
                <c:pt idx="676">
                  <c:v>-7.0621751068510805E-2</c:v>
                </c:pt>
                <c:pt idx="677">
                  <c:v>-7.62544474625967E-2</c:v>
                </c:pt>
                <c:pt idx="678">
                  <c:v>-8.1643782310776195E-2</c:v>
                </c:pt>
                <c:pt idx="679">
                  <c:v>-8.6628328079010206E-2</c:v>
                </c:pt>
                <c:pt idx="680">
                  <c:v>-9.1068756196927295E-2</c:v>
                </c:pt>
                <c:pt idx="681">
                  <c:v>-9.4875094864057305E-2</c:v>
                </c:pt>
                <c:pt idx="682">
                  <c:v>-9.79976955181322E-2</c:v>
                </c:pt>
                <c:pt idx="683">
                  <c:v>-0.10039954089880999</c:v>
                </c:pt>
                <c:pt idx="684">
                  <c:v>-0.10204245738706</c:v>
                </c:pt>
                <c:pt idx="685">
                  <c:v>-0.102905534771527</c:v>
                </c:pt>
                <c:pt idx="686">
                  <c:v>-0.10302746599076899</c:v>
                </c:pt>
                <c:pt idx="687">
                  <c:v>-0.102518475072765</c:v>
                </c:pt>
                <c:pt idx="688">
                  <c:v>-0.101538560376723</c:v>
                </c:pt>
                <c:pt idx="689">
                  <c:v>-0.100297375114262</c:v>
                </c:pt>
                <c:pt idx="690">
                  <c:v>-9.9065396261494507E-2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6E2-4F04-B923-3F486E925F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711407"/>
        <c:axId val="57711887"/>
      </c:scatterChart>
      <c:valAx>
        <c:axId val="577114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11887"/>
        <c:crosses val="autoZero"/>
        <c:crossBetween val="midCat"/>
      </c:valAx>
      <c:valAx>
        <c:axId val="57711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114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D1 Sitting Bad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D1_dataraj_sitting_Converted_se!$B$1</c:f>
              <c:strCache>
                <c:ptCount val="1"/>
                <c:pt idx="0">
                  <c:v>Amplitude (Volts) [Filtered 0.3-10.0Hz]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D1_dataraj_sitting_Converted_se!$A$2:$A$3763</c:f>
              <c:numCache>
                <c:formatCode>General</c:formatCode>
                <c:ptCount val="3762"/>
                <c:pt idx="0">
                  <c:v>0</c:v>
                </c:pt>
                <c:pt idx="1">
                  <c:v>2E-3</c:v>
                </c:pt>
                <c:pt idx="2">
                  <c:v>4.0000000000000001E-3</c:v>
                </c:pt>
                <c:pt idx="3">
                  <c:v>6.0000000000000001E-3</c:v>
                </c:pt>
                <c:pt idx="4">
                  <c:v>8.0000000000000002E-3</c:v>
                </c:pt>
                <c:pt idx="5">
                  <c:v>0.01</c:v>
                </c:pt>
                <c:pt idx="6">
                  <c:v>1.2E-2</c:v>
                </c:pt>
                <c:pt idx="7">
                  <c:v>1.4E-2</c:v>
                </c:pt>
                <c:pt idx="8">
                  <c:v>1.6E-2</c:v>
                </c:pt>
                <c:pt idx="9">
                  <c:v>1.7999999999999999E-2</c:v>
                </c:pt>
                <c:pt idx="10">
                  <c:v>0.02</c:v>
                </c:pt>
                <c:pt idx="11">
                  <c:v>2.1999999999999999E-2</c:v>
                </c:pt>
                <c:pt idx="12">
                  <c:v>2.4E-2</c:v>
                </c:pt>
                <c:pt idx="13">
                  <c:v>2.5999999999999999E-2</c:v>
                </c:pt>
                <c:pt idx="14">
                  <c:v>2.8000000000000001E-2</c:v>
                </c:pt>
                <c:pt idx="15">
                  <c:v>0.03</c:v>
                </c:pt>
                <c:pt idx="16">
                  <c:v>3.2000000000000001E-2</c:v>
                </c:pt>
                <c:pt idx="17">
                  <c:v>3.4000000000000002E-2</c:v>
                </c:pt>
                <c:pt idx="18">
                  <c:v>3.5999999999999997E-2</c:v>
                </c:pt>
                <c:pt idx="19">
                  <c:v>3.7999999999999999E-2</c:v>
                </c:pt>
                <c:pt idx="20">
                  <c:v>0.04</c:v>
                </c:pt>
                <c:pt idx="21">
                  <c:v>4.2000000000000003E-2</c:v>
                </c:pt>
                <c:pt idx="22">
                  <c:v>4.3999999999999997E-2</c:v>
                </c:pt>
                <c:pt idx="23">
                  <c:v>4.5999999999999999E-2</c:v>
                </c:pt>
                <c:pt idx="24">
                  <c:v>4.8000000000000001E-2</c:v>
                </c:pt>
                <c:pt idx="25">
                  <c:v>0.05</c:v>
                </c:pt>
                <c:pt idx="26">
                  <c:v>5.1999999999999998E-2</c:v>
                </c:pt>
                <c:pt idx="27">
                  <c:v>5.3999999999999999E-2</c:v>
                </c:pt>
                <c:pt idx="28">
                  <c:v>5.6000000000000001E-2</c:v>
                </c:pt>
                <c:pt idx="29">
                  <c:v>5.8000000000000003E-2</c:v>
                </c:pt>
                <c:pt idx="30">
                  <c:v>0.06</c:v>
                </c:pt>
                <c:pt idx="31">
                  <c:v>6.2E-2</c:v>
                </c:pt>
                <c:pt idx="32">
                  <c:v>6.4000000000000001E-2</c:v>
                </c:pt>
                <c:pt idx="33">
                  <c:v>6.6000000000000003E-2</c:v>
                </c:pt>
                <c:pt idx="34">
                  <c:v>6.8000000000000005E-2</c:v>
                </c:pt>
                <c:pt idx="35">
                  <c:v>7.0000000000000007E-2</c:v>
                </c:pt>
                <c:pt idx="36">
                  <c:v>7.1999999999999995E-2</c:v>
                </c:pt>
                <c:pt idx="37">
                  <c:v>7.3999999999999996E-2</c:v>
                </c:pt>
                <c:pt idx="38">
                  <c:v>7.5999999999999998E-2</c:v>
                </c:pt>
                <c:pt idx="39">
                  <c:v>7.8E-2</c:v>
                </c:pt>
                <c:pt idx="40">
                  <c:v>0.08</c:v>
                </c:pt>
                <c:pt idx="41">
                  <c:v>8.2000000000000003E-2</c:v>
                </c:pt>
                <c:pt idx="42">
                  <c:v>8.4000000000000005E-2</c:v>
                </c:pt>
                <c:pt idx="43">
                  <c:v>8.5999999999999993E-2</c:v>
                </c:pt>
                <c:pt idx="44">
                  <c:v>8.7999999999999995E-2</c:v>
                </c:pt>
                <c:pt idx="45">
                  <c:v>0.09</c:v>
                </c:pt>
                <c:pt idx="46">
                  <c:v>9.1999999999999998E-2</c:v>
                </c:pt>
                <c:pt idx="47">
                  <c:v>9.4E-2</c:v>
                </c:pt>
                <c:pt idx="48">
                  <c:v>9.6000000000000002E-2</c:v>
                </c:pt>
                <c:pt idx="49">
                  <c:v>9.8000000000000004E-2</c:v>
                </c:pt>
                <c:pt idx="50">
                  <c:v>0.1</c:v>
                </c:pt>
                <c:pt idx="51">
                  <c:v>0.10199999999999999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0.11600000000000001</c:v>
                </c:pt>
                <c:pt idx="59">
                  <c:v>0.11799999999999999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0.13200000000000001</c:v>
                </c:pt>
                <c:pt idx="67">
                  <c:v>0.13400000000000001</c:v>
                </c:pt>
                <c:pt idx="68">
                  <c:v>0.13600000000000001</c:v>
                </c:pt>
                <c:pt idx="69">
                  <c:v>0.13800000000000001</c:v>
                </c:pt>
                <c:pt idx="70">
                  <c:v>0.14000000000000001</c:v>
                </c:pt>
                <c:pt idx="71">
                  <c:v>0.14199999999999999</c:v>
                </c:pt>
                <c:pt idx="72">
                  <c:v>0.14399999999999999</c:v>
                </c:pt>
                <c:pt idx="73">
                  <c:v>0.14599999999999999</c:v>
                </c:pt>
                <c:pt idx="74">
                  <c:v>0.14799999999999999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0.16200000000000001</c:v>
                </c:pt>
                <c:pt idx="82">
                  <c:v>0.16400000000000001</c:v>
                </c:pt>
                <c:pt idx="83">
                  <c:v>0.16600000000000001</c:v>
                </c:pt>
                <c:pt idx="84">
                  <c:v>0.16800000000000001</c:v>
                </c:pt>
                <c:pt idx="85">
                  <c:v>0.17</c:v>
                </c:pt>
                <c:pt idx="86">
                  <c:v>0.17199999999999999</c:v>
                </c:pt>
                <c:pt idx="87">
                  <c:v>0.17399999999999999</c:v>
                </c:pt>
                <c:pt idx="88">
                  <c:v>0.17599999999999999</c:v>
                </c:pt>
                <c:pt idx="89">
                  <c:v>0.17799999999999999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0.19400000000000001</c:v>
                </c:pt>
                <c:pt idx="98">
                  <c:v>0.19600000000000001</c:v>
                </c:pt>
                <c:pt idx="99">
                  <c:v>0.19800000000000001</c:v>
                </c:pt>
                <c:pt idx="100">
                  <c:v>0.2</c:v>
                </c:pt>
                <c:pt idx="101">
                  <c:v>0.20200000000000001</c:v>
                </c:pt>
                <c:pt idx="102">
                  <c:v>0.20399999999999999</c:v>
                </c:pt>
                <c:pt idx="103">
                  <c:v>0.20599999999999999</c:v>
                </c:pt>
                <c:pt idx="104">
                  <c:v>0.20799999999999999</c:v>
                </c:pt>
                <c:pt idx="105">
                  <c:v>0.21</c:v>
                </c:pt>
                <c:pt idx="106">
                  <c:v>0.21199999999999999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0.22600000000000001</c:v>
                </c:pt>
                <c:pt idx="114">
                  <c:v>0.22800000000000001</c:v>
                </c:pt>
                <c:pt idx="115">
                  <c:v>0.23</c:v>
                </c:pt>
                <c:pt idx="116">
                  <c:v>0.23200000000000001</c:v>
                </c:pt>
                <c:pt idx="117">
                  <c:v>0.23400000000000001</c:v>
                </c:pt>
                <c:pt idx="118">
                  <c:v>0.23599999999999999</c:v>
                </c:pt>
                <c:pt idx="119">
                  <c:v>0.23799999999999999</c:v>
                </c:pt>
                <c:pt idx="120">
                  <c:v>0.24</c:v>
                </c:pt>
                <c:pt idx="121">
                  <c:v>0.24199999999999999</c:v>
                </c:pt>
                <c:pt idx="122">
                  <c:v>0.24399999999999999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0.25600000000000001</c:v>
                </c:pt>
                <c:pt idx="129">
                  <c:v>0.25800000000000001</c:v>
                </c:pt>
                <c:pt idx="130">
                  <c:v>0.26</c:v>
                </c:pt>
                <c:pt idx="131">
                  <c:v>0.26200000000000001</c:v>
                </c:pt>
                <c:pt idx="132">
                  <c:v>0.26400000000000001</c:v>
                </c:pt>
                <c:pt idx="133">
                  <c:v>0.26600000000000001</c:v>
                </c:pt>
                <c:pt idx="134">
                  <c:v>0.26800000000000002</c:v>
                </c:pt>
                <c:pt idx="135">
                  <c:v>0.27</c:v>
                </c:pt>
                <c:pt idx="136">
                  <c:v>0.27200000000000002</c:v>
                </c:pt>
                <c:pt idx="137">
                  <c:v>0.27400000000000002</c:v>
                </c:pt>
                <c:pt idx="138">
                  <c:v>0.27600000000000002</c:v>
                </c:pt>
                <c:pt idx="139">
                  <c:v>0.27800000000000002</c:v>
                </c:pt>
                <c:pt idx="140">
                  <c:v>0.28000000000000003</c:v>
                </c:pt>
                <c:pt idx="141">
                  <c:v>0.28199999999999997</c:v>
                </c:pt>
                <c:pt idx="142">
                  <c:v>0.28399999999999997</c:v>
                </c:pt>
                <c:pt idx="143">
                  <c:v>0.28599999999999998</c:v>
                </c:pt>
                <c:pt idx="144">
                  <c:v>0.28799999999999998</c:v>
                </c:pt>
                <c:pt idx="145">
                  <c:v>0.28999999999999998</c:v>
                </c:pt>
                <c:pt idx="146">
                  <c:v>0.29199999999999998</c:v>
                </c:pt>
                <c:pt idx="147">
                  <c:v>0.29399999999999998</c:v>
                </c:pt>
                <c:pt idx="148">
                  <c:v>0.29599999999999999</c:v>
                </c:pt>
                <c:pt idx="149">
                  <c:v>0.29799999999999999</c:v>
                </c:pt>
                <c:pt idx="150">
                  <c:v>0.3</c:v>
                </c:pt>
                <c:pt idx="151">
                  <c:v>0.30199999999999999</c:v>
                </c:pt>
                <c:pt idx="152">
                  <c:v>0.30399999999999999</c:v>
                </c:pt>
                <c:pt idx="153">
                  <c:v>0.30599999999999999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0.32200000000000001</c:v>
                </c:pt>
                <c:pt idx="162">
                  <c:v>0.32400000000000001</c:v>
                </c:pt>
                <c:pt idx="163">
                  <c:v>0.32600000000000001</c:v>
                </c:pt>
                <c:pt idx="164">
                  <c:v>0.32800000000000001</c:v>
                </c:pt>
                <c:pt idx="165">
                  <c:v>0.33</c:v>
                </c:pt>
                <c:pt idx="166">
                  <c:v>0.33200000000000002</c:v>
                </c:pt>
                <c:pt idx="167">
                  <c:v>0.33400000000000002</c:v>
                </c:pt>
                <c:pt idx="168">
                  <c:v>0.33600000000000002</c:v>
                </c:pt>
                <c:pt idx="169">
                  <c:v>0.33800000000000002</c:v>
                </c:pt>
                <c:pt idx="170">
                  <c:v>0.34</c:v>
                </c:pt>
                <c:pt idx="171">
                  <c:v>0.34200000000000003</c:v>
                </c:pt>
                <c:pt idx="172">
                  <c:v>0.34399999999999997</c:v>
                </c:pt>
                <c:pt idx="173">
                  <c:v>0.34599999999999997</c:v>
                </c:pt>
                <c:pt idx="174">
                  <c:v>0.34799999999999998</c:v>
                </c:pt>
                <c:pt idx="175">
                  <c:v>0.35</c:v>
                </c:pt>
                <c:pt idx="176">
                  <c:v>0.35199999999999998</c:v>
                </c:pt>
                <c:pt idx="177">
                  <c:v>0.35399999999999998</c:v>
                </c:pt>
                <c:pt idx="178">
                  <c:v>0.35599999999999998</c:v>
                </c:pt>
                <c:pt idx="179">
                  <c:v>0.35799999999999998</c:v>
                </c:pt>
                <c:pt idx="180">
                  <c:v>0.36</c:v>
                </c:pt>
                <c:pt idx="181">
                  <c:v>0.36199999999999999</c:v>
                </c:pt>
                <c:pt idx="182">
                  <c:v>0.36399999999999999</c:v>
                </c:pt>
                <c:pt idx="183">
                  <c:v>0.36599999999999999</c:v>
                </c:pt>
                <c:pt idx="184">
                  <c:v>0.36799999999999999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0.38200000000000001</c:v>
                </c:pt>
                <c:pt idx="192">
                  <c:v>0.38400000000000001</c:v>
                </c:pt>
                <c:pt idx="193">
                  <c:v>0.38600000000000001</c:v>
                </c:pt>
                <c:pt idx="194">
                  <c:v>0.38800000000000001</c:v>
                </c:pt>
                <c:pt idx="195">
                  <c:v>0.39</c:v>
                </c:pt>
                <c:pt idx="196">
                  <c:v>0.39200000000000002</c:v>
                </c:pt>
                <c:pt idx="197">
                  <c:v>0.39400000000000002</c:v>
                </c:pt>
                <c:pt idx="198">
                  <c:v>0.39600000000000002</c:v>
                </c:pt>
                <c:pt idx="199">
                  <c:v>0.39800000000000002</c:v>
                </c:pt>
                <c:pt idx="200">
                  <c:v>0.4</c:v>
                </c:pt>
                <c:pt idx="201">
                  <c:v>0.40200000000000002</c:v>
                </c:pt>
                <c:pt idx="202">
                  <c:v>0.40400000000000003</c:v>
                </c:pt>
                <c:pt idx="203">
                  <c:v>0.40600000000000003</c:v>
                </c:pt>
                <c:pt idx="204">
                  <c:v>0.40799999999999997</c:v>
                </c:pt>
                <c:pt idx="205">
                  <c:v>0.41</c:v>
                </c:pt>
                <c:pt idx="206">
                  <c:v>0.41199999999999998</c:v>
                </c:pt>
                <c:pt idx="207">
                  <c:v>0.41399999999999998</c:v>
                </c:pt>
                <c:pt idx="208">
                  <c:v>0.41599999999999998</c:v>
                </c:pt>
                <c:pt idx="209">
                  <c:v>0.41799999999999998</c:v>
                </c:pt>
                <c:pt idx="210">
                  <c:v>0.42</c:v>
                </c:pt>
                <c:pt idx="211">
                  <c:v>0.42199999999999999</c:v>
                </c:pt>
                <c:pt idx="212">
                  <c:v>0.42399999999999999</c:v>
                </c:pt>
                <c:pt idx="213">
                  <c:v>0.42599999999999999</c:v>
                </c:pt>
                <c:pt idx="214">
                  <c:v>0.42799999999999999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0.44400000000000001</c:v>
                </c:pt>
                <c:pt idx="223">
                  <c:v>0.44600000000000001</c:v>
                </c:pt>
                <c:pt idx="224">
                  <c:v>0.44800000000000001</c:v>
                </c:pt>
                <c:pt idx="225">
                  <c:v>0.45</c:v>
                </c:pt>
                <c:pt idx="226">
                  <c:v>0.45200000000000001</c:v>
                </c:pt>
                <c:pt idx="227">
                  <c:v>0.45400000000000001</c:v>
                </c:pt>
                <c:pt idx="228">
                  <c:v>0.45600000000000002</c:v>
                </c:pt>
                <c:pt idx="229">
                  <c:v>0.45800000000000002</c:v>
                </c:pt>
                <c:pt idx="230">
                  <c:v>0.46</c:v>
                </c:pt>
                <c:pt idx="231">
                  <c:v>0.46200000000000002</c:v>
                </c:pt>
                <c:pt idx="232">
                  <c:v>0.46400000000000002</c:v>
                </c:pt>
                <c:pt idx="233">
                  <c:v>0.46600000000000003</c:v>
                </c:pt>
                <c:pt idx="234">
                  <c:v>0.46800000000000003</c:v>
                </c:pt>
                <c:pt idx="235">
                  <c:v>0.47</c:v>
                </c:pt>
                <c:pt idx="236">
                  <c:v>0.47199999999999998</c:v>
                </c:pt>
                <c:pt idx="237">
                  <c:v>0.47399999999999998</c:v>
                </c:pt>
                <c:pt idx="238">
                  <c:v>0.47599999999999998</c:v>
                </c:pt>
                <c:pt idx="239">
                  <c:v>0.47799999999999998</c:v>
                </c:pt>
                <c:pt idx="240">
                  <c:v>0.48</c:v>
                </c:pt>
                <c:pt idx="241">
                  <c:v>0.48199999999999998</c:v>
                </c:pt>
                <c:pt idx="242">
                  <c:v>0.48399999999999999</c:v>
                </c:pt>
                <c:pt idx="243">
                  <c:v>0.48599999999999999</c:v>
                </c:pt>
                <c:pt idx="244">
                  <c:v>0.48799999999999999</c:v>
                </c:pt>
                <c:pt idx="245">
                  <c:v>0.49</c:v>
                </c:pt>
                <c:pt idx="246">
                  <c:v>0.49199999999999999</c:v>
                </c:pt>
                <c:pt idx="247">
                  <c:v>0.49399999999999999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0.50600000000000001</c:v>
                </c:pt>
                <c:pt idx="254">
                  <c:v>0.50800000000000001</c:v>
                </c:pt>
                <c:pt idx="255">
                  <c:v>0.51</c:v>
                </c:pt>
                <c:pt idx="256">
                  <c:v>0.51200000000000001</c:v>
                </c:pt>
                <c:pt idx="257">
                  <c:v>0.51400000000000001</c:v>
                </c:pt>
                <c:pt idx="258">
                  <c:v>0.51600000000000001</c:v>
                </c:pt>
                <c:pt idx="259">
                  <c:v>0.51800000000000002</c:v>
                </c:pt>
                <c:pt idx="260">
                  <c:v>0.52</c:v>
                </c:pt>
                <c:pt idx="261">
                  <c:v>0.52200000000000002</c:v>
                </c:pt>
                <c:pt idx="262">
                  <c:v>0.52400000000000002</c:v>
                </c:pt>
                <c:pt idx="263">
                  <c:v>0.52600000000000002</c:v>
                </c:pt>
                <c:pt idx="264">
                  <c:v>0.52800000000000002</c:v>
                </c:pt>
                <c:pt idx="265">
                  <c:v>0.53</c:v>
                </c:pt>
                <c:pt idx="266">
                  <c:v>0.53200000000000003</c:v>
                </c:pt>
                <c:pt idx="267">
                  <c:v>0.53400000000000003</c:v>
                </c:pt>
                <c:pt idx="268">
                  <c:v>0.53600000000000003</c:v>
                </c:pt>
                <c:pt idx="269">
                  <c:v>0.53800000000000003</c:v>
                </c:pt>
                <c:pt idx="270">
                  <c:v>0.54</c:v>
                </c:pt>
                <c:pt idx="271">
                  <c:v>0.54200000000000004</c:v>
                </c:pt>
                <c:pt idx="272">
                  <c:v>0.54400000000000004</c:v>
                </c:pt>
                <c:pt idx="273">
                  <c:v>0.54600000000000004</c:v>
                </c:pt>
                <c:pt idx="274">
                  <c:v>0.54800000000000004</c:v>
                </c:pt>
                <c:pt idx="275">
                  <c:v>0.55000000000000004</c:v>
                </c:pt>
                <c:pt idx="276">
                  <c:v>0.55200000000000005</c:v>
                </c:pt>
                <c:pt idx="277">
                  <c:v>0.55400000000000005</c:v>
                </c:pt>
                <c:pt idx="278">
                  <c:v>0.55600000000000005</c:v>
                </c:pt>
                <c:pt idx="279">
                  <c:v>0.55800000000000005</c:v>
                </c:pt>
                <c:pt idx="280">
                  <c:v>0.56000000000000005</c:v>
                </c:pt>
                <c:pt idx="281">
                  <c:v>0.56200000000000006</c:v>
                </c:pt>
                <c:pt idx="282">
                  <c:v>0.56399999999999995</c:v>
                </c:pt>
                <c:pt idx="283">
                  <c:v>0.56599999999999995</c:v>
                </c:pt>
                <c:pt idx="284">
                  <c:v>0.56799999999999995</c:v>
                </c:pt>
                <c:pt idx="285">
                  <c:v>0.56999999999999995</c:v>
                </c:pt>
                <c:pt idx="286">
                  <c:v>0.57199999999999995</c:v>
                </c:pt>
                <c:pt idx="287">
                  <c:v>0.57399999999999995</c:v>
                </c:pt>
                <c:pt idx="288">
                  <c:v>0.57599999999999996</c:v>
                </c:pt>
                <c:pt idx="289">
                  <c:v>0.57799999999999996</c:v>
                </c:pt>
                <c:pt idx="290">
                  <c:v>0.57999999999999996</c:v>
                </c:pt>
                <c:pt idx="291">
                  <c:v>0.58199999999999996</c:v>
                </c:pt>
                <c:pt idx="292">
                  <c:v>0.58399999999999996</c:v>
                </c:pt>
                <c:pt idx="293">
                  <c:v>0.58599999999999997</c:v>
                </c:pt>
                <c:pt idx="294">
                  <c:v>0.58799999999999997</c:v>
                </c:pt>
                <c:pt idx="295">
                  <c:v>0.59</c:v>
                </c:pt>
                <c:pt idx="296">
                  <c:v>0.59199999999999997</c:v>
                </c:pt>
                <c:pt idx="297">
                  <c:v>0.59399999999999997</c:v>
                </c:pt>
                <c:pt idx="298">
                  <c:v>0.59599999999999997</c:v>
                </c:pt>
                <c:pt idx="299">
                  <c:v>0.59799999999999998</c:v>
                </c:pt>
                <c:pt idx="300">
                  <c:v>0.6</c:v>
                </c:pt>
                <c:pt idx="301">
                  <c:v>0.60199999999999998</c:v>
                </c:pt>
                <c:pt idx="302">
                  <c:v>0.60399999999999998</c:v>
                </c:pt>
                <c:pt idx="303">
                  <c:v>0.60599999999999998</c:v>
                </c:pt>
                <c:pt idx="304">
                  <c:v>0.60799999999999998</c:v>
                </c:pt>
                <c:pt idx="305">
                  <c:v>0.61</c:v>
                </c:pt>
                <c:pt idx="306">
                  <c:v>0.61199999999999999</c:v>
                </c:pt>
                <c:pt idx="307">
                  <c:v>0.61399999999999999</c:v>
                </c:pt>
                <c:pt idx="308">
                  <c:v>0.61599999999999999</c:v>
                </c:pt>
                <c:pt idx="309">
                  <c:v>0.61799999999999999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0.63200000000000001</c:v>
                </c:pt>
                <c:pt idx="317">
                  <c:v>0.63400000000000001</c:v>
                </c:pt>
                <c:pt idx="318">
                  <c:v>0.63600000000000001</c:v>
                </c:pt>
                <c:pt idx="319">
                  <c:v>0.63800000000000001</c:v>
                </c:pt>
                <c:pt idx="320">
                  <c:v>0.64</c:v>
                </c:pt>
                <c:pt idx="321">
                  <c:v>0.64200000000000002</c:v>
                </c:pt>
                <c:pt idx="322">
                  <c:v>0.64400000000000002</c:v>
                </c:pt>
                <c:pt idx="323">
                  <c:v>0.64600000000000002</c:v>
                </c:pt>
                <c:pt idx="324">
                  <c:v>0.64800000000000002</c:v>
                </c:pt>
                <c:pt idx="325">
                  <c:v>0.65</c:v>
                </c:pt>
                <c:pt idx="326">
                  <c:v>0.65200000000000002</c:v>
                </c:pt>
                <c:pt idx="327">
                  <c:v>0.65400000000000003</c:v>
                </c:pt>
                <c:pt idx="328">
                  <c:v>0.65600000000000003</c:v>
                </c:pt>
                <c:pt idx="329">
                  <c:v>0.65800000000000003</c:v>
                </c:pt>
                <c:pt idx="330">
                  <c:v>0.66</c:v>
                </c:pt>
                <c:pt idx="331">
                  <c:v>0.66200000000000003</c:v>
                </c:pt>
                <c:pt idx="332">
                  <c:v>0.66400000000000003</c:v>
                </c:pt>
                <c:pt idx="333">
                  <c:v>0.66600000000000004</c:v>
                </c:pt>
                <c:pt idx="334">
                  <c:v>0.66800000000000004</c:v>
                </c:pt>
                <c:pt idx="335">
                  <c:v>0.67</c:v>
                </c:pt>
                <c:pt idx="336">
                  <c:v>0.67200000000000004</c:v>
                </c:pt>
                <c:pt idx="337">
                  <c:v>0.67400000000000004</c:v>
                </c:pt>
                <c:pt idx="338">
                  <c:v>0.67600000000000005</c:v>
                </c:pt>
                <c:pt idx="339">
                  <c:v>0.67800000000000005</c:v>
                </c:pt>
                <c:pt idx="340">
                  <c:v>0.68</c:v>
                </c:pt>
                <c:pt idx="341">
                  <c:v>0.68200000000000005</c:v>
                </c:pt>
                <c:pt idx="342">
                  <c:v>0.68400000000000005</c:v>
                </c:pt>
                <c:pt idx="343">
                  <c:v>0.68600000000000005</c:v>
                </c:pt>
                <c:pt idx="344">
                  <c:v>0.68799999999999994</c:v>
                </c:pt>
                <c:pt idx="345">
                  <c:v>0.69</c:v>
                </c:pt>
                <c:pt idx="346">
                  <c:v>0.69199999999999995</c:v>
                </c:pt>
                <c:pt idx="347">
                  <c:v>0.69399999999999995</c:v>
                </c:pt>
                <c:pt idx="348">
                  <c:v>0.69599999999999995</c:v>
                </c:pt>
                <c:pt idx="349">
                  <c:v>0.69799999999999995</c:v>
                </c:pt>
                <c:pt idx="350">
                  <c:v>0.7</c:v>
                </c:pt>
                <c:pt idx="351">
                  <c:v>0.70199999999999996</c:v>
                </c:pt>
                <c:pt idx="352">
                  <c:v>0.70399999999999996</c:v>
                </c:pt>
                <c:pt idx="353">
                  <c:v>0.70599999999999996</c:v>
                </c:pt>
                <c:pt idx="354">
                  <c:v>0.70799999999999996</c:v>
                </c:pt>
                <c:pt idx="355">
                  <c:v>0.71</c:v>
                </c:pt>
                <c:pt idx="356">
                  <c:v>0.71199999999999997</c:v>
                </c:pt>
                <c:pt idx="357">
                  <c:v>0.71399999999999997</c:v>
                </c:pt>
                <c:pt idx="358">
                  <c:v>0.71599999999999997</c:v>
                </c:pt>
                <c:pt idx="359">
                  <c:v>0.71799999999999997</c:v>
                </c:pt>
                <c:pt idx="360">
                  <c:v>0.72</c:v>
                </c:pt>
                <c:pt idx="361">
                  <c:v>0.72199999999999998</c:v>
                </c:pt>
                <c:pt idx="362">
                  <c:v>0.72399999999999998</c:v>
                </c:pt>
                <c:pt idx="363">
                  <c:v>0.72599999999999998</c:v>
                </c:pt>
                <c:pt idx="364">
                  <c:v>0.72799999999999998</c:v>
                </c:pt>
                <c:pt idx="365">
                  <c:v>0.73</c:v>
                </c:pt>
                <c:pt idx="366">
                  <c:v>0.73199999999999998</c:v>
                </c:pt>
                <c:pt idx="367">
                  <c:v>0.73399999999999999</c:v>
                </c:pt>
                <c:pt idx="368">
                  <c:v>0.73599999999999999</c:v>
                </c:pt>
                <c:pt idx="369">
                  <c:v>0.73799999999999999</c:v>
                </c:pt>
                <c:pt idx="370">
                  <c:v>0.74</c:v>
                </c:pt>
                <c:pt idx="371">
                  <c:v>0.74199999999999999</c:v>
                </c:pt>
                <c:pt idx="372">
                  <c:v>0.74399999999999999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0.75600000000000001</c:v>
                </c:pt>
                <c:pt idx="379">
                  <c:v>0.75800000000000001</c:v>
                </c:pt>
                <c:pt idx="380">
                  <c:v>0.76</c:v>
                </c:pt>
                <c:pt idx="381">
                  <c:v>0.76200000000000001</c:v>
                </c:pt>
                <c:pt idx="382">
                  <c:v>0.76400000000000001</c:v>
                </c:pt>
                <c:pt idx="383">
                  <c:v>0.76600000000000001</c:v>
                </c:pt>
                <c:pt idx="384">
                  <c:v>0.76800000000000002</c:v>
                </c:pt>
                <c:pt idx="385">
                  <c:v>0.77</c:v>
                </c:pt>
                <c:pt idx="386">
                  <c:v>0.77200000000000002</c:v>
                </c:pt>
                <c:pt idx="387">
                  <c:v>0.77400000000000002</c:v>
                </c:pt>
                <c:pt idx="388">
                  <c:v>0.77600000000000002</c:v>
                </c:pt>
                <c:pt idx="389">
                  <c:v>0.77800000000000002</c:v>
                </c:pt>
                <c:pt idx="390">
                  <c:v>0.78</c:v>
                </c:pt>
                <c:pt idx="391">
                  <c:v>0.78200000000000003</c:v>
                </c:pt>
                <c:pt idx="392">
                  <c:v>0.78400000000000003</c:v>
                </c:pt>
                <c:pt idx="393">
                  <c:v>0.78600000000000003</c:v>
                </c:pt>
                <c:pt idx="394">
                  <c:v>0.78800000000000003</c:v>
                </c:pt>
                <c:pt idx="395">
                  <c:v>0.79</c:v>
                </c:pt>
                <c:pt idx="396">
                  <c:v>0.79200000000000004</c:v>
                </c:pt>
                <c:pt idx="397">
                  <c:v>0.79400000000000004</c:v>
                </c:pt>
                <c:pt idx="398">
                  <c:v>0.79600000000000004</c:v>
                </c:pt>
                <c:pt idx="399">
                  <c:v>0.79800000000000004</c:v>
                </c:pt>
                <c:pt idx="400">
                  <c:v>0.8</c:v>
                </c:pt>
                <c:pt idx="401">
                  <c:v>0.80200000000000005</c:v>
                </c:pt>
                <c:pt idx="402">
                  <c:v>0.80400000000000005</c:v>
                </c:pt>
                <c:pt idx="403">
                  <c:v>0.80600000000000005</c:v>
                </c:pt>
                <c:pt idx="404">
                  <c:v>0.80800000000000005</c:v>
                </c:pt>
                <c:pt idx="405">
                  <c:v>0.81</c:v>
                </c:pt>
                <c:pt idx="406">
                  <c:v>0.81200000000000006</c:v>
                </c:pt>
                <c:pt idx="407">
                  <c:v>0.81399999999999995</c:v>
                </c:pt>
                <c:pt idx="408">
                  <c:v>0.81599999999999995</c:v>
                </c:pt>
                <c:pt idx="409">
                  <c:v>0.81799999999999995</c:v>
                </c:pt>
                <c:pt idx="410">
                  <c:v>0.82</c:v>
                </c:pt>
                <c:pt idx="411">
                  <c:v>0.82199999999999995</c:v>
                </c:pt>
                <c:pt idx="412">
                  <c:v>0.82399999999999995</c:v>
                </c:pt>
                <c:pt idx="413">
                  <c:v>0.82599999999999996</c:v>
                </c:pt>
                <c:pt idx="414">
                  <c:v>0.82799999999999996</c:v>
                </c:pt>
                <c:pt idx="415">
                  <c:v>0.83</c:v>
                </c:pt>
                <c:pt idx="416">
                  <c:v>0.83199999999999996</c:v>
                </c:pt>
                <c:pt idx="417">
                  <c:v>0.83399999999999996</c:v>
                </c:pt>
                <c:pt idx="418">
                  <c:v>0.83599999999999997</c:v>
                </c:pt>
                <c:pt idx="419">
                  <c:v>0.83799999999999997</c:v>
                </c:pt>
                <c:pt idx="420">
                  <c:v>0.84</c:v>
                </c:pt>
                <c:pt idx="421">
                  <c:v>0.84199999999999997</c:v>
                </c:pt>
                <c:pt idx="422">
                  <c:v>0.84399999999999997</c:v>
                </c:pt>
                <c:pt idx="423">
                  <c:v>0.84599999999999997</c:v>
                </c:pt>
                <c:pt idx="424">
                  <c:v>0.84799999999999998</c:v>
                </c:pt>
                <c:pt idx="425">
                  <c:v>0.85</c:v>
                </c:pt>
                <c:pt idx="426">
                  <c:v>0.85199999999999998</c:v>
                </c:pt>
                <c:pt idx="427">
                  <c:v>0.85399999999999998</c:v>
                </c:pt>
                <c:pt idx="428">
                  <c:v>0.85599999999999998</c:v>
                </c:pt>
                <c:pt idx="429">
                  <c:v>0.85799999999999998</c:v>
                </c:pt>
                <c:pt idx="430">
                  <c:v>0.86</c:v>
                </c:pt>
                <c:pt idx="431">
                  <c:v>0.86199999999999999</c:v>
                </c:pt>
                <c:pt idx="432">
                  <c:v>0.86399999999999999</c:v>
                </c:pt>
                <c:pt idx="433">
                  <c:v>0.86599999999999999</c:v>
                </c:pt>
                <c:pt idx="434">
                  <c:v>0.86799999999999999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0.88200000000000001</c:v>
                </c:pt>
                <c:pt idx="442">
                  <c:v>0.88400000000000001</c:v>
                </c:pt>
                <c:pt idx="443">
                  <c:v>0.88600000000000001</c:v>
                </c:pt>
                <c:pt idx="444">
                  <c:v>0.88800000000000001</c:v>
                </c:pt>
                <c:pt idx="445">
                  <c:v>0.89</c:v>
                </c:pt>
                <c:pt idx="446">
                  <c:v>0.89200000000000002</c:v>
                </c:pt>
                <c:pt idx="447">
                  <c:v>0.89400000000000002</c:v>
                </c:pt>
                <c:pt idx="448">
                  <c:v>0.89600000000000002</c:v>
                </c:pt>
                <c:pt idx="449">
                  <c:v>0.89800000000000002</c:v>
                </c:pt>
                <c:pt idx="450">
                  <c:v>0.9</c:v>
                </c:pt>
                <c:pt idx="451">
                  <c:v>0.90200000000000002</c:v>
                </c:pt>
                <c:pt idx="452">
                  <c:v>0.90400000000000003</c:v>
                </c:pt>
                <c:pt idx="453">
                  <c:v>0.90600000000000003</c:v>
                </c:pt>
                <c:pt idx="454">
                  <c:v>0.90800000000000003</c:v>
                </c:pt>
                <c:pt idx="455">
                  <c:v>0.91</c:v>
                </c:pt>
                <c:pt idx="456">
                  <c:v>0.91200000000000003</c:v>
                </c:pt>
                <c:pt idx="457">
                  <c:v>0.91400000000000003</c:v>
                </c:pt>
                <c:pt idx="458">
                  <c:v>0.91600000000000004</c:v>
                </c:pt>
                <c:pt idx="459">
                  <c:v>0.91800000000000004</c:v>
                </c:pt>
                <c:pt idx="460">
                  <c:v>0.92</c:v>
                </c:pt>
                <c:pt idx="461">
                  <c:v>0.92200000000000004</c:v>
                </c:pt>
                <c:pt idx="462">
                  <c:v>0.92400000000000004</c:v>
                </c:pt>
                <c:pt idx="463">
                  <c:v>0.92600000000000005</c:v>
                </c:pt>
                <c:pt idx="464">
                  <c:v>0.92800000000000005</c:v>
                </c:pt>
                <c:pt idx="465">
                  <c:v>0.93</c:v>
                </c:pt>
                <c:pt idx="466">
                  <c:v>0.93200000000000005</c:v>
                </c:pt>
                <c:pt idx="467">
                  <c:v>0.93400000000000005</c:v>
                </c:pt>
                <c:pt idx="468">
                  <c:v>0.93600000000000005</c:v>
                </c:pt>
                <c:pt idx="469">
                  <c:v>0.93799999999999994</c:v>
                </c:pt>
                <c:pt idx="470">
                  <c:v>0.94</c:v>
                </c:pt>
                <c:pt idx="471">
                  <c:v>0.94199999999999995</c:v>
                </c:pt>
                <c:pt idx="472">
                  <c:v>0.94399999999999995</c:v>
                </c:pt>
                <c:pt idx="473">
                  <c:v>0.94599999999999995</c:v>
                </c:pt>
                <c:pt idx="474">
                  <c:v>0.94799999999999995</c:v>
                </c:pt>
                <c:pt idx="475">
                  <c:v>0.95</c:v>
                </c:pt>
                <c:pt idx="476">
                  <c:v>0.95199999999999996</c:v>
                </c:pt>
                <c:pt idx="477">
                  <c:v>0.95399999999999996</c:v>
                </c:pt>
                <c:pt idx="478">
                  <c:v>0.95599999999999996</c:v>
                </c:pt>
                <c:pt idx="479">
                  <c:v>0.95799999999999996</c:v>
                </c:pt>
                <c:pt idx="480">
                  <c:v>0.96</c:v>
                </c:pt>
                <c:pt idx="481">
                  <c:v>0.96199999999999997</c:v>
                </c:pt>
                <c:pt idx="482">
                  <c:v>0.96399999999999997</c:v>
                </c:pt>
                <c:pt idx="483">
                  <c:v>0.96599999999999997</c:v>
                </c:pt>
                <c:pt idx="484">
                  <c:v>0.96799999999999997</c:v>
                </c:pt>
                <c:pt idx="485">
                  <c:v>0.97</c:v>
                </c:pt>
                <c:pt idx="486">
                  <c:v>0.97199999999999998</c:v>
                </c:pt>
                <c:pt idx="487">
                  <c:v>0.97399999999999998</c:v>
                </c:pt>
                <c:pt idx="488">
                  <c:v>0.97599999999999998</c:v>
                </c:pt>
                <c:pt idx="489">
                  <c:v>0.97799999999999998</c:v>
                </c:pt>
                <c:pt idx="490">
                  <c:v>0.98</c:v>
                </c:pt>
                <c:pt idx="491">
                  <c:v>0.98199999999999998</c:v>
                </c:pt>
                <c:pt idx="492">
                  <c:v>0.98399999999999999</c:v>
                </c:pt>
                <c:pt idx="493">
                  <c:v>0.98599999999999999</c:v>
                </c:pt>
                <c:pt idx="494">
                  <c:v>0.98799999999999999</c:v>
                </c:pt>
                <c:pt idx="495">
                  <c:v>0.99</c:v>
                </c:pt>
                <c:pt idx="496">
                  <c:v>0.99199999999999999</c:v>
                </c:pt>
                <c:pt idx="497">
                  <c:v>0.99399999999999999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1.0580000000000001</c:v>
                </c:pt>
                <c:pt idx="530">
                  <c:v>1.06</c:v>
                </c:pt>
                <c:pt idx="531">
                  <c:v>1.0620000000000001</c:v>
                </c:pt>
                <c:pt idx="532">
                  <c:v>1.0640000000000001</c:v>
                </c:pt>
                <c:pt idx="533">
                  <c:v>1.0660000000000001</c:v>
                </c:pt>
                <c:pt idx="534">
                  <c:v>1.0680000000000001</c:v>
                </c:pt>
                <c:pt idx="535">
                  <c:v>1.07</c:v>
                </c:pt>
                <c:pt idx="536">
                  <c:v>1.0720000000000001</c:v>
                </c:pt>
                <c:pt idx="537">
                  <c:v>1.0740000000000001</c:v>
                </c:pt>
                <c:pt idx="538">
                  <c:v>1.0760000000000001</c:v>
                </c:pt>
                <c:pt idx="539">
                  <c:v>1.0780000000000001</c:v>
                </c:pt>
                <c:pt idx="540">
                  <c:v>1.08</c:v>
                </c:pt>
                <c:pt idx="541">
                  <c:v>1.0820000000000001</c:v>
                </c:pt>
                <c:pt idx="542">
                  <c:v>1.0840000000000001</c:v>
                </c:pt>
                <c:pt idx="543">
                  <c:v>1.0860000000000001</c:v>
                </c:pt>
                <c:pt idx="544">
                  <c:v>1.0880000000000001</c:v>
                </c:pt>
                <c:pt idx="545">
                  <c:v>1.0900000000000001</c:v>
                </c:pt>
                <c:pt idx="546">
                  <c:v>1.0920000000000001</c:v>
                </c:pt>
                <c:pt idx="547">
                  <c:v>1.0940000000000001</c:v>
                </c:pt>
                <c:pt idx="548">
                  <c:v>1.0960000000000001</c:v>
                </c:pt>
                <c:pt idx="549">
                  <c:v>1.0980000000000001</c:v>
                </c:pt>
                <c:pt idx="550">
                  <c:v>1.1000000000000001</c:v>
                </c:pt>
                <c:pt idx="551">
                  <c:v>1.1020000000000001</c:v>
                </c:pt>
                <c:pt idx="552">
                  <c:v>1.1040000000000001</c:v>
                </c:pt>
                <c:pt idx="553">
                  <c:v>1.1060000000000001</c:v>
                </c:pt>
                <c:pt idx="554">
                  <c:v>1.1080000000000001</c:v>
                </c:pt>
                <c:pt idx="555">
                  <c:v>1.1100000000000001</c:v>
                </c:pt>
                <c:pt idx="556">
                  <c:v>1.1120000000000001</c:v>
                </c:pt>
                <c:pt idx="557">
                  <c:v>1.1140000000000001</c:v>
                </c:pt>
                <c:pt idx="558">
                  <c:v>1.1160000000000001</c:v>
                </c:pt>
                <c:pt idx="559">
                  <c:v>1.1180000000000001</c:v>
                </c:pt>
                <c:pt idx="560">
                  <c:v>1.1200000000000001</c:v>
                </c:pt>
                <c:pt idx="561">
                  <c:v>1.1220000000000001</c:v>
                </c:pt>
                <c:pt idx="562">
                  <c:v>1.1240000000000001</c:v>
                </c:pt>
                <c:pt idx="563">
                  <c:v>1.1259999999999999</c:v>
                </c:pt>
                <c:pt idx="564">
                  <c:v>1.1279999999999999</c:v>
                </c:pt>
                <c:pt idx="565">
                  <c:v>1.1299999999999999</c:v>
                </c:pt>
                <c:pt idx="566">
                  <c:v>1.1319999999999999</c:v>
                </c:pt>
                <c:pt idx="567">
                  <c:v>1.1339999999999999</c:v>
                </c:pt>
                <c:pt idx="568">
                  <c:v>1.1359999999999999</c:v>
                </c:pt>
                <c:pt idx="569">
                  <c:v>1.1379999999999999</c:v>
                </c:pt>
                <c:pt idx="570">
                  <c:v>1.1399999999999999</c:v>
                </c:pt>
                <c:pt idx="571">
                  <c:v>1.1419999999999999</c:v>
                </c:pt>
                <c:pt idx="572">
                  <c:v>1.1439999999999999</c:v>
                </c:pt>
                <c:pt idx="573">
                  <c:v>1.1459999999999999</c:v>
                </c:pt>
                <c:pt idx="574">
                  <c:v>1.1479999999999999</c:v>
                </c:pt>
                <c:pt idx="575">
                  <c:v>1.1499999999999999</c:v>
                </c:pt>
                <c:pt idx="576">
                  <c:v>1.1519999999999999</c:v>
                </c:pt>
                <c:pt idx="577">
                  <c:v>1.1539999999999999</c:v>
                </c:pt>
                <c:pt idx="578">
                  <c:v>1.1559999999999999</c:v>
                </c:pt>
                <c:pt idx="579">
                  <c:v>1.1579999999999999</c:v>
                </c:pt>
                <c:pt idx="580">
                  <c:v>1.1599999999999999</c:v>
                </c:pt>
                <c:pt idx="581">
                  <c:v>1.1619999999999999</c:v>
                </c:pt>
                <c:pt idx="582">
                  <c:v>1.1639999999999999</c:v>
                </c:pt>
                <c:pt idx="583">
                  <c:v>1.1659999999999999</c:v>
                </c:pt>
                <c:pt idx="584">
                  <c:v>1.1679999999999999</c:v>
                </c:pt>
                <c:pt idx="585">
                  <c:v>1.17</c:v>
                </c:pt>
                <c:pt idx="586">
                  <c:v>1.1719999999999999</c:v>
                </c:pt>
                <c:pt idx="587">
                  <c:v>1.1739999999999999</c:v>
                </c:pt>
                <c:pt idx="588">
                  <c:v>1.1759999999999999</c:v>
                </c:pt>
                <c:pt idx="589">
                  <c:v>1.1779999999999999</c:v>
                </c:pt>
                <c:pt idx="590">
                  <c:v>1.18</c:v>
                </c:pt>
                <c:pt idx="591">
                  <c:v>1.1819999999999999</c:v>
                </c:pt>
                <c:pt idx="592">
                  <c:v>1.1839999999999999</c:v>
                </c:pt>
                <c:pt idx="593">
                  <c:v>1.1859999999999999</c:v>
                </c:pt>
                <c:pt idx="594">
                  <c:v>1.1879999999999999</c:v>
                </c:pt>
                <c:pt idx="595">
                  <c:v>1.19</c:v>
                </c:pt>
                <c:pt idx="596">
                  <c:v>1.1919999999999999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  <c:pt idx="616">
                  <c:v>1.232</c:v>
                </c:pt>
                <c:pt idx="617">
                  <c:v>1.234</c:v>
                </c:pt>
                <c:pt idx="618">
                  <c:v>1.236</c:v>
                </c:pt>
                <c:pt idx="619">
                  <c:v>1.238</c:v>
                </c:pt>
                <c:pt idx="620">
                  <c:v>1.24</c:v>
                </c:pt>
                <c:pt idx="621">
                  <c:v>1.242</c:v>
                </c:pt>
                <c:pt idx="622">
                  <c:v>1.244</c:v>
                </c:pt>
                <c:pt idx="623">
                  <c:v>1.246</c:v>
                </c:pt>
                <c:pt idx="624">
                  <c:v>1.248</c:v>
                </c:pt>
                <c:pt idx="625">
                  <c:v>1.25</c:v>
                </c:pt>
                <c:pt idx="626">
                  <c:v>1.252</c:v>
                </c:pt>
                <c:pt idx="627">
                  <c:v>1.254</c:v>
                </c:pt>
                <c:pt idx="628">
                  <c:v>1.256</c:v>
                </c:pt>
                <c:pt idx="629">
                  <c:v>1.258</c:v>
                </c:pt>
                <c:pt idx="630">
                  <c:v>1.26</c:v>
                </c:pt>
                <c:pt idx="631">
                  <c:v>1.262</c:v>
                </c:pt>
                <c:pt idx="632">
                  <c:v>1.264</c:v>
                </c:pt>
                <c:pt idx="633">
                  <c:v>1.266</c:v>
                </c:pt>
                <c:pt idx="634">
                  <c:v>1.268</c:v>
                </c:pt>
                <c:pt idx="635">
                  <c:v>1.27</c:v>
                </c:pt>
                <c:pt idx="636">
                  <c:v>1.272</c:v>
                </c:pt>
                <c:pt idx="637">
                  <c:v>1.274</c:v>
                </c:pt>
                <c:pt idx="638">
                  <c:v>1.276</c:v>
                </c:pt>
                <c:pt idx="639">
                  <c:v>1.278</c:v>
                </c:pt>
                <c:pt idx="640">
                  <c:v>1.28</c:v>
                </c:pt>
                <c:pt idx="641">
                  <c:v>1.282</c:v>
                </c:pt>
                <c:pt idx="642">
                  <c:v>1.284</c:v>
                </c:pt>
                <c:pt idx="643">
                  <c:v>1.286</c:v>
                </c:pt>
                <c:pt idx="644">
                  <c:v>1.288</c:v>
                </c:pt>
                <c:pt idx="645">
                  <c:v>1.29</c:v>
                </c:pt>
                <c:pt idx="646">
                  <c:v>1.292</c:v>
                </c:pt>
                <c:pt idx="647">
                  <c:v>1.294</c:v>
                </c:pt>
                <c:pt idx="648">
                  <c:v>1.296</c:v>
                </c:pt>
                <c:pt idx="649">
                  <c:v>1.298</c:v>
                </c:pt>
                <c:pt idx="650">
                  <c:v>1.3</c:v>
                </c:pt>
                <c:pt idx="651">
                  <c:v>1.302</c:v>
                </c:pt>
                <c:pt idx="652">
                  <c:v>1.304</c:v>
                </c:pt>
                <c:pt idx="653">
                  <c:v>1.306</c:v>
                </c:pt>
                <c:pt idx="654">
                  <c:v>1.3080000000000001</c:v>
                </c:pt>
                <c:pt idx="655">
                  <c:v>1.31</c:v>
                </c:pt>
                <c:pt idx="656">
                  <c:v>1.3120000000000001</c:v>
                </c:pt>
                <c:pt idx="657">
                  <c:v>1.3140000000000001</c:v>
                </c:pt>
                <c:pt idx="658">
                  <c:v>1.3160000000000001</c:v>
                </c:pt>
                <c:pt idx="659">
                  <c:v>1.3180000000000001</c:v>
                </c:pt>
                <c:pt idx="660">
                  <c:v>1.32</c:v>
                </c:pt>
                <c:pt idx="661">
                  <c:v>1.3220000000000001</c:v>
                </c:pt>
                <c:pt idx="662">
                  <c:v>1.3240000000000001</c:v>
                </c:pt>
                <c:pt idx="663">
                  <c:v>1.3260000000000001</c:v>
                </c:pt>
                <c:pt idx="664">
                  <c:v>1.3280000000000001</c:v>
                </c:pt>
                <c:pt idx="665">
                  <c:v>1.33</c:v>
                </c:pt>
                <c:pt idx="666">
                  <c:v>1.3320000000000001</c:v>
                </c:pt>
                <c:pt idx="667">
                  <c:v>1.3340000000000001</c:v>
                </c:pt>
                <c:pt idx="668">
                  <c:v>1.3360000000000001</c:v>
                </c:pt>
                <c:pt idx="669">
                  <c:v>1.3380000000000001</c:v>
                </c:pt>
                <c:pt idx="670">
                  <c:v>1.34</c:v>
                </c:pt>
                <c:pt idx="671">
                  <c:v>1.3420000000000001</c:v>
                </c:pt>
                <c:pt idx="672">
                  <c:v>1.3440000000000001</c:v>
                </c:pt>
                <c:pt idx="673">
                  <c:v>1.3460000000000001</c:v>
                </c:pt>
                <c:pt idx="674">
                  <c:v>1.3480000000000001</c:v>
                </c:pt>
                <c:pt idx="675">
                  <c:v>1.35</c:v>
                </c:pt>
                <c:pt idx="676">
                  <c:v>1.3520000000000001</c:v>
                </c:pt>
                <c:pt idx="677">
                  <c:v>1.3540000000000001</c:v>
                </c:pt>
                <c:pt idx="678">
                  <c:v>1.3560000000000001</c:v>
                </c:pt>
                <c:pt idx="679">
                  <c:v>1.3580000000000001</c:v>
                </c:pt>
                <c:pt idx="680">
                  <c:v>1.36</c:v>
                </c:pt>
                <c:pt idx="681">
                  <c:v>1.3620000000000001</c:v>
                </c:pt>
                <c:pt idx="682">
                  <c:v>1.3640000000000001</c:v>
                </c:pt>
                <c:pt idx="683">
                  <c:v>1.3660000000000001</c:v>
                </c:pt>
                <c:pt idx="684">
                  <c:v>1.3680000000000001</c:v>
                </c:pt>
                <c:pt idx="685">
                  <c:v>1.37</c:v>
                </c:pt>
                <c:pt idx="686">
                  <c:v>1.3720000000000001</c:v>
                </c:pt>
                <c:pt idx="687">
                  <c:v>1.3740000000000001</c:v>
                </c:pt>
                <c:pt idx="688">
                  <c:v>1.3759999999999999</c:v>
                </c:pt>
                <c:pt idx="689">
                  <c:v>1.3779999999999999</c:v>
                </c:pt>
                <c:pt idx="690">
                  <c:v>1.38</c:v>
                </c:pt>
                <c:pt idx="691">
                  <c:v>1.3819999999999999</c:v>
                </c:pt>
                <c:pt idx="692">
                  <c:v>1.3839999999999999</c:v>
                </c:pt>
                <c:pt idx="693">
                  <c:v>1.3859999999999999</c:v>
                </c:pt>
                <c:pt idx="694">
                  <c:v>1.3879999999999999</c:v>
                </c:pt>
                <c:pt idx="695">
                  <c:v>1.39</c:v>
                </c:pt>
                <c:pt idx="696">
                  <c:v>1.3919999999999999</c:v>
                </c:pt>
                <c:pt idx="697">
                  <c:v>1.3939999999999999</c:v>
                </c:pt>
                <c:pt idx="698">
                  <c:v>1.3959999999999999</c:v>
                </c:pt>
                <c:pt idx="699">
                  <c:v>1.3979999999999999</c:v>
                </c:pt>
                <c:pt idx="700">
                  <c:v>1.4</c:v>
                </c:pt>
                <c:pt idx="701">
                  <c:v>1.4019999999999999</c:v>
                </c:pt>
                <c:pt idx="702">
                  <c:v>1.4039999999999999</c:v>
                </c:pt>
                <c:pt idx="703">
                  <c:v>1.4059999999999999</c:v>
                </c:pt>
                <c:pt idx="704">
                  <c:v>1.4079999999999999</c:v>
                </c:pt>
                <c:pt idx="705">
                  <c:v>1.41</c:v>
                </c:pt>
                <c:pt idx="706">
                  <c:v>1.4119999999999999</c:v>
                </c:pt>
                <c:pt idx="707">
                  <c:v>1.4139999999999999</c:v>
                </c:pt>
                <c:pt idx="708">
                  <c:v>1.4159999999999999</c:v>
                </c:pt>
                <c:pt idx="709">
                  <c:v>1.4179999999999999</c:v>
                </c:pt>
                <c:pt idx="710">
                  <c:v>1.42</c:v>
                </c:pt>
                <c:pt idx="711">
                  <c:v>1.4219999999999999</c:v>
                </c:pt>
                <c:pt idx="712">
                  <c:v>1.4239999999999999</c:v>
                </c:pt>
                <c:pt idx="713">
                  <c:v>1.4259999999999999</c:v>
                </c:pt>
                <c:pt idx="714">
                  <c:v>1.4279999999999999</c:v>
                </c:pt>
                <c:pt idx="715">
                  <c:v>1.43</c:v>
                </c:pt>
                <c:pt idx="716">
                  <c:v>1.4319999999999999</c:v>
                </c:pt>
                <c:pt idx="717">
                  <c:v>1.4339999999999999</c:v>
                </c:pt>
                <c:pt idx="718">
                  <c:v>1.4359999999999999</c:v>
                </c:pt>
                <c:pt idx="719">
                  <c:v>1.4379999999999999</c:v>
                </c:pt>
                <c:pt idx="720">
                  <c:v>1.44</c:v>
                </c:pt>
                <c:pt idx="721">
                  <c:v>1.4419999999999999</c:v>
                </c:pt>
                <c:pt idx="722">
                  <c:v>1.444</c:v>
                </c:pt>
                <c:pt idx="723">
                  <c:v>1.446</c:v>
                </c:pt>
                <c:pt idx="724">
                  <c:v>1.448</c:v>
                </c:pt>
                <c:pt idx="725">
                  <c:v>1.45</c:v>
                </c:pt>
                <c:pt idx="726">
                  <c:v>1.452</c:v>
                </c:pt>
                <c:pt idx="727">
                  <c:v>1.454</c:v>
                </c:pt>
                <c:pt idx="728">
                  <c:v>1.456</c:v>
                </c:pt>
                <c:pt idx="729">
                  <c:v>1.458</c:v>
                </c:pt>
                <c:pt idx="730">
                  <c:v>1.46</c:v>
                </c:pt>
                <c:pt idx="731">
                  <c:v>1.462</c:v>
                </c:pt>
                <c:pt idx="732">
                  <c:v>1.464</c:v>
                </c:pt>
                <c:pt idx="733">
                  <c:v>1.466</c:v>
                </c:pt>
                <c:pt idx="734">
                  <c:v>1.468</c:v>
                </c:pt>
                <c:pt idx="735">
                  <c:v>1.47</c:v>
                </c:pt>
                <c:pt idx="736">
                  <c:v>1.472</c:v>
                </c:pt>
                <c:pt idx="737">
                  <c:v>1.474</c:v>
                </c:pt>
                <c:pt idx="738">
                  <c:v>1.476</c:v>
                </c:pt>
                <c:pt idx="739">
                  <c:v>1.478</c:v>
                </c:pt>
                <c:pt idx="740">
                  <c:v>1.48</c:v>
                </c:pt>
                <c:pt idx="741">
                  <c:v>1.482</c:v>
                </c:pt>
                <c:pt idx="742">
                  <c:v>1.484</c:v>
                </c:pt>
                <c:pt idx="743">
                  <c:v>1.486</c:v>
                </c:pt>
                <c:pt idx="744">
                  <c:v>1.488</c:v>
                </c:pt>
                <c:pt idx="745">
                  <c:v>1.49</c:v>
                </c:pt>
                <c:pt idx="746">
                  <c:v>1.492</c:v>
                </c:pt>
                <c:pt idx="747">
                  <c:v>1.494</c:v>
                </c:pt>
                <c:pt idx="748">
                  <c:v>1.496</c:v>
                </c:pt>
                <c:pt idx="749">
                  <c:v>1.498</c:v>
                </c:pt>
                <c:pt idx="750">
                  <c:v>1.5</c:v>
                </c:pt>
                <c:pt idx="751">
                  <c:v>1.502</c:v>
                </c:pt>
                <c:pt idx="752">
                  <c:v>1.504</c:v>
                </c:pt>
                <c:pt idx="753">
                  <c:v>1.506</c:v>
                </c:pt>
                <c:pt idx="754">
                  <c:v>1.508</c:v>
                </c:pt>
                <c:pt idx="755">
                  <c:v>1.51</c:v>
                </c:pt>
                <c:pt idx="756">
                  <c:v>1.512</c:v>
                </c:pt>
                <c:pt idx="757">
                  <c:v>1.514</c:v>
                </c:pt>
                <c:pt idx="758">
                  <c:v>1.516</c:v>
                </c:pt>
                <c:pt idx="759">
                  <c:v>1.518</c:v>
                </c:pt>
                <c:pt idx="760">
                  <c:v>1.52</c:v>
                </c:pt>
                <c:pt idx="761">
                  <c:v>1.522</c:v>
                </c:pt>
                <c:pt idx="762">
                  <c:v>1.524</c:v>
                </c:pt>
                <c:pt idx="763">
                  <c:v>1.526</c:v>
                </c:pt>
                <c:pt idx="764">
                  <c:v>1.528</c:v>
                </c:pt>
                <c:pt idx="765">
                  <c:v>1.53</c:v>
                </c:pt>
                <c:pt idx="766">
                  <c:v>1.532</c:v>
                </c:pt>
                <c:pt idx="767">
                  <c:v>1.534</c:v>
                </c:pt>
                <c:pt idx="768">
                  <c:v>1.536</c:v>
                </c:pt>
                <c:pt idx="769">
                  <c:v>1.538</c:v>
                </c:pt>
                <c:pt idx="770">
                  <c:v>1.54</c:v>
                </c:pt>
                <c:pt idx="771">
                  <c:v>1.542</c:v>
                </c:pt>
                <c:pt idx="772">
                  <c:v>1.544</c:v>
                </c:pt>
                <c:pt idx="773">
                  <c:v>1.546</c:v>
                </c:pt>
                <c:pt idx="774">
                  <c:v>1.548</c:v>
                </c:pt>
                <c:pt idx="775">
                  <c:v>1.55</c:v>
                </c:pt>
                <c:pt idx="776">
                  <c:v>1.552</c:v>
                </c:pt>
                <c:pt idx="777">
                  <c:v>1.554</c:v>
                </c:pt>
                <c:pt idx="778">
                  <c:v>1.556</c:v>
                </c:pt>
                <c:pt idx="779">
                  <c:v>1.5580000000000001</c:v>
                </c:pt>
                <c:pt idx="780">
                  <c:v>1.56</c:v>
                </c:pt>
                <c:pt idx="781">
                  <c:v>1.5620000000000001</c:v>
                </c:pt>
                <c:pt idx="782">
                  <c:v>1.5640000000000001</c:v>
                </c:pt>
                <c:pt idx="783">
                  <c:v>1.5660000000000001</c:v>
                </c:pt>
                <c:pt idx="784">
                  <c:v>1.5680000000000001</c:v>
                </c:pt>
                <c:pt idx="785">
                  <c:v>1.57</c:v>
                </c:pt>
                <c:pt idx="786">
                  <c:v>1.5720000000000001</c:v>
                </c:pt>
                <c:pt idx="787">
                  <c:v>1.5740000000000001</c:v>
                </c:pt>
                <c:pt idx="788">
                  <c:v>1.5760000000000001</c:v>
                </c:pt>
                <c:pt idx="789">
                  <c:v>1.5780000000000001</c:v>
                </c:pt>
                <c:pt idx="790">
                  <c:v>1.58</c:v>
                </c:pt>
                <c:pt idx="791">
                  <c:v>1.5820000000000001</c:v>
                </c:pt>
                <c:pt idx="792">
                  <c:v>1.5840000000000001</c:v>
                </c:pt>
                <c:pt idx="793">
                  <c:v>1.5860000000000001</c:v>
                </c:pt>
                <c:pt idx="794">
                  <c:v>1.5880000000000001</c:v>
                </c:pt>
                <c:pt idx="795">
                  <c:v>1.59</c:v>
                </c:pt>
                <c:pt idx="796">
                  <c:v>1.5920000000000001</c:v>
                </c:pt>
                <c:pt idx="797">
                  <c:v>1.5940000000000001</c:v>
                </c:pt>
                <c:pt idx="798">
                  <c:v>1.5960000000000001</c:v>
                </c:pt>
                <c:pt idx="799">
                  <c:v>1.5980000000000001</c:v>
                </c:pt>
                <c:pt idx="800">
                  <c:v>1.6</c:v>
                </c:pt>
                <c:pt idx="801">
                  <c:v>1.6020000000000001</c:v>
                </c:pt>
                <c:pt idx="802">
                  <c:v>1.6040000000000001</c:v>
                </c:pt>
                <c:pt idx="803">
                  <c:v>1.6060000000000001</c:v>
                </c:pt>
                <c:pt idx="804">
                  <c:v>1.6080000000000001</c:v>
                </c:pt>
                <c:pt idx="805">
                  <c:v>1.61</c:v>
                </c:pt>
                <c:pt idx="806">
                  <c:v>1.6120000000000001</c:v>
                </c:pt>
                <c:pt idx="807">
                  <c:v>1.6140000000000001</c:v>
                </c:pt>
                <c:pt idx="808">
                  <c:v>1.6160000000000001</c:v>
                </c:pt>
                <c:pt idx="809">
                  <c:v>1.6180000000000001</c:v>
                </c:pt>
                <c:pt idx="810">
                  <c:v>1.62</c:v>
                </c:pt>
                <c:pt idx="811">
                  <c:v>1.6220000000000001</c:v>
                </c:pt>
                <c:pt idx="812">
                  <c:v>1.6240000000000001</c:v>
                </c:pt>
                <c:pt idx="813">
                  <c:v>1.6259999999999999</c:v>
                </c:pt>
                <c:pt idx="814">
                  <c:v>1.6279999999999999</c:v>
                </c:pt>
                <c:pt idx="815">
                  <c:v>1.63</c:v>
                </c:pt>
                <c:pt idx="816">
                  <c:v>1.6319999999999999</c:v>
                </c:pt>
                <c:pt idx="817">
                  <c:v>1.6339999999999999</c:v>
                </c:pt>
                <c:pt idx="818">
                  <c:v>1.6359999999999999</c:v>
                </c:pt>
                <c:pt idx="819">
                  <c:v>1.6379999999999999</c:v>
                </c:pt>
                <c:pt idx="820">
                  <c:v>1.64</c:v>
                </c:pt>
                <c:pt idx="821">
                  <c:v>1.6419999999999999</c:v>
                </c:pt>
                <c:pt idx="822">
                  <c:v>1.6439999999999999</c:v>
                </c:pt>
                <c:pt idx="823">
                  <c:v>1.6459999999999999</c:v>
                </c:pt>
                <c:pt idx="824">
                  <c:v>1.6479999999999999</c:v>
                </c:pt>
                <c:pt idx="825">
                  <c:v>1.65</c:v>
                </c:pt>
                <c:pt idx="826">
                  <c:v>1.6519999999999999</c:v>
                </c:pt>
                <c:pt idx="827">
                  <c:v>1.6539999999999999</c:v>
                </c:pt>
                <c:pt idx="828">
                  <c:v>1.6559999999999999</c:v>
                </c:pt>
                <c:pt idx="829">
                  <c:v>1.6579999999999999</c:v>
                </c:pt>
                <c:pt idx="830">
                  <c:v>1.66</c:v>
                </c:pt>
                <c:pt idx="831">
                  <c:v>1.6619999999999999</c:v>
                </c:pt>
                <c:pt idx="832">
                  <c:v>1.6639999999999999</c:v>
                </c:pt>
                <c:pt idx="833">
                  <c:v>1.6659999999999999</c:v>
                </c:pt>
                <c:pt idx="834">
                  <c:v>1.6679999999999999</c:v>
                </c:pt>
                <c:pt idx="835">
                  <c:v>1.67</c:v>
                </c:pt>
                <c:pt idx="836">
                  <c:v>1.6719999999999999</c:v>
                </c:pt>
                <c:pt idx="837">
                  <c:v>1.6739999999999999</c:v>
                </c:pt>
                <c:pt idx="838">
                  <c:v>1.6759999999999999</c:v>
                </c:pt>
                <c:pt idx="839">
                  <c:v>1.6779999999999999</c:v>
                </c:pt>
                <c:pt idx="840">
                  <c:v>1.68</c:v>
                </c:pt>
                <c:pt idx="841">
                  <c:v>1.6819999999999999</c:v>
                </c:pt>
                <c:pt idx="842">
                  <c:v>1.6839999999999999</c:v>
                </c:pt>
                <c:pt idx="843">
                  <c:v>1.6859999999999999</c:v>
                </c:pt>
                <c:pt idx="844">
                  <c:v>1.6879999999999999</c:v>
                </c:pt>
                <c:pt idx="845">
                  <c:v>1.69</c:v>
                </c:pt>
                <c:pt idx="846">
                  <c:v>1.6919999999999999</c:v>
                </c:pt>
                <c:pt idx="847">
                  <c:v>1.694</c:v>
                </c:pt>
                <c:pt idx="848">
                  <c:v>1.696</c:v>
                </c:pt>
                <c:pt idx="849">
                  <c:v>1.698</c:v>
                </c:pt>
                <c:pt idx="850">
                  <c:v>1.7</c:v>
                </c:pt>
                <c:pt idx="851">
                  <c:v>1.702</c:v>
                </c:pt>
                <c:pt idx="852">
                  <c:v>1.704</c:v>
                </c:pt>
                <c:pt idx="853">
                  <c:v>1.706</c:v>
                </c:pt>
                <c:pt idx="854">
                  <c:v>1.708</c:v>
                </c:pt>
                <c:pt idx="855">
                  <c:v>1.71</c:v>
                </c:pt>
                <c:pt idx="856">
                  <c:v>1.712</c:v>
                </c:pt>
                <c:pt idx="857">
                  <c:v>1.714</c:v>
                </c:pt>
                <c:pt idx="858">
                  <c:v>1.716</c:v>
                </c:pt>
                <c:pt idx="859">
                  <c:v>1.718</c:v>
                </c:pt>
                <c:pt idx="860">
                  <c:v>1.72</c:v>
                </c:pt>
                <c:pt idx="861">
                  <c:v>1.722</c:v>
                </c:pt>
                <c:pt idx="862">
                  <c:v>1.724</c:v>
                </c:pt>
                <c:pt idx="863">
                  <c:v>1.726</c:v>
                </c:pt>
                <c:pt idx="864">
                  <c:v>1.728</c:v>
                </c:pt>
                <c:pt idx="865">
                  <c:v>1.73</c:v>
                </c:pt>
                <c:pt idx="866">
                  <c:v>1.732</c:v>
                </c:pt>
                <c:pt idx="867">
                  <c:v>1.734</c:v>
                </c:pt>
                <c:pt idx="868">
                  <c:v>1.736</c:v>
                </c:pt>
                <c:pt idx="869">
                  <c:v>1.738</c:v>
                </c:pt>
                <c:pt idx="870">
                  <c:v>1.74</c:v>
                </c:pt>
                <c:pt idx="871">
                  <c:v>1.742</c:v>
                </c:pt>
                <c:pt idx="872">
                  <c:v>1.744</c:v>
                </c:pt>
                <c:pt idx="873">
                  <c:v>1.746</c:v>
                </c:pt>
                <c:pt idx="874">
                  <c:v>1.748</c:v>
                </c:pt>
                <c:pt idx="875">
                  <c:v>1.75</c:v>
                </c:pt>
                <c:pt idx="876">
                  <c:v>1.752</c:v>
                </c:pt>
                <c:pt idx="877">
                  <c:v>1.754</c:v>
                </c:pt>
                <c:pt idx="878">
                  <c:v>1.756</c:v>
                </c:pt>
                <c:pt idx="879">
                  <c:v>1.758</c:v>
                </c:pt>
                <c:pt idx="880">
                  <c:v>1.76</c:v>
                </c:pt>
                <c:pt idx="881">
                  <c:v>1.762</c:v>
                </c:pt>
                <c:pt idx="882">
                  <c:v>1.764</c:v>
                </c:pt>
                <c:pt idx="883">
                  <c:v>1.766</c:v>
                </c:pt>
                <c:pt idx="884">
                  <c:v>1.768</c:v>
                </c:pt>
                <c:pt idx="885">
                  <c:v>1.77</c:v>
                </c:pt>
                <c:pt idx="886">
                  <c:v>1.772</c:v>
                </c:pt>
                <c:pt idx="887">
                  <c:v>1.774</c:v>
                </c:pt>
                <c:pt idx="888">
                  <c:v>1.776</c:v>
                </c:pt>
                <c:pt idx="889">
                  <c:v>1.778</c:v>
                </c:pt>
                <c:pt idx="890">
                  <c:v>1.78</c:v>
                </c:pt>
                <c:pt idx="891">
                  <c:v>1.782</c:v>
                </c:pt>
                <c:pt idx="892">
                  <c:v>1.784</c:v>
                </c:pt>
                <c:pt idx="893">
                  <c:v>1.786</c:v>
                </c:pt>
                <c:pt idx="894">
                  <c:v>1.788</c:v>
                </c:pt>
                <c:pt idx="895">
                  <c:v>1.79</c:v>
                </c:pt>
                <c:pt idx="896">
                  <c:v>1.792</c:v>
                </c:pt>
                <c:pt idx="897">
                  <c:v>1.794</c:v>
                </c:pt>
                <c:pt idx="898">
                  <c:v>1.796</c:v>
                </c:pt>
                <c:pt idx="899">
                  <c:v>1.798</c:v>
                </c:pt>
                <c:pt idx="900">
                  <c:v>1.8</c:v>
                </c:pt>
                <c:pt idx="901">
                  <c:v>1.802</c:v>
                </c:pt>
                <c:pt idx="902">
                  <c:v>1.804</c:v>
                </c:pt>
                <c:pt idx="903">
                  <c:v>1.806</c:v>
                </c:pt>
                <c:pt idx="904">
                  <c:v>1.8080000000000001</c:v>
                </c:pt>
                <c:pt idx="905">
                  <c:v>1.81</c:v>
                </c:pt>
                <c:pt idx="906">
                  <c:v>1.8120000000000001</c:v>
                </c:pt>
                <c:pt idx="907">
                  <c:v>1.8140000000000001</c:v>
                </c:pt>
                <c:pt idx="908">
                  <c:v>1.8160000000000001</c:v>
                </c:pt>
                <c:pt idx="909">
                  <c:v>1.8180000000000001</c:v>
                </c:pt>
                <c:pt idx="910">
                  <c:v>1.82</c:v>
                </c:pt>
                <c:pt idx="911">
                  <c:v>1.8220000000000001</c:v>
                </c:pt>
                <c:pt idx="912">
                  <c:v>1.8240000000000001</c:v>
                </c:pt>
                <c:pt idx="913">
                  <c:v>1.8260000000000001</c:v>
                </c:pt>
                <c:pt idx="914">
                  <c:v>1.8280000000000001</c:v>
                </c:pt>
                <c:pt idx="915">
                  <c:v>1.83</c:v>
                </c:pt>
                <c:pt idx="916">
                  <c:v>1.8320000000000001</c:v>
                </c:pt>
                <c:pt idx="917">
                  <c:v>1.8340000000000001</c:v>
                </c:pt>
                <c:pt idx="918">
                  <c:v>1.8360000000000001</c:v>
                </c:pt>
                <c:pt idx="919">
                  <c:v>1.8380000000000001</c:v>
                </c:pt>
                <c:pt idx="920">
                  <c:v>1.84</c:v>
                </c:pt>
                <c:pt idx="921">
                  <c:v>1.8420000000000001</c:v>
                </c:pt>
                <c:pt idx="922">
                  <c:v>1.8440000000000001</c:v>
                </c:pt>
                <c:pt idx="923">
                  <c:v>1.8460000000000001</c:v>
                </c:pt>
                <c:pt idx="924">
                  <c:v>1.8480000000000001</c:v>
                </c:pt>
                <c:pt idx="925">
                  <c:v>1.85</c:v>
                </c:pt>
                <c:pt idx="926">
                  <c:v>1.8520000000000001</c:v>
                </c:pt>
                <c:pt idx="927">
                  <c:v>1.8540000000000001</c:v>
                </c:pt>
                <c:pt idx="928">
                  <c:v>1.8560000000000001</c:v>
                </c:pt>
                <c:pt idx="929">
                  <c:v>1.8580000000000001</c:v>
                </c:pt>
                <c:pt idx="930">
                  <c:v>1.86</c:v>
                </c:pt>
                <c:pt idx="931">
                  <c:v>1.8620000000000001</c:v>
                </c:pt>
                <c:pt idx="932">
                  <c:v>1.8640000000000001</c:v>
                </c:pt>
                <c:pt idx="933">
                  <c:v>1.8660000000000001</c:v>
                </c:pt>
                <c:pt idx="934">
                  <c:v>1.8680000000000001</c:v>
                </c:pt>
                <c:pt idx="935">
                  <c:v>1.87</c:v>
                </c:pt>
                <c:pt idx="936">
                  <c:v>1.8720000000000001</c:v>
                </c:pt>
                <c:pt idx="937">
                  <c:v>1.8740000000000001</c:v>
                </c:pt>
                <c:pt idx="938">
                  <c:v>1.8759999999999999</c:v>
                </c:pt>
                <c:pt idx="939">
                  <c:v>1.8779999999999999</c:v>
                </c:pt>
                <c:pt idx="940">
                  <c:v>1.88</c:v>
                </c:pt>
                <c:pt idx="941">
                  <c:v>1.8819999999999999</c:v>
                </c:pt>
                <c:pt idx="942">
                  <c:v>1.8839999999999999</c:v>
                </c:pt>
                <c:pt idx="943">
                  <c:v>1.8859999999999999</c:v>
                </c:pt>
                <c:pt idx="944">
                  <c:v>1.8879999999999999</c:v>
                </c:pt>
                <c:pt idx="945">
                  <c:v>1.89</c:v>
                </c:pt>
                <c:pt idx="946">
                  <c:v>1.8919999999999999</c:v>
                </c:pt>
                <c:pt idx="947">
                  <c:v>1.8939999999999999</c:v>
                </c:pt>
                <c:pt idx="948">
                  <c:v>1.8959999999999999</c:v>
                </c:pt>
                <c:pt idx="949">
                  <c:v>1.8979999999999999</c:v>
                </c:pt>
                <c:pt idx="950">
                  <c:v>1.9</c:v>
                </c:pt>
                <c:pt idx="951">
                  <c:v>1.9019999999999999</c:v>
                </c:pt>
                <c:pt idx="952">
                  <c:v>1.9039999999999999</c:v>
                </c:pt>
                <c:pt idx="953">
                  <c:v>1.9059999999999999</c:v>
                </c:pt>
                <c:pt idx="954">
                  <c:v>1.9079999999999999</c:v>
                </c:pt>
                <c:pt idx="955">
                  <c:v>1.91</c:v>
                </c:pt>
                <c:pt idx="956">
                  <c:v>1.9119999999999999</c:v>
                </c:pt>
                <c:pt idx="957">
                  <c:v>1.9139999999999999</c:v>
                </c:pt>
                <c:pt idx="958">
                  <c:v>1.9159999999999999</c:v>
                </c:pt>
                <c:pt idx="959">
                  <c:v>1.9179999999999999</c:v>
                </c:pt>
                <c:pt idx="960">
                  <c:v>1.92</c:v>
                </c:pt>
                <c:pt idx="961">
                  <c:v>1.9219999999999999</c:v>
                </c:pt>
                <c:pt idx="962">
                  <c:v>1.9239999999999999</c:v>
                </c:pt>
                <c:pt idx="963">
                  <c:v>1.9259999999999999</c:v>
                </c:pt>
                <c:pt idx="964">
                  <c:v>1.9279999999999999</c:v>
                </c:pt>
                <c:pt idx="965">
                  <c:v>1.93</c:v>
                </c:pt>
                <c:pt idx="966">
                  <c:v>1.9319999999999999</c:v>
                </c:pt>
                <c:pt idx="967">
                  <c:v>1.9339999999999999</c:v>
                </c:pt>
                <c:pt idx="968">
                  <c:v>1.9359999999999999</c:v>
                </c:pt>
                <c:pt idx="969">
                  <c:v>1.9379999999999999</c:v>
                </c:pt>
                <c:pt idx="970">
                  <c:v>1.94</c:v>
                </c:pt>
                <c:pt idx="971">
                  <c:v>1.9419999999999999</c:v>
                </c:pt>
                <c:pt idx="972">
                  <c:v>1.944</c:v>
                </c:pt>
                <c:pt idx="973">
                  <c:v>1.946</c:v>
                </c:pt>
                <c:pt idx="974">
                  <c:v>1.948</c:v>
                </c:pt>
                <c:pt idx="975">
                  <c:v>1.95</c:v>
                </c:pt>
                <c:pt idx="976">
                  <c:v>1.952</c:v>
                </c:pt>
                <c:pt idx="977">
                  <c:v>1.954</c:v>
                </c:pt>
                <c:pt idx="978">
                  <c:v>1.956</c:v>
                </c:pt>
                <c:pt idx="979">
                  <c:v>1.958</c:v>
                </c:pt>
                <c:pt idx="980">
                  <c:v>1.96</c:v>
                </c:pt>
                <c:pt idx="981">
                  <c:v>1.962</c:v>
                </c:pt>
                <c:pt idx="982">
                  <c:v>1.964</c:v>
                </c:pt>
                <c:pt idx="983">
                  <c:v>1.966</c:v>
                </c:pt>
                <c:pt idx="984">
                  <c:v>1.968</c:v>
                </c:pt>
                <c:pt idx="985">
                  <c:v>1.97</c:v>
                </c:pt>
                <c:pt idx="986">
                  <c:v>1.972</c:v>
                </c:pt>
                <c:pt idx="987">
                  <c:v>1.974</c:v>
                </c:pt>
                <c:pt idx="988">
                  <c:v>1.976</c:v>
                </c:pt>
                <c:pt idx="989">
                  <c:v>1.978</c:v>
                </c:pt>
                <c:pt idx="990">
                  <c:v>1.98</c:v>
                </c:pt>
                <c:pt idx="991">
                  <c:v>1.982</c:v>
                </c:pt>
                <c:pt idx="992">
                  <c:v>1.984</c:v>
                </c:pt>
                <c:pt idx="993">
                  <c:v>1.986</c:v>
                </c:pt>
                <c:pt idx="994">
                  <c:v>1.988</c:v>
                </c:pt>
                <c:pt idx="995">
                  <c:v>1.99</c:v>
                </c:pt>
                <c:pt idx="996">
                  <c:v>1.992</c:v>
                </c:pt>
                <c:pt idx="997">
                  <c:v>1.994</c:v>
                </c:pt>
                <c:pt idx="998">
                  <c:v>1.996</c:v>
                </c:pt>
                <c:pt idx="999">
                  <c:v>1.998</c:v>
                </c:pt>
                <c:pt idx="1000">
                  <c:v>2</c:v>
                </c:pt>
                <c:pt idx="1001">
                  <c:v>2.0019999999999998</c:v>
                </c:pt>
                <c:pt idx="1002">
                  <c:v>2.004</c:v>
                </c:pt>
                <c:pt idx="1003">
                  <c:v>2.0059999999999998</c:v>
                </c:pt>
                <c:pt idx="1004">
                  <c:v>2.008</c:v>
                </c:pt>
                <c:pt idx="1005">
                  <c:v>2.0099999999999998</c:v>
                </c:pt>
                <c:pt idx="1006">
                  <c:v>2.012</c:v>
                </c:pt>
                <c:pt idx="1007">
                  <c:v>2.0139999999999998</c:v>
                </c:pt>
                <c:pt idx="1008">
                  <c:v>2.016</c:v>
                </c:pt>
                <c:pt idx="1009">
                  <c:v>2.0179999999999998</c:v>
                </c:pt>
                <c:pt idx="1010">
                  <c:v>2.02</c:v>
                </c:pt>
                <c:pt idx="1011">
                  <c:v>2.0219999999999998</c:v>
                </c:pt>
                <c:pt idx="1012">
                  <c:v>2.024</c:v>
                </c:pt>
                <c:pt idx="1013">
                  <c:v>2.0259999999999998</c:v>
                </c:pt>
                <c:pt idx="1014">
                  <c:v>2.028</c:v>
                </c:pt>
                <c:pt idx="1015">
                  <c:v>2.0299999999999998</c:v>
                </c:pt>
                <c:pt idx="1016">
                  <c:v>2.032</c:v>
                </c:pt>
                <c:pt idx="1017">
                  <c:v>2.0339999999999998</c:v>
                </c:pt>
                <c:pt idx="1018">
                  <c:v>2.036</c:v>
                </c:pt>
                <c:pt idx="1019">
                  <c:v>2.0379999999999998</c:v>
                </c:pt>
                <c:pt idx="1020">
                  <c:v>2.04</c:v>
                </c:pt>
                <c:pt idx="1021">
                  <c:v>2.0419999999999998</c:v>
                </c:pt>
                <c:pt idx="1022">
                  <c:v>2.044</c:v>
                </c:pt>
                <c:pt idx="1023">
                  <c:v>2.0459999999999998</c:v>
                </c:pt>
                <c:pt idx="1024">
                  <c:v>2.048</c:v>
                </c:pt>
                <c:pt idx="1025">
                  <c:v>2.0499999999999998</c:v>
                </c:pt>
                <c:pt idx="1026">
                  <c:v>2.052</c:v>
                </c:pt>
                <c:pt idx="1027">
                  <c:v>2.0539999999999998</c:v>
                </c:pt>
                <c:pt idx="1028">
                  <c:v>2.056</c:v>
                </c:pt>
                <c:pt idx="1029">
                  <c:v>2.0579999999999998</c:v>
                </c:pt>
                <c:pt idx="1030">
                  <c:v>2.06</c:v>
                </c:pt>
                <c:pt idx="1031">
                  <c:v>2.0619999999999998</c:v>
                </c:pt>
                <c:pt idx="1032">
                  <c:v>2.0640000000000001</c:v>
                </c:pt>
                <c:pt idx="1033">
                  <c:v>2.0659999999999998</c:v>
                </c:pt>
                <c:pt idx="1034">
                  <c:v>2.0680000000000001</c:v>
                </c:pt>
                <c:pt idx="1035">
                  <c:v>2.0699999999999998</c:v>
                </c:pt>
                <c:pt idx="1036">
                  <c:v>2.0720000000000001</c:v>
                </c:pt>
                <c:pt idx="1037">
                  <c:v>2.0739999999999998</c:v>
                </c:pt>
                <c:pt idx="1038">
                  <c:v>2.0760000000000001</c:v>
                </c:pt>
                <c:pt idx="1039">
                  <c:v>2.0779999999999998</c:v>
                </c:pt>
                <c:pt idx="1040">
                  <c:v>2.08</c:v>
                </c:pt>
                <c:pt idx="1041">
                  <c:v>2.0819999999999999</c:v>
                </c:pt>
                <c:pt idx="1042">
                  <c:v>2.0840000000000001</c:v>
                </c:pt>
                <c:pt idx="1043">
                  <c:v>2.0859999999999999</c:v>
                </c:pt>
                <c:pt idx="1044">
                  <c:v>2.0880000000000001</c:v>
                </c:pt>
                <c:pt idx="1045">
                  <c:v>2.09</c:v>
                </c:pt>
                <c:pt idx="1046">
                  <c:v>2.0920000000000001</c:v>
                </c:pt>
                <c:pt idx="1047">
                  <c:v>2.0939999999999999</c:v>
                </c:pt>
                <c:pt idx="1048">
                  <c:v>2.0960000000000001</c:v>
                </c:pt>
                <c:pt idx="1049">
                  <c:v>2.0979999999999999</c:v>
                </c:pt>
                <c:pt idx="1050">
                  <c:v>2.1</c:v>
                </c:pt>
                <c:pt idx="1051">
                  <c:v>2.1019999999999999</c:v>
                </c:pt>
                <c:pt idx="1052">
                  <c:v>2.1040000000000001</c:v>
                </c:pt>
                <c:pt idx="1053">
                  <c:v>2.1059999999999999</c:v>
                </c:pt>
                <c:pt idx="1054">
                  <c:v>2.1080000000000001</c:v>
                </c:pt>
                <c:pt idx="1055">
                  <c:v>2.11</c:v>
                </c:pt>
                <c:pt idx="1056">
                  <c:v>2.1120000000000001</c:v>
                </c:pt>
                <c:pt idx="1057">
                  <c:v>2.1139999999999999</c:v>
                </c:pt>
                <c:pt idx="1058">
                  <c:v>2.1160000000000001</c:v>
                </c:pt>
                <c:pt idx="1059">
                  <c:v>2.1179999999999999</c:v>
                </c:pt>
                <c:pt idx="1060">
                  <c:v>2.12</c:v>
                </c:pt>
                <c:pt idx="1061">
                  <c:v>2.1219999999999999</c:v>
                </c:pt>
                <c:pt idx="1062">
                  <c:v>2.1240000000000001</c:v>
                </c:pt>
                <c:pt idx="1063">
                  <c:v>2.1259999999999999</c:v>
                </c:pt>
                <c:pt idx="1064">
                  <c:v>2.1280000000000001</c:v>
                </c:pt>
                <c:pt idx="1065">
                  <c:v>2.13</c:v>
                </c:pt>
                <c:pt idx="1066">
                  <c:v>2.1320000000000001</c:v>
                </c:pt>
                <c:pt idx="1067">
                  <c:v>2.1339999999999999</c:v>
                </c:pt>
                <c:pt idx="1068">
                  <c:v>2.1360000000000001</c:v>
                </c:pt>
                <c:pt idx="1069">
                  <c:v>2.1379999999999999</c:v>
                </c:pt>
                <c:pt idx="1070">
                  <c:v>2.14</c:v>
                </c:pt>
                <c:pt idx="1071">
                  <c:v>2.1419999999999999</c:v>
                </c:pt>
                <c:pt idx="1072">
                  <c:v>2.1440000000000001</c:v>
                </c:pt>
                <c:pt idx="1073">
                  <c:v>2.1459999999999999</c:v>
                </c:pt>
                <c:pt idx="1074">
                  <c:v>2.1480000000000001</c:v>
                </c:pt>
                <c:pt idx="1075">
                  <c:v>2.15</c:v>
                </c:pt>
                <c:pt idx="1076">
                  <c:v>2.1520000000000001</c:v>
                </c:pt>
                <c:pt idx="1077">
                  <c:v>2.1539999999999999</c:v>
                </c:pt>
                <c:pt idx="1078">
                  <c:v>2.1560000000000001</c:v>
                </c:pt>
                <c:pt idx="1079">
                  <c:v>2.1579999999999999</c:v>
                </c:pt>
                <c:pt idx="1080">
                  <c:v>2.16</c:v>
                </c:pt>
                <c:pt idx="1081">
                  <c:v>2.1619999999999999</c:v>
                </c:pt>
                <c:pt idx="1082">
                  <c:v>2.1640000000000001</c:v>
                </c:pt>
                <c:pt idx="1083">
                  <c:v>2.1659999999999999</c:v>
                </c:pt>
                <c:pt idx="1084">
                  <c:v>2.1680000000000001</c:v>
                </c:pt>
                <c:pt idx="1085">
                  <c:v>2.17</c:v>
                </c:pt>
                <c:pt idx="1086">
                  <c:v>2.1720000000000002</c:v>
                </c:pt>
                <c:pt idx="1087">
                  <c:v>2.1739999999999999</c:v>
                </c:pt>
                <c:pt idx="1088">
                  <c:v>2.1760000000000002</c:v>
                </c:pt>
                <c:pt idx="1089">
                  <c:v>2.1779999999999999</c:v>
                </c:pt>
                <c:pt idx="1090">
                  <c:v>2.1800000000000002</c:v>
                </c:pt>
                <c:pt idx="1091">
                  <c:v>2.1819999999999999</c:v>
                </c:pt>
                <c:pt idx="1092">
                  <c:v>2.1840000000000002</c:v>
                </c:pt>
                <c:pt idx="1093">
                  <c:v>2.1859999999999999</c:v>
                </c:pt>
                <c:pt idx="1094">
                  <c:v>2.1880000000000002</c:v>
                </c:pt>
                <c:pt idx="1095">
                  <c:v>2.19</c:v>
                </c:pt>
                <c:pt idx="1096">
                  <c:v>2.1920000000000002</c:v>
                </c:pt>
                <c:pt idx="1097">
                  <c:v>2.194</c:v>
                </c:pt>
                <c:pt idx="1098">
                  <c:v>2.1960000000000002</c:v>
                </c:pt>
                <c:pt idx="1099">
                  <c:v>2.198</c:v>
                </c:pt>
                <c:pt idx="1100">
                  <c:v>2.2000000000000002</c:v>
                </c:pt>
                <c:pt idx="1101">
                  <c:v>2.202</c:v>
                </c:pt>
                <c:pt idx="1102">
                  <c:v>2.2040000000000002</c:v>
                </c:pt>
                <c:pt idx="1103">
                  <c:v>2.206</c:v>
                </c:pt>
                <c:pt idx="1104">
                  <c:v>2.2080000000000002</c:v>
                </c:pt>
                <c:pt idx="1105">
                  <c:v>2.21</c:v>
                </c:pt>
                <c:pt idx="1106">
                  <c:v>2.2120000000000002</c:v>
                </c:pt>
                <c:pt idx="1107">
                  <c:v>2.214</c:v>
                </c:pt>
                <c:pt idx="1108">
                  <c:v>2.2160000000000002</c:v>
                </c:pt>
                <c:pt idx="1109">
                  <c:v>2.218</c:v>
                </c:pt>
                <c:pt idx="1110">
                  <c:v>2.2200000000000002</c:v>
                </c:pt>
                <c:pt idx="1111">
                  <c:v>2.222</c:v>
                </c:pt>
                <c:pt idx="1112">
                  <c:v>2.2240000000000002</c:v>
                </c:pt>
                <c:pt idx="1113">
                  <c:v>2.226</c:v>
                </c:pt>
                <c:pt idx="1114">
                  <c:v>2.2280000000000002</c:v>
                </c:pt>
                <c:pt idx="1115">
                  <c:v>2.23</c:v>
                </c:pt>
                <c:pt idx="1116">
                  <c:v>2.2320000000000002</c:v>
                </c:pt>
                <c:pt idx="1117">
                  <c:v>2.234</c:v>
                </c:pt>
                <c:pt idx="1118">
                  <c:v>2.2360000000000002</c:v>
                </c:pt>
                <c:pt idx="1119">
                  <c:v>2.238</c:v>
                </c:pt>
                <c:pt idx="1120">
                  <c:v>2.2400000000000002</c:v>
                </c:pt>
                <c:pt idx="1121">
                  <c:v>2.242</c:v>
                </c:pt>
                <c:pt idx="1122">
                  <c:v>2.2440000000000002</c:v>
                </c:pt>
                <c:pt idx="1123">
                  <c:v>2.246</c:v>
                </c:pt>
                <c:pt idx="1124">
                  <c:v>2.2480000000000002</c:v>
                </c:pt>
                <c:pt idx="1125">
                  <c:v>2.25</c:v>
                </c:pt>
                <c:pt idx="1126">
                  <c:v>2.2519999999999998</c:v>
                </c:pt>
                <c:pt idx="1127">
                  <c:v>2.254</c:v>
                </c:pt>
                <c:pt idx="1128">
                  <c:v>2.2559999999999998</c:v>
                </c:pt>
                <c:pt idx="1129">
                  <c:v>2.258</c:v>
                </c:pt>
                <c:pt idx="1130">
                  <c:v>2.2599999999999998</c:v>
                </c:pt>
                <c:pt idx="1131">
                  <c:v>2.262</c:v>
                </c:pt>
                <c:pt idx="1132">
                  <c:v>2.2639999999999998</c:v>
                </c:pt>
                <c:pt idx="1133">
                  <c:v>2.266</c:v>
                </c:pt>
                <c:pt idx="1134">
                  <c:v>2.2679999999999998</c:v>
                </c:pt>
                <c:pt idx="1135">
                  <c:v>2.27</c:v>
                </c:pt>
                <c:pt idx="1136">
                  <c:v>2.2719999999999998</c:v>
                </c:pt>
                <c:pt idx="1137">
                  <c:v>2.274</c:v>
                </c:pt>
                <c:pt idx="1138">
                  <c:v>2.2759999999999998</c:v>
                </c:pt>
                <c:pt idx="1139">
                  <c:v>2.278</c:v>
                </c:pt>
                <c:pt idx="1140">
                  <c:v>2.2799999999999998</c:v>
                </c:pt>
                <c:pt idx="1141">
                  <c:v>2.282</c:v>
                </c:pt>
                <c:pt idx="1142">
                  <c:v>2.2839999999999998</c:v>
                </c:pt>
                <c:pt idx="1143">
                  <c:v>2.286</c:v>
                </c:pt>
                <c:pt idx="1144">
                  <c:v>2.2879999999999998</c:v>
                </c:pt>
                <c:pt idx="1145">
                  <c:v>2.29</c:v>
                </c:pt>
                <c:pt idx="1146">
                  <c:v>2.2919999999999998</c:v>
                </c:pt>
                <c:pt idx="1147">
                  <c:v>2.294</c:v>
                </c:pt>
                <c:pt idx="1148">
                  <c:v>2.2959999999999998</c:v>
                </c:pt>
                <c:pt idx="1149">
                  <c:v>2.298</c:v>
                </c:pt>
                <c:pt idx="1150">
                  <c:v>2.2999999999999998</c:v>
                </c:pt>
                <c:pt idx="1151">
                  <c:v>2.302</c:v>
                </c:pt>
                <c:pt idx="1152">
                  <c:v>2.3039999999999998</c:v>
                </c:pt>
                <c:pt idx="1153">
                  <c:v>2.306</c:v>
                </c:pt>
                <c:pt idx="1154">
                  <c:v>2.3079999999999998</c:v>
                </c:pt>
                <c:pt idx="1155">
                  <c:v>2.31</c:v>
                </c:pt>
                <c:pt idx="1156">
                  <c:v>2.3119999999999998</c:v>
                </c:pt>
                <c:pt idx="1157">
                  <c:v>2.3140000000000001</c:v>
                </c:pt>
                <c:pt idx="1158">
                  <c:v>2.3159999999999998</c:v>
                </c:pt>
                <c:pt idx="1159">
                  <c:v>2.3180000000000001</c:v>
                </c:pt>
                <c:pt idx="1160">
                  <c:v>2.3199999999999998</c:v>
                </c:pt>
                <c:pt idx="1161">
                  <c:v>2.3220000000000001</c:v>
                </c:pt>
                <c:pt idx="1162">
                  <c:v>2.3239999999999998</c:v>
                </c:pt>
                <c:pt idx="1163">
                  <c:v>2.3260000000000001</c:v>
                </c:pt>
                <c:pt idx="1164">
                  <c:v>2.3279999999999998</c:v>
                </c:pt>
                <c:pt idx="1165">
                  <c:v>2.33</c:v>
                </c:pt>
                <c:pt idx="1166">
                  <c:v>2.3319999999999999</c:v>
                </c:pt>
                <c:pt idx="1167">
                  <c:v>2.3340000000000001</c:v>
                </c:pt>
                <c:pt idx="1168">
                  <c:v>2.3359999999999999</c:v>
                </c:pt>
                <c:pt idx="1169">
                  <c:v>2.3380000000000001</c:v>
                </c:pt>
                <c:pt idx="1170">
                  <c:v>2.34</c:v>
                </c:pt>
                <c:pt idx="1171">
                  <c:v>2.3420000000000001</c:v>
                </c:pt>
                <c:pt idx="1172">
                  <c:v>2.3439999999999999</c:v>
                </c:pt>
                <c:pt idx="1173">
                  <c:v>2.3460000000000001</c:v>
                </c:pt>
                <c:pt idx="1174">
                  <c:v>2.3479999999999999</c:v>
                </c:pt>
                <c:pt idx="1175">
                  <c:v>2.35</c:v>
                </c:pt>
                <c:pt idx="1176">
                  <c:v>2.3519999999999999</c:v>
                </c:pt>
                <c:pt idx="1177">
                  <c:v>2.3540000000000001</c:v>
                </c:pt>
                <c:pt idx="1178">
                  <c:v>2.3559999999999999</c:v>
                </c:pt>
                <c:pt idx="1179">
                  <c:v>2.3580000000000001</c:v>
                </c:pt>
                <c:pt idx="1180">
                  <c:v>2.36</c:v>
                </c:pt>
                <c:pt idx="1181">
                  <c:v>2.3620000000000001</c:v>
                </c:pt>
                <c:pt idx="1182">
                  <c:v>2.3639999999999999</c:v>
                </c:pt>
                <c:pt idx="1183">
                  <c:v>2.3660000000000001</c:v>
                </c:pt>
                <c:pt idx="1184">
                  <c:v>2.3679999999999999</c:v>
                </c:pt>
                <c:pt idx="1185">
                  <c:v>2.37</c:v>
                </c:pt>
                <c:pt idx="1186">
                  <c:v>2.3719999999999999</c:v>
                </c:pt>
                <c:pt idx="1187">
                  <c:v>2.3740000000000001</c:v>
                </c:pt>
                <c:pt idx="1188">
                  <c:v>2.3759999999999999</c:v>
                </c:pt>
                <c:pt idx="1189">
                  <c:v>2.3780000000000001</c:v>
                </c:pt>
                <c:pt idx="1190">
                  <c:v>2.38</c:v>
                </c:pt>
                <c:pt idx="1191">
                  <c:v>2.3820000000000001</c:v>
                </c:pt>
                <c:pt idx="1192">
                  <c:v>2.3839999999999999</c:v>
                </c:pt>
                <c:pt idx="1193">
                  <c:v>2.3860000000000001</c:v>
                </c:pt>
                <c:pt idx="1194">
                  <c:v>2.3879999999999999</c:v>
                </c:pt>
                <c:pt idx="1195">
                  <c:v>2.39</c:v>
                </c:pt>
                <c:pt idx="1196">
                  <c:v>2.3919999999999999</c:v>
                </c:pt>
                <c:pt idx="1197">
                  <c:v>2.3940000000000001</c:v>
                </c:pt>
                <c:pt idx="1198">
                  <c:v>2.3959999999999999</c:v>
                </c:pt>
                <c:pt idx="1199">
                  <c:v>2.3980000000000001</c:v>
                </c:pt>
                <c:pt idx="1200">
                  <c:v>2.4</c:v>
                </c:pt>
                <c:pt idx="1201">
                  <c:v>2.4020000000000001</c:v>
                </c:pt>
                <c:pt idx="1202">
                  <c:v>2.4039999999999999</c:v>
                </c:pt>
                <c:pt idx="1203">
                  <c:v>2.4060000000000001</c:v>
                </c:pt>
                <c:pt idx="1204">
                  <c:v>2.4079999999999999</c:v>
                </c:pt>
                <c:pt idx="1205">
                  <c:v>2.41</c:v>
                </c:pt>
                <c:pt idx="1206">
                  <c:v>2.4119999999999999</c:v>
                </c:pt>
                <c:pt idx="1207">
                  <c:v>2.4140000000000001</c:v>
                </c:pt>
                <c:pt idx="1208">
                  <c:v>2.4159999999999999</c:v>
                </c:pt>
                <c:pt idx="1209">
                  <c:v>2.4180000000000001</c:v>
                </c:pt>
                <c:pt idx="1210">
                  <c:v>2.42</c:v>
                </c:pt>
                <c:pt idx="1211">
                  <c:v>2.4220000000000002</c:v>
                </c:pt>
                <c:pt idx="1212">
                  <c:v>2.4239999999999999</c:v>
                </c:pt>
                <c:pt idx="1213">
                  <c:v>2.4260000000000002</c:v>
                </c:pt>
                <c:pt idx="1214">
                  <c:v>2.4279999999999999</c:v>
                </c:pt>
                <c:pt idx="1215">
                  <c:v>2.4300000000000002</c:v>
                </c:pt>
                <c:pt idx="1216">
                  <c:v>2.4319999999999999</c:v>
                </c:pt>
                <c:pt idx="1217">
                  <c:v>2.4340000000000002</c:v>
                </c:pt>
                <c:pt idx="1218">
                  <c:v>2.4359999999999999</c:v>
                </c:pt>
                <c:pt idx="1219">
                  <c:v>2.4380000000000002</c:v>
                </c:pt>
                <c:pt idx="1220">
                  <c:v>2.44</c:v>
                </c:pt>
                <c:pt idx="1221">
                  <c:v>2.4420000000000002</c:v>
                </c:pt>
                <c:pt idx="1222">
                  <c:v>2.444</c:v>
                </c:pt>
                <c:pt idx="1223">
                  <c:v>2.4460000000000002</c:v>
                </c:pt>
                <c:pt idx="1224">
                  <c:v>2.448</c:v>
                </c:pt>
                <c:pt idx="1225">
                  <c:v>2.4500000000000002</c:v>
                </c:pt>
                <c:pt idx="1226">
                  <c:v>2.452</c:v>
                </c:pt>
                <c:pt idx="1227">
                  <c:v>2.4540000000000002</c:v>
                </c:pt>
                <c:pt idx="1228">
                  <c:v>2.456</c:v>
                </c:pt>
                <c:pt idx="1229">
                  <c:v>2.4580000000000002</c:v>
                </c:pt>
                <c:pt idx="1230">
                  <c:v>2.46</c:v>
                </c:pt>
                <c:pt idx="1231">
                  <c:v>2.4620000000000002</c:v>
                </c:pt>
                <c:pt idx="1232">
                  <c:v>2.464</c:v>
                </c:pt>
                <c:pt idx="1233">
                  <c:v>2.4660000000000002</c:v>
                </c:pt>
                <c:pt idx="1234">
                  <c:v>2.468</c:v>
                </c:pt>
                <c:pt idx="1235">
                  <c:v>2.4700000000000002</c:v>
                </c:pt>
                <c:pt idx="1236">
                  <c:v>2.472</c:v>
                </c:pt>
                <c:pt idx="1237">
                  <c:v>2.4740000000000002</c:v>
                </c:pt>
                <c:pt idx="1238">
                  <c:v>2.476</c:v>
                </c:pt>
                <c:pt idx="1239">
                  <c:v>2.4780000000000002</c:v>
                </c:pt>
                <c:pt idx="1240">
                  <c:v>2.48</c:v>
                </c:pt>
                <c:pt idx="1241">
                  <c:v>2.4820000000000002</c:v>
                </c:pt>
                <c:pt idx="1242">
                  <c:v>2.484</c:v>
                </c:pt>
                <c:pt idx="1243">
                  <c:v>2.4860000000000002</c:v>
                </c:pt>
                <c:pt idx="1244">
                  <c:v>2.488</c:v>
                </c:pt>
                <c:pt idx="1245">
                  <c:v>2.4900000000000002</c:v>
                </c:pt>
                <c:pt idx="1246">
                  <c:v>2.492</c:v>
                </c:pt>
                <c:pt idx="1247">
                  <c:v>2.4940000000000002</c:v>
                </c:pt>
                <c:pt idx="1248">
                  <c:v>2.496</c:v>
                </c:pt>
                <c:pt idx="1249">
                  <c:v>2.4980000000000002</c:v>
                </c:pt>
                <c:pt idx="1250">
                  <c:v>2.5</c:v>
                </c:pt>
                <c:pt idx="1251">
                  <c:v>2.5019999999999998</c:v>
                </c:pt>
                <c:pt idx="1252">
                  <c:v>2.504</c:v>
                </c:pt>
                <c:pt idx="1253">
                  <c:v>2.5059999999999998</c:v>
                </c:pt>
                <c:pt idx="1254">
                  <c:v>2.508</c:v>
                </c:pt>
                <c:pt idx="1255">
                  <c:v>2.5099999999999998</c:v>
                </c:pt>
                <c:pt idx="1256">
                  <c:v>2.512</c:v>
                </c:pt>
                <c:pt idx="1257">
                  <c:v>2.5139999999999998</c:v>
                </c:pt>
                <c:pt idx="1258">
                  <c:v>2.516</c:v>
                </c:pt>
                <c:pt idx="1259">
                  <c:v>2.5179999999999998</c:v>
                </c:pt>
                <c:pt idx="1260">
                  <c:v>2.52</c:v>
                </c:pt>
                <c:pt idx="1261">
                  <c:v>2.5219999999999998</c:v>
                </c:pt>
                <c:pt idx="1262">
                  <c:v>2.524</c:v>
                </c:pt>
                <c:pt idx="1263">
                  <c:v>2.5259999999999998</c:v>
                </c:pt>
                <c:pt idx="1264">
                  <c:v>2.528</c:v>
                </c:pt>
                <c:pt idx="1265">
                  <c:v>2.5299999999999998</c:v>
                </c:pt>
                <c:pt idx="1266">
                  <c:v>2.532</c:v>
                </c:pt>
                <c:pt idx="1267">
                  <c:v>2.5339999999999998</c:v>
                </c:pt>
                <c:pt idx="1268">
                  <c:v>2.536</c:v>
                </c:pt>
                <c:pt idx="1269">
                  <c:v>2.5379999999999998</c:v>
                </c:pt>
                <c:pt idx="1270">
                  <c:v>2.54</c:v>
                </c:pt>
                <c:pt idx="1271">
                  <c:v>2.5419999999999998</c:v>
                </c:pt>
                <c:pt idx="1272">
                  <c:v>2.544</c:v>
                </c:pt>
                <c:pt idx="1273">
                  <c:v>2.5459999999999998</c:v>
                </c:pt>
                <c:pt idx="1274">
                  <c:v>2.548</c:v>
                </c:pt>
                <c:pt idx="1275">
                  <c:v>2.5499999999999998</c:v>
                </c:pt>
                <c:pt idx="1276">
                  <c:v>2.552</c:v>
                </c:pt>
                <c:pt idx="1277">
                  <c:v>2.5539999999999998</c:v>
                </c:pt>
                <c:pt idx="1278">
                  <c:v>2.556</c:v>
                </c:pt>
                <c:pt idx="1279">
                  <c:v>2.5579999999999998</c:v>
                </c:pt>
                <c:pt idx="1280">
                  <c:v>2.56</c:v>
                </c:pt>
                <c:pt idx="1281">
                  <c:v>2.5619999999999998</c:v>
                </c:pt>
                <c:pt idx="1282">
                  <c:v>2.5640000000000001</c:v>
                </c:pt>
                <c:pt idx="1283">
                  <c:v>2.5659999999999998</c:v>
                </c:pt>
                <c:pt idx="1284">
                  <c:v>2.5680000000000001</c:v>
                </c:pt>
                <c:pt idx="1285">
                  <c:v>2.57</c:v>
                </c:pt>
                <c:pt idx="1286">
                  <c:v>2.5720000000000001</c:v>
                </c:pt>
                <c:pt idx="1287">
                  <c:v>2.5739999999999998</c:v>
                </c:pt>
                <c:pt idx="1288">
                  <c:v>2.5760000000000001</c:v>
                </c:pt>
                <c:pt idx="1289">
                  <c:v>2.5779999999999998</c:v>
                </c:pt>
                <c:pt idx="1290">
                  <c:v>2.58</c:v>
                </c:pt>
                <c:pt idx="1291">
                  <c:v>2.5819999999999999</c:v>
                </c:pt>
                <c:pt idx="1292">
                  <c:v>2.5840000000000001</c:v>
                </c:pt>
                <c:pt idx="1293">
                  <c:v>2.5859999999999999</c:v>
                </c:pt>
                <c:pt idx="1294">
                  <c:v>2.5880000000000001</c:v>
                </c:pt>
                <c:pt idx="1295">
                  <c:v>2.59</c:v>
                </c:pt>
                <c:pt idx="1296">
                  <c:v>2.5920000000000001</c:v>
                </c:pt>
                <c:pt idx="1297">
                  <c:v>2.5939999999999999</c:v>
                </c:pt>
                <c:pt idx="1298">
                  <c:v>2.5960000000000001</c:v>
                </c:pt>
                <c:pt idx="1299">
                  <c:v>2.5979999999999999</c:v>
                </c:pt>
                <c:pt idx="1300">
                  <c:v>2.6</c:v>
                </c:pt>
                <c:pt idx="1301">
                  <c:v>2.6019999999999999</c:v>
                </c:pt>
                <c:pt idx="1302">
                  <c:v>2.6040000000000001</c:v>
                </c:pt>
                <c:pt idx="1303">
                  <c:v>2.6059999999999999</c:v>
                </c:pt>
                <c:pt idx="1304">
                  <c:v>2.6080000000000001</c:v>
                </c:pt>
                <c:pt idx="1305">
                  <c:v>2.61</c:v>
                </c:pt>
                <c:pt idx="1306">
                  <c:v>2.6120000000000001</c:v>
                </c:pt>
                <c:pt idx="1307">
                  <c:v>2.6139999999999999</c:v>
                </c:pt>
                <c:pt idx="1308">
                  <c:v>2.6160000000000001</c:v>
                </c:pt>
                <c:pt idx="1309">
                  <c:v>2.6179999999999999</c:v>
                </c:pt>
                <c:pt idx="1310">
                  <c:v>2.62</c:v>
                </c:pt>
                <c:pt idx="1311">
                  <c:v>2.6219999999999999</c:v>
                </c:pt>
                <c:pt idx="1312">
                  <c:v>2.6240000000000001</c:v>
                </c:pt>
                <c:pt idx="1313">
                  <c:v>2.6259999999999999</c:v>
                </c:pt>
                <c:pt idx="1314">
                  <c:v>2.6280000000000001</c:v>
                </c:pt>
                <c:pt idx="1315">
                  <c:v>2.63</c:v>
                </c:pt>
                <c:pt idx="1316">
                  <c:v>2.6320000000000001</c:v>
                </c:pt>
                <c:pt idx="1317">
                  <c:v>2.6339999999999999</c:v>
                </c:pt>
                <c:pt idx="1318">
                  <c:v>2.6360000000000001</c:v>
                </c:pt>
                <c:pt idx="1319">
                  <c:v>2.6379999999999999</c:v>
                </c:pt>
                <c:pt idx="1320">
                  <c:v>2.64</c:v>
                </c:pt>
                <c:pt idx="1321">
                  <c:v>2.6419999999999999</c:v>
                </c:pt>
                <c:pt idx="1322">
                  <c:v>2.6440000000000001</c:v>
                </c:pt>
                <c:pt idx="1323">
                  <c:v>2.6459999999999999</c:v>
                </c:pt>
                <c:pt idx="1324">
                  <c:v>2.6480000000000001</c:v>
                </c:pt>
                <c:pt idx="1325">
                  <c:v>2.65</c:v>
                </c:pt>
                <c:pt idx="1326">
                  <c:v>2.6520000000000001</c:v>
                </c:pt>
                <c:pt idx="1327">
                  <c:v>2.6539999999999999</c:v>
                </c:pt>
                <c:pt idx="1328">
                  <c:v>2.6560000000000001</c:v>
                </c:pt>
                <c:pt idx="1329">
                  <c:v>2.6579999999999999</c:v>
                </c:pt>
                <c:pt idx="1330">
                  <c:v>2.66</c:v>
                </c:pt>
                <c:pt idx="1331">
                  <c:v>2.6619999999999999</c:v>
                </c:pt>
                <c:pt idx="1332">
                  <c:v>2.6640000000000001</c:v>
                </c:pt>
                <c:pt idx="1333">
                  <c:v>2.6659999999999999</c:v>
                </c:pt>
                <c:pt idx="1334">
                  <c:v>2.6680000000000001</c:v>
                </c:pt>
                <c:pt idx="1335">
                  <c:v>2.67</c:v>
                </c:pt>
                <c:pt idx="1336">
                  <c:v>2.6720000000000002</c:v>
                </c:pt>
                <c:pt idx="1337">
                  <c:v>2.6739999999999999</c:v>
                </c:pt>
                <c:pt idx="1338">
                  <c:v>2.6760000000000002</c:v>
                </c:pt>
                <c:pt idx="1339">
                  <c:v>2.6779999999999999</c:v>
                </c:pt>
                <c:pt idx="1340">
                  <c:v>2.68</c:v>
                </c:pt>
                <c:pt idx="1341">
                  <c:v>2.6819999999999999</c:v>
                </c:pt>
                <c:pt idx="1342">
                  <c:v>2.6840000000000002</c:v>
                </c:pt>
                <c:pt idx="1343">
                  <c:v>2.6859999999999999</c:v>
                </c:pt>
                <c:pt idx="1344">
                  <c:v>2.6880000000000002</c:v>
                </c:pt>
                <c:pt idx="1345">
                  <c:v>2.69</c:v>
                </c:pt>
                <c:pt idx="1346">
                  <c:v>2.6920000000000002</c:v>
                </c:pt>
                <c:pt idx="1347">
                  <c:v>2.694</c:v>
                </c:pt>
                <c:pt idx="1348">
                  <c:v>2.6960000000000002</c:v>
                </c:pt>
                <c:pt idx="1349">
                  <c:v>2.698</c:v>
                </c:pt>
                <c:pt idx="1350">
                  <c:v>2.7</c:v>
                </c:pt>
                <c:pt idx="1351">
                  <c:v>2.702</c:v>
                </c:pt>
                <c:pt idx="1352">
                  <c:v>2.7040000000000002</c:v>
                </c:pt>
                <c:pt idx="1353">
                  <c:v>2.706</c:v>
                </c:pt>
                <c:pt idx="1354">
                  <c:v>2.7080000000000002</c:v>
                </c:pt>
                <c:pt idx="1355">
                  <c:v>2.71</c:v>
                </c:pt>
                <c:pt idx="1356">
                  <c:v>2.7120000000000002</c:v>
                </c:pt>
                <c:pt idx="1357">
                  <c:v>2.714</c:v>
                </c:pt>
                <c:pt idx="1358">
                  <c:v>2.7160000000000002</c:v>
                </c:pt>
                <c:pt idx="1359">
                  <c:v>2.718</c:v>
                </c:pt>
                <c:pt idx="1360">
                  <c:v>2.72</c:v>
                </c:pt>
                <c:pt idx="1361">
                  <c:v>2.722</c:v>
                </c:pt>
                <c:pt idx="1362">
                  <c:v>2.7240000000000002</c:v>
                </c:pt>
                <c:pt idx="1363">
                  <c:v>2.726</c:v>
                </c:pt>
                <c:pt idx="1364">
                  <c:v>2.7280000000000002</c:v>
                </c:pt>
                <c:pt idx="1365">
                  <c:v>2.73</c:v>
                </c:pt>
                <c:pt idx="1366">
                  <c:v>2.7320000000000002</c:v>
                </c:pt>
                <c:pt idx="1367">
                  <c:v>2.734</c:v>
                </c:pt>
                <c:pt idx="1368">
                  <c:v>2.7360000000000002</c:v>
                </c:pt>
                <c:pt idx="1369">
                  <c:v>2.738</c:v>
                </c:pt>
                <c:pt idx="1370">
                  <c:v>2.74</c:v>
                </c:pt>
                <c:pt idx="1371">
                  <c:v>2.742</c:v>
                </c:pt>
                <c:pt idx="1372">
                  <c:v>2.7440000000000002</c:v>
                </c:pt>
                <c:pt idx="1373">
                  <c:v>2.746</c:v>
                </c:pt>
                <c:pt idx="1374">
                  <c:v>2.7480000000000002</c:v>
                </c:pt>
                <c:pt idx="1375">
                  <c:v>2.75</c:v>
                </c:pt>
                <c:pt idx="1376">
                  <c:v>2.7519999999999998</c:v>
                </c:pt>
                <c:pt idx="1377">
                  <c:v>2.754</c:v>
                </c:pt>
                <c:pt idx="1378">
                  <c:v>2.7559999999999998</c:v>
                </c:pt>
                <c:pt idx="1379">
                  <c:v>2.758</c:v>
                </c:pt>
                <c:pt idx="1380">
                  <c:v>2.76</c:v>
                </c:pt>
                <c:pt idx="1381">
                  <c:v>2.762</c:v>
                </c:pt>
                <c:pt idx="1382">
                  <c:v>2.7639999999999998</c:v>
                </c:pt>
                <c:pt idx="1383">
                  <c:v>2.766</c:v>
                </c:pt>
                <c:pt idx="1384">
                  <c:v>2.7679999999999998</c:v>
                </c:pt>
                <c:pt idx="1385">
                  <c:v>2.77</c:v>
                </c:pt>
                <c:pt idx="1386">
                  <c:v>2.7719999999999998</c:v>
                </c:pt>
                <c:pt idx="1387">
                  <c:v>2.774</c:v>
                </c:pt>
                <c:pt idx="1388">
                  <c:v>2.7759999999999998</c:v>
                </c:pt>
                <c:pt idx="1389">
                  <c:v>2.778</c:v>
                </c:pt>
                <c:pt idx="1390">
                  <c:v>2.78</c:v>
                </c:pt>
                <c:pt idx="1391">
                  <c:v>2.782</c:v>
                </c:pt>
                <c:pt idx="1392">
                  <c:v>2.7839999999999998</c:v>
                </c:pt>
                <c:pt idx="1393">
                  <c:v>2.786</c:v>
                </c:pt>
                <c:pt idx="1394">
                  <c:v>2.7879999999999998</c:v>
                </c:pt>
                <c:pt idx="1395">
                  <c:v>2.79</c:v>
                </c:pt>
                <c:pt idx="1396">
                  <c:v>2.7919999999999998</c:v>
                </c:pt>
                <c:pt idx="1397">
                  <c:v>2.794</c:v>
                </c:pt>
                <c:pt idx="1398">
                  <c:v>2.7959999999999998</c:v>
                </c:pt>
                <c:pt idx="1399">
                  <c:v>2.798</c:v>
                </c:pt>
                <c:pt idx="1400">
                  <c:v>2.8</c:v>
                </c:pt>
                <c:pt idx="1401">
                  <c:v>2.802</c:v>
                </c:pt>
                <c:pt idx="1402">
                  <c:v>2.8039999999999998</c:v>
                </c:pt>
                <c:pt idx="1403">
                  <c:v>2.806</c:v>
                </c:pt>
                <c:pt idx="1404">
                  <c:v>2.8079999999999998</c:v>
                </c:pt>
                <c:pt idx="1405">
                  <c:v>2.81</c:v>
                </c:pt>
                <c:pt idx="1406">
                  <c:v>2.8119999999999998</c:v>
                </c:pt>
                <c:pt idx="1407">
                  <c:v>2.8140000000000001</c:v>
                </c:pt>
                <c:pt idx="1408">
                  <c:v>2.8159999999999998</c:v>
                </c:pt>
                <c:pt idx="1409">
                  <c:v>2.8180000000000001</c:v>
                </c:pt>
                <c:pt idx="1410">
                  <c:v>2.82</c:v>
                </c:pt>
                <c:pt idx="1411">
                  <c:v>2.8220000000000001</c:v>
                </c:pt>
                <c:pt idx="1412">
                  <c:v>2.8239999999999998</c:v>
                </c:pt>
                <c:pt idx="1413">
                  <c:v>2.8260000000000001</c:v>
                </c:pt>
                <c:pt idx="1414">
                  <c:v>2.8279999999999998</c:v>
                </c:pt>
                <c:pt idx="1415">
                  <c:v>2.83</c:v>
                </c:pt>
                <c:pt idx="1416">
                  <c:v>2.8319999999999999</c:v>
                </c:pt>
                <c:pt idx="1417">
                  <c:v>2.8340000000000001</c:v>
                </c:pt>
                <c:pt idx="1418">
                  <c:v>2.8359999999999999</c:v>
                </c:pt>
                <c:pt idx="1419">
                  <c:v>2.8380000000000001</c:v>
                </c:pt>
                <c:pt idx="1420">
                  <c:v>2.84</c:v>
                </c:pt>
                <c:pt idx="1421">
                  <c:v>2.8420000000000001</c:v>
                </c:pt>
                <c:pt idx="1422">
                  <c:v>2.8439999999999999</c:v>
                </c:pt>
                <c:pt idx="1423">
                  <c:v>2.8460000000000001</c:v>
                </c:pt>
                <c:pt idx="1424">
                  <c:v>2.8479999999999999</c:v>
                </c:pt>
                <c:pt idx="1425">
                  <c:v>2.85</c:v>
                </c:pt>
                <c:pt idx="1426">
                  <c:v>2.8519999999999999</c:v>
                </c:pt>
                <c:pt idx="1427">
                  <c:v>2.8540000000000001</c:v>
                </c:pt>
                <c:pt idx="1428">
                  <c:v>2.8559999999999999</c:v>
                </c:pt>
                <c:pt idx="1429">
                  <c:v>2.8580000000000001</c:v>
                </c:pt>
                <c:pt idx="1430">
                  <c:v>2.86</c:v>
                </c:pt>
                <c:pt idx="1431">
                  <c:v>2.8620000000000001</c:v>
                </c:pt>
                <c:pt idx="1432">
                  <c:v>2.8639999999999999</c:v>
                </c:pt>
                <c:pt idx="1433">
                  <c:v>2.8660000000000001</c:v>
                </c:pt>
                <c:pt idx="1434">
                  <c:v>2.8679999999999999</c:v>
                </c:pt>
                <c:pt idx="1435">
                  <c:v>2.87</c:v>
                </c:pt>
                <c:pt idx="1436">
                  <c:v>2.8719999999999999</c:v>
                </c:pt>
                <c:pt idx="1437">
                  <c:v>2.8740000000000001</c:v>
                </c:pt>
                <c:pt idx="1438">
                  <c:v>2.8759999999999999</c:v>
                </c:pt>
                <c:pt idx="1439">
                  <c:v>2.8780000000000001</c:v>
                </c:pt>
                <c:pt idx="1440">
                  <c:v>2.88</c:v>
                </c:pt>
                <c:pt idx="1441">
                  <c:v>2.8820000000000001</c:v>
                </c:pt>
                <c:pt idx="1442">
                  <c:v>2.8839999999999999</c:v>
                </c:pt>
                <c:pt idx="1443">
                  <c:v>2.8860000000000001</c:v>
                </c:pt>
                <c:pt idx="1444">
                  <c:v>2.8879999999999999</c:v>
                </c:pt>
                <c:pt idx="1445">
                  <c:v>2.89</c:v>
                </c:pt>
                <c:pt idx="1446">
                  <c:v>2.8919999999999999</c:v>
                </c:pt>
                <c:pt idx="1447">
                  <c:v>2.8940000000000001</c:v>
                </c:pt>
                <c:pt idx="1448">
                  <c:v>2.8959999999999999</c:v>
                </c:pt>
                <c:pt idx="1449">
                  <c:v>2.8980000000000001</c:v>
                </c:pt>
                <c:pt idx="1450">
                  <c:v>2.9</c:v>
                </c:pt>
                <c:pt idx="1451">
                  <c:v>2.9020000000000001</c:v>
                </c:pt>
                <c:pt idx="1452">
                  <c:v>2.9039999999999999</c:v>
                </c:pt>
                <c:pt idx="1453">
                  <c:v>2.9060000000000001</c:v>
                </c:pt>
                <c:pt idx="1454">
                  <c:v>2.9079999999999999</c:v>
                </c:pt>
                <c:pt idx="1455">
                  <c:v>2.91</c:v>
                </c:pt>
                <c:pt idx="1456">
                  <c:v>2.9119999999999999</c:v>
                </c:pt>
                <c:pt idx="1457">
                  <c:v>2.9140000000000001</c:v>
                </c:pt>
                <c:pt idx="1458">
                  <c:v>2.9159999999999999</c:v>
                </c:pt>
                <c:pt idx="1459">
                  <c:v>2.9180000000000001</c:v>
                </c:pt>
                <c:pt idx="1460">
                  <c:v>2.92</c:v>
                </c:pt>
                <c:pt idx="1461">
                  <c:v>2.9220000000000002</c:v>
                </c:pt>
                <c:pt idx="1462">
                  <c:v>2.9239999999999999</c:v>
                </c:pt>
                <c:pt idx="1463">
                  <c:v>2.9260000000000002</c:v>
                </c:pt>
                <c:pt idx="1464">
                  <c:v>2.9279999999999999</c:v>
                </c:pt>
                <c:pt idx="1465">
                  <c:v>2.93</c:v>
                </c:pt>
                <c:pt idx="1466">
                  <c:v>2.9319999999999999</c:v>
                </c:pt>
                <c:pt idx="1467">
                  <c:v>2.9340000000000002</c:v>
                </c:pt>
                <c:pt idx="1468">
                  <c:v>2.9359999999999999</c:v>
                </c:pt>
                <c:pt idx="1469">
                  <c:v>2.9380000000000002</c:v>
                </c:pt>
                <c:pt idx="1470">
                  <c:v>2.94</c:v>
                </c:pt>
                <c:pt idx="1471">
                  <c:v>2.9420000000000002</c:v>
                </c:pt>
                <c:pt idx="1472">
                  <c:v>2.944</c:v>
                </c:pt>
                <c:pt idx="1473">
                  <c:v>2.9460000000000002</c:v>
                </c:pt>
                <c:pt idx="1474">
                  <c:v>2.948</c:v>
                </c:pt>
                <c:pt idx="1475">
                  <c:v>2.95</c:v>
                </c:pt>
                <c:pt idx="1476">
                  <c:v>2.952</c:v>
                </c:pt>
                <c:pt idx="1477">
                  <c:v>2.9540000000000002</c:v>
                </c:pt>
                <c:pt idx="1478">
                  <c:v>2.956</c:v>
                </c:pt>
                <c:pt idx="1479">
                  <c:v>2.9580000000000002</c:v>
                </c:pt>
                <c:pt idx="1480">
                  <c:v>2.96</c:v>
                </c:pt>
                <c:pt idx="1481">
                  <c:v>2.9620000000000002</c:v>
                </c:pt>
                <c:pt idx="1482">
                  <c:v>2.964</c:v>
                </c:pt>
                <c:pt idx="1483">
                  <c:v>2.9660000000000002</c:v>
                </c:pt>
                <c:pt idx="1484">
                  <c:v>2.968</c:v>
                </c:pt>
                <c:pt idx="1485">
                  <c:v>2.97</c:v>
                </c:pt>
                <c:pt idx="1486">
                  <c:v>2.972</c:v>
                </c:pt>
                <c:pt idx="1487">
                  <c:v>2.9740000000000002</c:v>
                </c:pt>
                <c:pt idx="1488">
                  <c:v>2.976</c:v>
                </c:pt>
                <c:pt idx="1489">
                  <c:v>2.9780000000000002</c:v>
                </c:pt>
                <c:pt idx="1490">
                  <c:v>2.98</c:v>
                </c:pt>
                <c:pt idx="1491">
                  <c:v>2.9820000000000002</c:v>
                </c:pt>
                <c:pt idx="1492">
                  <c:v>2.984</c:v>
                </c:pt>
                <c:pt idx="1493">
                  <c:v>2.9860000000000002</c:v>
                </c:pt>
                <c:pt idx="1494">
                  <c:v>2.988</c:v>
                </c:pt>
                <c:pt idx="1495">
                  <c:v>2.99</c:v>
                </c:pt>
                <c:pt idx="1496">
                  <c:v>2.992</c:v>
                </c:pt>
                <c:pt idx="1497">
                  <c:v>2.9940000000000002</c:v>
                </c:pt>
                <c:pt idx="1498">
                  <c:v>2.996</c:v>
                </c:pt>
                <c:pt idx="1499">
                  <c:v>2.9980000000000002</c:v>
                </c:pt>
                <c:pt idx="1500">
                  <c:v>3</c:v>
                </c:pt>
                <c:pt idx="1501">
                  <c:v>3.0019999999999998</c:v>
                </c:pt>
                <c:pt idx="1502">
                  <c:v>3.004</c:v>
                </c:pt>
                <c:pt idx="1503">
                  <c:v>3.0059999999999998</c:v>
                </c:pt>
                <c:pt idx="1504">
                  <c:v>3.008</c:v>
                </c:pt>
                <c:pt idx="1505">
                  <c:v>3.01</c:v>
                </c:pt>
                <c:pt idx="1506">
                  <c:v>3.012</c:v>
                </c:pt>
                <c:pt idx="1507">
                  <c:v>3.0139999999999998</c:v>
                </c:pt>
                <c:pt idx="1508">
                  <c:v>3.016</c:v>
                </c:pt>
                <c:pt idx="1509">
                  <c:v>3.0179999999999998</c:v>
                </c:pt>
                <c:pt idx="1510">
                  <c:v>3.02</c:v>
                </c:pt>
                <c:pt idx="1511">
                  <c:v>3.0219999999999998</c:v>
                </c:pt>
                <c:pt idx="1512">
                  <c:v>3.024</c:v>
                </c:pt>
                <c:pt idx="1513">
                  <c:v>3.0259999999999998</c:v>
                </c:pt>
                <c:pt idx="1514">
                  <c:v>3.028</c:v>
                </c:pt>
                <c:pt idx="1515">
                  <c:v>3.03</c:v>
                </c:pt>
                <c:pt idx="1516">
                  <c:v>3.032</c:v>
                </c:pt>
                <c:pt idx="1517">
                  <c:v>3.0339999999999998</c:v>
                </c:pt>
                <c:pt idx="1518">
                  <c:v>3.036</c:v>
                </c:pt>
                <c:pt idx="1519">
                  <c:v>3.0379999999999998</c:v>
                </c:pt>
                <c:pt idx="1520">
                  <c:v>3.04</c:v>
                </c:pt>
                <c:pt idx="1521">
                  <c:v>3.0419999999999998</c:v>
                </c:pt>
                <c:pt idx="1522">
                  <c:v>3.044</c:v>
                </c:pt>
                <c:pt idx="1523">
                  <c:v>3.0459999999999998</c:v>
                </c:pt>
                <c:pt idx="1524">
                  <c:v>3.048</c:v>
                </c:pt>
                <c:pt idx="1525">
                  <c:v>3.05</c:v>
                </c:pt>
                <c:pt idx="1526">
                  <c:v>3.052</c:v>
                </c:pt>
                <c:pt idx="1527">
                  <c:v>3.0539999999999998</c:v>
                </c:pt>
                <c:pt idx="1528">
                  <c:v>3.056</c:v>
                </c:pt>
                <c:pt idx="1529">
                  <c:v>3.0579999999999998</c:v>
                </c:pt>
                <c:pt idx="1530">
                  <c:v>3.06</c:v>
                </c:pt>
                <c:pt idx="1531">
                  <c:v>3.0619999999999998</c:v>
                </c:pt>
                <c:pt idx="1532">
                  <c:v>3.0640000000000001</c:v>
                </c:pt>
                <c:pt idx="1533">
                  <c:v>3.0659999999999998</c:v>
                </c:pt>
                <c:pt idx="1534">
                  <c:v>3.0680000000000001</c:v>
                </c:pt>
                <c:pt idx="1535">
                  <c:v>3.07</c:v>
                </c:pt>
                <c:pt idx="1536">
                  <c:v>3.0720000000000001</c:v>
                </c:pt>
                <c:pt idx="1537">
                  <c:v>3.0739999999999998</c:v>
                </c:pt>
                <c:pt idx="1538">
                  <c:v>3.0760000000000001</c:v>
                </c:pt>
                <c:pt idx="1539">
                  <c:v>3.0779999999999998</c:v>
                </c:pt>
                <c:pt idx="1540">
                  <c:v>3.08</c:v>
                </c:pt>
                <c:pt idx="1541">
                  <c:v>3.0819999999999999</c:v>
                </c:pt>
                <c:pt idx="1542">
                  <c:v>3.0840000000000001</c:v>
                </c:pt>
                <c:pt idx="1543">
                  <c:v>3.0859999999999999</c:v>
                </c:pt>
                <c:pt idx="1544">
                  <c:v>3.0880000000000001</c:v>
                </c:pt>
                <c:pt idx="1545">
                  <c:v>3.09</c:v>
                </c:pt>
                <c:pt idx="1546">
                  <c:v>3.0920000000000001</c:v>
                </c:pt>
                <c:pt idx="1547">
                  <c:v>3.0939999999999999</c:v>
                </c:pt>
                <c:pt idx="1548">
                  <c:v>3.0960000000000001</c:v>
                </c:pt>
                <c:pt idx="1549">
                  <c:v>3.0979999999999999</c:v>
                </c:pt>
                <c:pt idx="1550">
                  <c:v>3.1</c:v>
                </c:pt>
                <c:pt idx="1551">
                  <c:v>3.1019999999999999</c:v>
                </c:pt>
                <c:pt idx="1552">
                  <c:v>3.1040000000000001</c:v>
                </c:pt>
                <c:pt idx="1553">
                  <c:v>3.1059999999999999</c:v>
                </c:pt>
                <c:pt idx="1554">
                  <c:v>3.1080000000000001</c:v>
                </c:pt>
                <c:pt idx="1555">
                  <c:v>3.11</c:v>
                </c:pt>
                <c:pt idx="1556">
                  <c:v>3.1120000000000001</c:v>
                </c:pt>
                <c:pt idx="1557">
                  <c:v>3.1139999999999999</c:v>
                </c:pt>
                <c:pt idx="1558">
                  <c:v>3.1160000000000001</c:v>
                </c:pt>
                <c:pt idx="1559">
                  <c:v>3.1179999999999999</c:v>
                </c:pt>
                <c:pt idx="1560">
                  <c:v>3.12</c:v>
                </c:pt>
                <c:pt idx="1561">
                  <c:v>3.1219999999999999</c:v>
                </c:pt>
                <c:pt idx="1562">
                  <c:v>3.1240000000000001</c:v>
                </c:pt>
                <c:pt idx="1563">
                  <c:v>3.1259999999999999</c:v>
                </c:pt>
                <c:pt idx="1564">
                  <c:v>3.1280000000000001</c:v>
                </c:pt>
                <c:pt idx="1565">
                  <c:v>3.13</c:v>
                </c:pt>
                <c:pt idx="1566">
                  <c:v>3.1320000000000001</c:v>
                </c:pt>
                <c:pt idx="1567">
                  <c:v>3.1339999999999999</c:v>
                </c:pt>
                <c:pt idx="1568">
                  <c:v>3.1360000000000001</c:v>
                </c:pt>
                <c:pt idx="1569">
                  <c:v>3.1379999999999999</c:v>
                </c:pt>
                <c:pt idx="1570">
                  <c:v>3.14</c:v>
                </c:pt>
                <c:pt idx="1571">
                  <c:v>3.1419999999999999</c:v>
                </c:pt>
                <c:pt idx="1572">
                  <c:v>3.1440000000000001</c:v>
                </c:pt>
                <c:pt idx="1573">
                  <c:v>3.1459999999999999</c:v>
                </c:pt>
                <c:pt idx="1574">
                  <c:v>3.1480000000000001</c:v>
                </c:pt>
                <c:pt idx="1575">
                  <c:v>3.15</c:v>
                </c:pt>
                <c:pt idx="1576">
                  <c:v>3.1520000000000001</c:v>
                </c:pt>
                <c:pt idx="1577">
                  <c:v>3.1539999999999999</c:v>
                </c:pt>
                <c:pt idx="1578">
                  <c:v>3.1560000000000001</c:v>
                </c:pt>
                <c:pt idx="1579">
                  <c:v>3.1579999999999999</c:v>
                </c:pt>
                <c:pt idx="1580">
                  <c:v>3.16</c:v>
                </c:pt>
                <c:pt idx="1581">
                  <c:v>3.1619999999999999</c:v>
                </c:pt>
                <c:pt idx="1582">
                  <c:v>3.1640000000000001</c:v>
                </c:pt>
                <c:pt idx="1583">
                  <c:v>3.1659999999999999</c:v>
                </c:pt>
                <c:pt idx="1584">
                  <c:v>3.1680000000000001</c:v>
                </c:pt>
                <c:pt idx="1585">
                  <c:v>3.17</c:v>
                </c:pt>
                <c:pt idx="1586">
                  <c:v>3.1720000000000002</c:v>
                </c:pt>
                <c:pt idx="1587">
                  <c:v>3.1739999999999999</c:v>
                </c:pt>
                <c:pt idx="1588">
                  <c:v>3.1760000000000002</c:v>
                </c:pt>
                <c:pt idx="1589">
                  <c:v>3.1779999999999999</c:v>
                </c:pt>
                <c:pt idx="1590">
                  <c:v>3.18</c:v>
                </c:pt>
                <c:pt idx="1591">
                  <c:v>3.1819999999999999</c:v>
                </c:pt>
                <c:pt idx="1592">
                  <c:v>3.1840000000000002</c:v>
                </c:pt>
                <c:pt idx="1593">
                  <c:v>3.1859999999999999</c:v>
                </c:pt>
                <c:pt idx="1594">
                  <c:v>3.1880000000000002</c:v>
                </c:pt>
                <c:pt idx="1595">
                  <c:v>3.19</c:v>
                </c:pt>
                <c:pt idx="1596">
                  <c:v>3.1920000000000002</c:v>
                </c:pt>
                <c:pt idx="1597">
                  <c:v>3.194</c:v>
                </c:pt>
                <c:pt idx="1598">
                  <c:v>3.1960000000000002</c:v>
                </c:pt>
                <c:pt idx="1599">
                  <c:v>3.198</c:v>
                </c:pt>
                <c:pt idx="1600">
                  <c:v>3.2</c:v>
                </c:pt>
                <c:pt idx="1601">
                  <c:v>3.202</c:v>
                </c:pt>
                <c:pt idx="1602">
                  <c:v>3.2040000000000002</c:v>
                </c:pt>
                <c:pt idx="1603">
                  <c:v>3.206</c:v>
                </c:pt>
                <c:pt idx="1604">
                  <c:v>3.2080000000000002</c:v>
                </c:pt>
                <c:pt idx="1605">
                  <c:v>3.21</c:v>
                </c:pt>
                <c:pt idx="1606">
                  <c:v>3.2120000000000002</c:v>
                </c:pt>
                <c:pt idx="1607">
                  <c:v>3.214</c:v>
                </c:pt>
                <c:pt idx="1608">
                  <c:v>3.2160000000000002</c:v>
                </c:pt>
                <c:pt idx="1609">
                  <c:v>3.218</c:v>
                </c:pt>
                <c:pt idx="1610">
                  <c:v>3.22</c:v>
                </c:pt>
                <c:pt idx="1611">
                  <c:v>3.222</c:v>
                </c:pt>
                <c:pt idx="1612">
                  <c:v>3.2240000000000002</c:v>
                </c:pt>
                <c:pt idx="1613">
                  <c:v>3.226</c:v>
                </c:pt>
                <c:pt idx="1614">
                  <c:v>3.2280000000000002</c:v>
                </c:pt>
                <c:pt idx="1615">
                  <c:v>3.23</c:v>
                </c:pt>
                <c:pt idx="1616">
                  <c:v>3.2320000000000002</c:v>
                </c:pt>
                <c:pt idx="1617">
                  <c:v>3.234</c:v>
                </c:pt>
                <c:pt idx="1618">
                  <c:v>3.2360000000000002</c:v>
                </c:pt>
                <c:pt idx="1619">
                  <c:v>3.238</c:v>
                </c:pt>
                <c:pt idx="1620">
                  <c:v>3.24</c:v>
                </c:pt>
                <c:pt idx="1621">
                  <c:v>3.242</c:v>
                </c:pt>
                <c:pt idx="1622">
                  <c:v>3.2440000000000002</c:v>
                </c:pt>
                <c:pt idx="1623">
                  <c:v>3.246</c:v>
                </c:pt>
                <c:pt idx="1624">
                  <c:v>3.2480000000000002</c:v>
                </c:pt>
                <c:pt idx="1625">
                  <c:v>3.25</c:v>
                </c:pt>
                <c:pt idx="1626">
                  <c:v>3.2519999999999998</c:v>
                </c:pt>
                <c:pt idx="1627">
                  <c:v>3.254</c:v>
                </c:pt>
                <c:pt idx="1628">
                  <c:v>3.2559999999999998</c:v>
                </c:pt>
                <c:pt idx="1629">
                  <c:v>3.258</c:v>
                </c:pt>
                <c:pt idx="1630">
                  <c:v>3.26</c:v>
                </c:pt>
                <c:pt idx="1631">
                  <c:v>3.262</c:v>
                </c:pt>
                <c:pt idx="1632">
                  <c:v>3.2639999999999998</c:v>
                </c:pt>
                <c:pt idx="1633">
                  <c:v>3.266</c:v>
                </c:pt>
                <c:pt idx="1634">
                  <c:v>3.2679999999999998</c:v>
                </c:pt>
                <c:pt idx="1635">
                  <c:v>3.27</c:v>
                </c:pt>
                <c:pt idx="1636">
                  <c:v>3.2719999999999998</c:v>
                </c:pt>
                <c:pt idx="1637">
                  <c:v>3.274</c:v>
                </c:pt>
                <c:pt idx="1638">
                  <c:v>3.2759999999999998</c:v>
                </c:pt>
                <c:pt idx="1639">
                  <c:v>3.278</c:v>
                </c:pt>
                <c:pt idx="1640">
                  <c:v>3.28</c:v>
                </c:pt>
                <c:pt idx="1641">
                  <c:v>3.282</c:v>
                </c:pt>
                <c:pt idx="1642">
                  <c:v>3.2839999999999998</c:v>
                </c:pt>
                <c:pt idx="1643">
                  <c:v>3.286</c:v>
                </c:pt>
                <c:pt idx="1644">
                  <c:v>3.2879999999999998</c:v>
                </c:pt>
                <c:pt idx="1645">
                  <c:v>3.29</c:v>
                </c:pt>
                <c:pt idx="1646">
                  <c:v>3.2919999999999998</c:v>
                </c:pt>
                <c:pt idx="1647">
                  <c:v>3.294</c:v>
                </c:pt>
                <c:pt idx="1648">
                  <c:v>3.2959999999999998</c:v>
                </c:pt>
                <c:pt idx="1649">
                  <c:v>3.298</c:v>
                </c:pt>
                <c:pt idx="1650">
                  <c:v>3.3</c:v>
                </c:pt>
                <c:pt idx="1651">
                  <c:v>3.302</c:v>
                </c:pt>
                <c:pt idx="1652">
                  <c:v>3.3039999999999998</c:v>
                </c:pt>
                <c:pt idx="1653">
                  <c:v>3.306</c:v>
                </c:pt>
                <c:pt idx="1654">
                  <c:v>3.3079999999999998</c:v>
                </c:pt>
                <c:pt idx="1655">
                  <c:v>3.31</c:v>
                </c:pt>
                <c:pt idx="1656">
                  <c:v>3.3119999999999998</c:v>
                </c:pt>
                <c:pt idx="1657">
                  <c:v>3.3140000000000001</c:v>
                </c:pt>
                <c:pt idx="1658">
                  <c:v>3.3159999999999998</c:v>
                </c:pt>
                <c:pt idx="1659">
                  <c:v>3.3180000000000001</c:v>
                </c:pt>
                <c:pt idx="1660">
                  <c:v>3.32</c:v>
                </c:pt>
                <c:pt idx="1661">
                  <c:v>3.3220000000000001</c:v>
                </c:pt>
                <c:pt idx="1662">
                  <c:v>3.3239999999999998</c:v>
                </c:pt>
                <c:pt idx="1663">
                  <c:v>3.3260000000000001</c:v>
                </c:pt>
                <c:pt idx="1664">
                  <c:v>3.3279999999999998</c:v>
                </c:pt>
                <c:pt idx="1665">
                  <c:v>3.33</c:v>
                </c:pt>
                <c:pt idx="1666">
                  <c:v>3.3319999999999999</c:v>
                </c:pt>
                <c:pt idx="1667">
                  <c:v>3.3340000000000001</c:v>
                </c:pt>
                <c:pt idx="1668">
                  <c:v>3.3359999999999999</c:v>
                </c:pt>
                <c:pt idx="1669">
                  <c:v>3.3380000000000001</c:v>
                </c:pt>
                <c:pt idx="1670">
                  <c:v>3.34</c:v>
                </c:pt>
                <c:pt idx="1671">
                  <c:v>3.3420000000000001</c:v>
                </c:pt>
                <c:pt idx="1672">
                  <c:v>3.3439999999999999</c:v>
                </c:pt>
                <c:pt idx="1673">
                  <c:v>3.3460000000000001</c:v>
                </c:pt>
                <c:pt idx="1674">
                  <c:v>3.3479999999999999</c:v>
                </c:pt>
                <c:pt idx="1675">
                  <c:v>3.35</c:v>
                </c:pt>
                <c:pt idx="1676">
                  <c:v>3.3519999999999999</c:v>
                </c:pt>
                <c:pt idx="1677">
                  <c:v>3.3540000000000001</c:v>
                </c:pt>
                <c:pt idx="1678">
                  <c:v>3.3559999999999999</c:v>
                </c:pt>
                <c:pt idx="1679">
                  <c:v>3.3580000000000001</c:v>
                </c:pt>
                <c:pt idx="1680">
                  <c:v>3.36</c:v>
                </c:pt>
                <c:pt idx="1681">
                  <c:v>3.3620000000000001</c:v>
                </c:pt>
                <c:pt idx="1682">
                  <c:v>3.3639999999999999</c:v>
                </c:pt>
                <c:pt idx="1683">
                  <c:v>3.3660000000000001</c:v>
                </c:pt>
                <c:pt idx="1684">
                  <c:v>3.3679999999999999</c:v>
                </c:pt>
                <c:pt idx="1685">
                  <c:v>3.37</c:v>
                </c:pt>
                <c:pt idx="1686">
                  <c:v>3.3719999999999999</c:v>
                </c:pt>
                <c:pt idx="1687">
                  <c:v>3.3740000000000001</c:v>
                </c:pt>
                <c:pt idx="1688">
                  <c:v>3.3759999999999999</c:v>
                </c:pt>
                <c:pt idx="1689">
                  <c:v>3.3780000000000001</c:v>
                </c:pt>
                <c:pt idx="1690">
                  <c:v>3.38</c:v>
                </c:pt>
                <c:pt idx="1691">
                  <c:v>3.3820000000000001</c:v>
                </c:pt>
                <c:pt idx="1692">
                  <c:v>3.3839999999999999</c:v>
                </c:pt>
                <c:pt idx="1693">
                  <c:v>3.3860000000000001</c:v>
                </c:pt>
                <c:pt idx="1694">
                  <c:v>3.3879999999999999</c:v>
                </c:pt>
                <c:pt idx="1695">
                  <c:v>3.39</c:v>
                </c:pt>
                <c:pt idx="1696">
                  <c:v>3.3919999999999999</c:v>
                </c:pt>
                <c:pt idx="1697">
                  <c:v>3.3940000000000001</c:v>
                </c:pt>
                <c:pt idx="1698">
                  <c:v>3.3959999999999999</c:v>
                </c:pt>
                <c:pt idx="1699">
                  <c:v>3.3980000000000001</c:v>
                </c:pt>
                <c:pt idx="1700">
                  <c:v>3.4</c:v>
                </c:pt>
                <c:pt idx="1701">
                  <c:v>3.4020000000000001</c:v>
                </c:pt>
                <c:pt idx="1702">
                  <c:v>3.4039999999999999</c:v>
                </c:pt>
                <c:pt idx="1703">
                  <c:v>3.4060000000000001</c:v>
                </c:pt>
                <c:pt idx="1704">
                  <c:v>3.4079999999999999</c:v>
                </c:pt>
                <c:pt idx="1705">
                  <c:v>3.41</c:v>
                </c:pt>
                <c:pt idx="1706">
                  <c:v>3.4119999999999999</c:v>
                </c:pt>
                <c:pt idx="1707">
                  <c:v>3.4140000000000001</c:v>
                </c:pt>
                <c:pt idx="1708">
                  <c:v>3.4159999999999999</c:v>
                </c:pt>
                <c:pt idx="1709">
                  <c:v>3.4180000000000001</c:v>
                </c:pt>
                <c:pt idx="1710">
                  <c:v>3.42</c:v>
                </c:pt>
                <c:pt idx="1711">
                  <c:v>3.4220000000000002</c:v>
                </c:pt>
                <c:pt idx="1712">
                  <c:v>3.4239999999999999</c:v>
                </c:pt>
                <c:pt idx="1713">
                  <c:v>3.4260000000000002</c:v>
                </c:pt>
                <c:pt idx="1714">
                  <c:v>3.4279999999999999</c:v>
                </c:pt>
                <c:pt idx="1715">
                  <c:v>3.43</c:v>
                </c:pt>
                <c:pt idx="1716">
                  <c:v>3.4319999999999999</c:v>
                </c:pt>
                <c:pt idx="1717">
                  <c:v>3.4340000000000002</c:v>
                </c:pt>
                <c:pt idx="1718">
                  <c:v>3.4359999999999999</c:v>
                </c:pt>
                <c:pt idx="1719">
                  <c:v>3.4380000000000002</c:v>
                </c:pt>
                <c:pt idx="1720">
                  <c:v>3.44</c:v>
                </c:pt>
                <c:pt idx="1721">
                  <c:v>3.4420000000000002</c:v>
                </c:pt>
                <c:pt idx="1722">
                  <c:v>3.444</c:v>
                </c:pt>
                <c:pt idx="1723">
                  <c:v>3.4460000000000002</c:v>
                </c:pt>
                <c:pt idx="1724">
                  <c:v>3.448</c:v>
                </c:pt>
                <c:pt idx="1725">
                  <c:v>3.45</c:v>
                </c:pt>
                <c:pt idx="1726">
                  <c:v>3.452</c:v>
                </c:pt>
                <c:pt idx="1727">
                  <c:v>3.4540000000000002</c:v>
                </c:pt>
                <c:pt idx="1728">
                  <c:v>3.456</c:v>
                </c:pt>
                <c:pt idx="1729">
                  <c:v>3.4580000000000002</c:v>
                </c:pt>
                <c:pt idx="1730">
                  <c:v>3.46</c:v>
                </c:pt>
                <c:pt idx="1731">
                  <c:v>3.4620000000000002</c:v>
                </c:pt>
                <c:pt idx="1732">
                  <c:v>3.464</c:v>
                </c:pt>
                <c:pt idx="1733">
                  <c:v>3.4660000000000002</c:v>
                </c:pt>
                <c:pt idx="1734">
                  <c:v>3.468</c:v>
                </c:pt>
                <c:pt idx="1735">
                  <c:v>3.47</c:v>
                </c:pt>
                <c:pt idx="1736">
                  <c:v>3.472</c:v>
                </c:pt>
                <c:pt idx="1737">
                  <c:v>3.4740000000000002</c:v>
                </c:pt>
                <c:pt idx="1738">
                  <c:v>3.476</c:v>
                </c:pt>
                <c:pt idx="1739">
                  <c:v>3.4780000000000002</c:v>
                </c:pt>
                <c:pt idx="1740">
                  <c:v>3.48</c:v>
                </c:pt>
                <c:pt idx="1741">
                  <c:v>3.4820000000000002</c:v>
                </c:pt>
                <c:pt idx="1742">
                  <c:v>3.484</c:v>
                </c:pt>
                <c:pt idx="1743">
                  <c:v>3.4860000000000002</c:v>
                </c:pt>
                <c:pt idx="1744">
                  <c:v>3.488</c:v>
                </c:pt>
                <c:pt idx="1745">
                  <c:v>3.49</c:v>
                </c:pt>
                <c:pt idx="1746">
                  <c:v>3.492</c:v>
                </c:pt>
                <c:pt idx="1747">
                  <c:v>3.4940000000000002</c:v>
                </c:pt>
                <c:pt idx="1748">
                  <c:v>3.496</c:v>
                </c:pt>
                <c:pt idx="1749">
                  <c:v>3.4980000000000002</c:v>
                </c:pt>
                <c:pt idx="1750">
                  <c:v>3.5</c:v>
                </c:pt>
                <c:pt idx="1751">
                  <c:v>3.5019999999999998</c:v>
                </c:pt>
                <c:pt idx="1752">
                  <c:v>3.504</c:v>
                </c:pt>
                <c:pt idx="1753">
                  <c:v>3.5059999999999998</c:v>
                </c:pt>
                <c:pt idx="1754">
                  <c:v>3.508</c:v>
                </c:pt>
                <c:pt idx="1755">
                  <c:v>3.51</c:v>
                </c:pt>
                <c:pt idx="1756">
                  <c:v>3.512</c:v>
                </c:pt>
                <c:pt idx="1757">
                  <c:v>3.5139999999999998</c:v>
                </c:pt>
                <c:pt idx="1758">
                  <c:v>3.516</c:v>
                </c:pt>
                <c:pt idx="1759">
                  <c:v>3.5179999999999998</c:v>
                </c:pt>
                <c:pt idx="1760">
                  <c:v>3.52</c:v>
                </c:pt>
                <c:pt idx="1761">
                  <c:v>3.5219999999999998</c:v>
                </c:pt>
                <c:pt idx="1762">
                  <c:v>3.524</c:v>
                </c:pt>
                <c:pt idx="1763">
                  <c:v>3.5259999999999998</c:v>
                </c:pt>
                <c:pt idx="1764">
                  <c:v>3.528</c:v>
                </c:pt>
                <c:pt idx="1765">
                  <c:v>3.53</c:v>
                </c:pt>
                <c:pt idx="1766">
                  <c:v>3.532</c:v>
                </c:pt>
                <c:pt idx="1767">
                  <c:v>3.5339999999999998</c:v>
                </c:pt>
                <c:pt idx="1768">
                  <c:v>3.536</c:v>
                </c:pt>
                <c:pt idx="1769">
                  <c:v>3.5379999999999998</c:v>
                </c:pt>
                <c:pt idx="1770">
                  <c:v>3.54</c:v>
                </c:pt>
                <c:pt idx="1771">
                  <c:v>3.5419999999999998</c:v>
                </c:pt>
                <c:pt idx="1772">
                  <c:v>3.544</c:v>
                </c:pt>
                <c:pt idx="1773">
                  <c:v>3.5459999999999998</c:v>
                </c:pt>
                <c:pt idx="1774">
                  <c:v>3.548</c:v>
                </c:pt>
                <c:pt idx="1775">
                  <c:v>3.55</c:v>
                </c:pt>
                <c:pt idx="1776">
                  <c:v>3.552</c:v>
                </c:pt>
                <c:pt idx="1777">
                  <c:v>3.5539999999999998</c:v>
                </c:pt>
                <c:pt idx="1778">
                  <c:v>3.556</c:v>
                </c:pt>
                <c:pt idx="1779">
                  <c:v>3.5579999999999998</c:v>
                </c:pt>
                <c:pt idx="1780">
                  <c:v>3.56</c:v>
                </c:pt>
                <c:pt idx="1781">
                  <c:v>3.5619999999999998</c:v>
                </c:pt>
                <c:pt idx="1782">
                  <c:v>3.5640000000000001</c:v>
                </c:pt>
                <c:pt idx="1783">
                  <c:v>3.5659999999999998</c:v>
                </c:pt>
                <c:pt idx="1784">
                  <c:v>3.5680000000000001</c:v>
                </c:pt>
                <c:pt idx="1785">
                  <c:v>3.57</c:v>
                </c:pt>
                <c:pt idx="1786">
                  <c:v>3.5720000000000001</c:v>
                </c:pt>
                <c:pt idx="1787">
                  <c:v>3.5739999999999998</c:v>
                </c:pt>
                <c:pt idx="1788">
                  <c:v>3.5760000000000001</c:v>
                </c:pt>
                <c:pt idx="1789">
                  <c:v>3.5779999999999998</c:v>
                </c:pt>
                <c:pt idx="1790">
                  <c:v>3.58</c:v>
                </c:pt>
                <c:pt idx="1791">
                  <c:v>3.5819999999999999</c:v>
                </c:pt>
                <c:pt idx="1792">
                  <c:v>3.5840000000000001</c:v>
                </c:pt>
                <c:pt idx="1793">
                  <c:v>3.5859999999999999</c:v>
                </c:pt>
                <c:pt idx="1794">
                  <c:v>3.5880000000000001</c:v>
                </c:pt>
                <c:pt idx="1795">
                  <c:v>3.59</c:v>
                </c:pt>
                <c:pt idx="1796">
                  <c:v>3.5920000000000001</c:v>
                </c:pt>
                <c:pt idx="1797">
                  <c:v>3.5939999999999999</c:v>
                </c:pt>
                <c:pt idx="1798">
                  <c:v>3.5960000000000001</c:v>
                </c:pt>
                <c:pt idx="1799">
                  <c:v>3.5979999999999999</c:v>
                </c:pt>
                <c:pt idx="1800">
                  <c:v>3.6</c:v>
                </c:pt>
                <c:pt idx="1801">
                  <c:v>3.6019999999999999</c:v>
                </c:pt>
                <c:pt idx="1802">
                  <c:v>3.6040000000000001</c:v>
                </c:pt>
                <c:pt idx="1803">
                  <c:v>3.6059999999999999</c:v>
                </c:pt>
                <c:pt idx="1804">
                  <c:v>3.6080000000000001</c:v>
                </c:pt>
                <c:pt idx="1805">
                  <c:v>3.61</c:v>
                </c:pt>
                <c:pt idx="1806">
                  <c:v>3.6120000000000001</c:v>
                </c:pt>
                <c:pt idx="1807">
                  <c:v>3.6139999999999999</c:v>
                </c:pt>
                <c:pt idx="1808">
                  <c:v>3.6160000000000001</c:v>
                </c:pt>
                <c:pt idx="1809">
                  <c:v>3.6179999999999999</c:v>
                </c:pt>
                <c:pt idx="1810">
                  <c:v>3.62</c:v>
                </c:pt>
                <c:pt idx="1811">
                  <c:v>3.6219999999999999</c:v>
                </c:pt>
                <c:pt idx="1812">
                  <c:v>3.6240000000000001</c:v>
                </c:pt>
                <c:pt idx="1813">
                  <c:v>3.6259999999999999</c:v>
                </c:pt>
                <c:pt idx="1814">
                  <c:v>3.6280000000000001</c:v>
                </c:pt>
                <c:pt idx="1815">
                  <c:v>3.63</c:v>
                </c:pt>
                <c:pt idx="1816">
                  <c:v>3.6320000000000001</c:v>
                </c:pt>
                <c:pt idx="1817">
                  <c:v>3.6339999999999999</c:v>
                </c:pt>
                <c:pt idx="1818">
                  <c:v>3.6360000000000001</c:v>
                </c:pt>
                <c:pt idx="1819">
                  <c:v>3.6379999999999999</c:v>
                </c:pt>
                <c:pt idx="1820">
                  <c:v>3.64</c:v>
                </c:pt>
                <c:pt idx="1821">
                  <c:v>3.6419999999999999</c:v>
                </c:pt>
                <c:pt idx="1822">
                  <c:v>3.6440000000000001</c:v>
                </c:pt>
                <c:pt idx="1823">
                  <c:v>3.6459999999999999</c:v>
                </c:pt>
                <c:pt idx="1824">
                  <c:v>3.6480000000000001</c:v>
                </c:pt>
                <c:pt idx="1825">
                  <c:v>3.65</c:v>
                </c:pt>
                <c:pt idx="1826">
                  <c:v>3.6520000000000001</c:v>
                </c:pt>
                <c:pt idx="1827">
                  <c:v>3.6539999999999999</c:v>
                </c:pt>
                <c:pt idx="1828">
                  <c:v>3.6560000000000001</c:v>
                </c:pt>
                <c:pt idx="1829">
                  <c:v>3.6579999999999999</c:v>
                </c:pt>
                <c:pt idx="1830">
                  <c:v>3.66</c:v>
                </c:pt>
                <c:pt idx="1831">
                  <c:v>3.6619999999999999</c:v>
                </c:pt>
                <c:pt idx="1832">
                  <c:v>3.6640000000000001</c:v>
                </c:pt>
                <c:pt idx="1833">
                  <c:v>3.6659999999999999</c:v>
                </c:pt>
                <c:pt idx="1834">
                  <c:v>3.6680000000000001</c:v>
                </c:pt>
                <c:pt idx="1835">
                  <c:v>3.67</c:v>
                </c:pt>
                <c:pt idx="1836">
                  <c:v>3.6720000000000002</c:v>
                </c:pt>
                <c:pt idx="1837">
                  <c:v>3.6739999999999999</c:v>
                </c:pt>
                <c:pt idx="1838">
                  <c:v>3.6760000000000002</c:v>
                </c:pt>
                <c:pt idx="1839">
                  <c:v>3.6779999999999999</c:v>
                </c:pt>
                <c:pt idx="1840">
                  <c:v>3.68</c:v>
                </c:pt>
                <c:pt idx="1841">
                  <c:v>3.6819999999999999</c:v>
                </c:pt>
                <c:pt idx="1842">
                  <c:v>3.6840000000000002</c:v>
                </c:pt>
                <c:pt idx="1843">
                  <c:v>3.6859999999999999</c:v>
                </c:pt>
                <c:pt idx="1844">
                  <c:v>3.6880000000000002</c:v>
                </c:pt>
                <c:pt idx="1845">
                  <c:v>3.69</c:v>
                </c:pt>
                <c:pt idx="1846">
                  <c:v>3.6920000000000002</c:v>
                </c:pt>
                <c:pt idx="1847">
                  <c:v>3.694</c:v>
                </c:pt>
                <c:pt idx="1848">
                  <c:v>3.6960000000000002</c:v>
                </c:pt>
                <c:pt idx="1849">
                  <c:v>3.698</c:v>
                </c:pt>
                <c:pt idx="1850">
                  <c:v>3.7</c:v>
                </c:pt>
                <c:pt idx="1851">
                  <c:v>3.702</c:v>
                </c:pt>
                <c:pt idx="1852">
                  <c:v>3.7040000000000002</c:v>
                </c:pt>
                <c:pt idx="1853">
                  <c:v>3.706</c:v>
                </c:pt>
                <c:pt idx="1854">
                  <c:v>3.7080000000000002</c:v>
                </c:pt>
                <c:pt idx="1855">
                  <c:v>3.71</c:v>
                </c:pt>
                <c:pt idx="1856">
                  <c:v>3.7120000000000002</c:v>
                </c:pt>
                <c:pt idx="1857">
                  <c:v>3.714</c:v>
                </c:pt>
                <c:pt idx="1858">
                  <c:v>3.7160000000000002</c:v>
                </c:pt>
                <c:pt idx="1859">
                  <c:v>3.718</c:v>
                </c:pt>
                <c:pt idx="1860">
                  <c:v>3.72</c:v>
                </c:pt>
                <c:pt idx="1861">
                  <c:v>3.722</c:v>
                </c:pt>
                <c:pt idx="1862">
                  <c:v>3.7240000000000002</c:v>
                </c:pt>
                <c:pt idx="1863">
                  <c:v>3.726</c:v>
                </c:pt>
                <c:pt idx="1864">
                  <c:v>3.7280000000000002</c:v>
                </c:pt>
                <c:pt idx="1865">
                  <c:v>3.73</c:v>
                </c:pt>
                <c:pt idx="1866">
                  <c:v>3.7320000000000002</c:v>
                </c:pt>
                <c:pt idx="1867">
                  <c:v>3.734</c:v>
                </c:pt>
                <c:pt idx="1868">
                  <c:v>3.7360000000000002</c:v>
                </c:pt>
                <c:pt idx="1869">
                  <c:v>3.738</c:v>
                </c:pt>
                <c:pt idx="1870">
                  <c:v>3.74</c:v>
                </c:pt>
                <c:pt idx="1871">
                  <c:v>3.742</c:v>
                </c:pt>
                <c:pt idx="1872">
                  <c:v>3.7440000000000002</c:v>
                </c:pt>
                <c:pt idx="1873">
                  <c:v>3.746</c:v>
                </c:pt>
                <c:pt idx="1874">
                  <c:v>3.7480000000000002</c:v>
                </c:pt>
                <c:pt idx="1875">
                  <c:v>3.75</c:v>
                </c:pt>
                <c:pt idx="1876">
                  <c:v>3.7519999999999998</c:v>
                </c:pt>
                <c:pt idx="1877">
                  <c:v>3.754</c:v>
                </c:pt>
                <c:pt idx="1878">
                  <c:v>3.7559999999999998</c:v>
                </c:pt>
                <c:pt idx="1879">
                  <c:v>3.758</c:v>
                </c:pt>
                <c:pt idx="1880">
                  <c:v>3.76</c:v>
                </c:pt>
                <c:pt idx="1881">
                  <c:v>3.762</c:v>
                </c:pt>
                <c:pt idx="1882">
                  <c:v>3.7639999999999998</c:v>
                </c:pt>
                <c:pt idx="1883">
                  <c:v>3.766</c:v>
                </c:pt>
                <c:pt idx="1884">
                  <c:v>3.7679999999999998</c:v>
                </c:pt>
                <c:pt idx="1885">
                  <c:v>3.77</c:v>
                </c:pt>
                <c:pt idx="1886">
                  <c:v>3.7719999999999998</c:v>
                </c:pt>
                <c:pt idx="1887">
                  <c:v>3.774</c:v>
                </c:pt>
                <c:pt idx="1888">
                  <c:v>3.7759999999999998</c:v>
                </c:pt>
                <c:pt idx="1889">
                  <c:v>3.778</c:v>
                </c:pt>
                <c:pt idx="1890">
                  <c:v>3.78</c:v>
                </c:pt>
                <c:pt idx="1891">
                  <c:v>3.782</c:v>
                </c:pt>
                <c:pt idx="1892">
                  <c:v>3.7839999999999998</c:v>
                </c:pt>
                <c:pt idx="1893">
                  <c:v>3.786</c:v>
                </c:pt>
                <c:pt idx="1894">
                  <c:v>3.7879999999999998</c:v>
                </c:pt>
                <c:pt idx="1895">
                  <c:v>3.79</c:v>
                </c:pt>
                <c:pt idx="1896">
                  <c:v>3.7919999999999998</c:v>
                </c:pt>
                <c:pt idx="1897">
                  <c:v>3.794</c:v>
                </c:pt>
                <c:pt idx="1898">
                  <c:v>3.7959999999999998</c:v>
                </c:pt>
                <c:pt idx="1899">
                  <c:v>3.798</c:v>
                </c:pt>
                <c:pt idx="1900">
                  <c:v>3.8</c:v>
                </c:pt>
                <c:pt idx="1901">
                  <c:v>3.802</c:v>
                </c:pt>
                <c:pt idx="1902">
                  <c:v>3.8039999999999998</c:v>
                </c:pt>
                <c:pt idx="1903">
                  <c:v>3.806</c:v>
                </c:pt>
                <c:pt idx="1904">
                  <c:v>3.8079999999999998</c:v>
                </c:pt>
                <c:pt idx="1905">
                  <c:v>3.81</c:v>
                </c:pt>
                <c:pt idx="1906">
                  <c:v>3.8119999999999998</c:v>
                </c:pt>
                <c:pt idx="1907">
                  <c:v>3.8140000000000001</c:v>
                </c:pt>
                <c:pt idx="1908">
                  <c:v>3.8159999999999998</c:v>
                </c:pt>
                <c:pt idx="1909">
                  <c:v>3.8180000000000001</c:v>
                </c:pt>
                <c:pt idx="1910">
                  <c:v>3.82</c:v>
                </c:pt>
                <c:pt idx="1911">
                  <c:v>3.8220000000000001</c:v>
                </c:pt>
                <c:pt idx="1912">
                  <c:v>3.8239999999999998</c:v>
                </c:pt>
                <c:pt idx="1913">
                  <c:v>3.8260000000000001</c:v>
                </c:pt>
                <c:pt idx="1914">
                  <c:v>3.8279999999999998</c:v>
                </c:pt>
                <c:pt idx="1915">
                  <c:v>3.83</c:v>
                </c:pt>
                <c:pt idx="1916">
                  <c:v>3.8319999999999999</c:v>
                </c:pt>
                <c:pt idx="1917">
                  <c:v>3.8340000000000001</c:v>
                </c:pt>
                <c:pt idx="1918">
                  <c:v>3.8359999999999999</c:v>
                </c:pt>
                <c:pt idx="1919">
                  <c:v>3.8380000000000001</c:v>
                </c:pt>
                <c:pt idx="1920">
                  <c:v>3.84</c:v>
                </c:pt>
                <c:pt idx="1921">
                  <c:v>3.8420000000000001</c:v>
                </c:pt>
                <c:pt idx="1922">
                  <c:v>3.8439999999999999</c:v>
                </c:pt>
                <c:pt idx="1923">
                  <c:v>3.8460000000000001</c:v>
                </c:pt>
                <c:pt idx="1924">
                  <c:v>3.8479999999999999</c:v>
                </c:pt>
                <c:pt idx="1925">
                  <c:v>3.85</c:v>
                </c:pt>
                <c:pt idx="1926">
                  <c:v>3.8519999999999999</c:v>
                </c:pt>
                <c:pt idx="1927">
                  <c:v>3.8540000000000001</c:v>
                </c:pt>
                <c:pt idx="1928">
                  <c:v>3.8559999999999999</c:v>
                </c:pt>
                <c:pt idx="1929">
                  <c:v>3.8580000000000001</c:v>
                </c:pt>
                <c:pt idx="1930">
                  <c:v>3.86</c:v>
                </c:pt>
                <c:pt idx="1931">
                  <c:v>3.8620000000000001</c:v>
                </c:pt>
                <c:pt idx="1932">
                  <c:v>3.8639999999999999</c:v>
                </c:pt>
                <c:pt idx="1933">
                  <c:v>3.8660000000000001</c:v>
                </c:pt>
                <c:pt idx="1934">
                  <c:v>3.8679999999999999</c:v>
                </c:pt>
                <c:pt idx="1935">
                  <c:v>3.87</c:v>
                </c:pt>
                <c:pt idx="1936">
                  <c:v>3.8719999999999999</c:v>
                </c:pt>
                <c:pt idx="1937">
                  <c:v>3.8740000000000001</c:v>
                </c:pt>
                <c:pt idx="1938">
                  <c:v>3.8759999999999999</c:v>
                </c:pt>
                <c:pt idx="1939">
                  <c:v>3.8780000000000001</c:v>
                </c:pt>
                <c:pt idx="1940">
                  <c:v>3.88</c:v>
                </c:pt>
                <c:pt idx="1941">
                  <c:v>3.8820000000000001</c:v>
                </c:pt>
                <c:pt idx="1942">
                  <c:v>3.8839999999999999</c:v>
                </c:pt>
                <c:pt idx="1943">
                  <c:v>3.8860000000000001</c:v>
                </c:pt>
                <c:pt idx="1944">
                  <c:v>3.8879999999999999</c:v>
                </c:pt>
                <c:pt idx="1945">
                  <c:v>3.89</c:v>
                </c:pt>
                <c:pt idx="1946">
                  <c:v>3.8919999999999999</c:v>
                </c:pt>
                <c:pt idx="1947">
                  <c:v>3.8940000000000001</c:v>
                </c:pt>
                <c:pt idx="1948">
                  <c:v>3.8959999999999999</c:v>
                </c:pt>
                <c:pt idx="1949">
                  <c:v>3.8980000000000001</c:v>
                </c:pt>
                <c:pt idx="1950">
                  <c:v>3.9</c:v>
                </c:pt>
                <c:pt idx="1951">
                  <c:v>3.9020000000000001</c:v>
                </c:pt>
                <c:pt idx="1952">
                  <c:v>3.9039999999999999</c:v>
                </c:pt>
                <c:pt idx="1953">
                  <c:v>3.9060000000000001</c:v>
                </c:pt>
                <c:pt idx="1954">
                  <c:v>3.9079999999999999</c:v>
                </c:pt>
                <c:pt idx="1955">
                  <c:v>3.91</c:v>
                </c:pt>
                <c:pt idx="1956">
                  <c:v>3.9119999999999999</c:v>
                </c:pt>
                <c:pt idx="1957">
                  <c:v>3.9140000000000001</c:v>
                </c:pt>
                <c:pt idx="1958">
                  <c:v>3.9159999999999999</c:v>
                </c:pt>
                <c:pt idx="1959">
                  <c:v>3.9180000000000001</c:v>
                </c:pt>
                <c:pt idx="1960">
                  <c:v>3.92</c:v>
                </c:pt>
                <c:pt idx="1961">
                  <c:v>3.9220000000000002</c:v>
                </c:pt>
                <c:pt idx="1962">
                  <c:v>3.9239999999999999</c:v>
                </c:pt>
                <c:pt idx="1963">
                  <c:v>3.9260000000000002</c:v>
                </c:pt>
                <c:pt idx="1964">
                  <c:v>3.9279999999999999</c:v>
                </c:pt>
                <c:pt idx="1965">
                  <c:v>3.93</c:v>
                </c:pt>
                <c:pt idx="1966">
                  <c:v>3.9319999999999999</c:v>
                </c:pt>
                <c:pt idx="1967">
                  <c:v>3.9340000000000002</c:v>
                </c:pt>
                <c:pt idx="1968">
                  <c:v>3.9359999999999999</c:v>
                </c:pt>
                <c:pt idx="1969">
                  <c:v>3.9380000000000002</c:v>
                </c:pt>
                <c:pt idx="1970">
                  <c:v>3.94</c:v>
                </c:pt>
                <c:pt idx="1971">
                  <c:v>3.9420000000000002</c:v>
                </c:pt>
                <c:pt idx="1972">
                  <c:v>3.944</c:v>
                </c:pt>
                <c:pt idx="1973">
                  <c:v>3.9460000000000002</c:v>
                </c:pt>
                <c:pt idx="1974">
                  <c:v>3.948</c:v>
                </c:pt>
                <c:pt idx="1975">
                  <c:v>3.95</c:v>
                </c:pt>
                <c:pt idx="1976">
                  <c:v>3.952</c:v>
                </c:pt>
                <c:pt idx="1977">
                  <c:v>3.9540000000000002</c:v>
                </c:pt>
                <c:pt idx="1978">
                  <c:v>3.956</c:v>
                </c:pt>
                <c:pt idx="1979">
                  <c:v>3.9580000000000002</c:v>
                </c:pt>
                <c:pt idx="1980">
                  <c:v>3.96</c:v>
                </c:pt>
                <c:pt idx="1981">
                  <c:v>3.9620000000000002</c:v>
                </c:pt>
                <c:pt idx="1982">
                  <c:v>3.964</c:v>
                </c:pt>
                <c:pt idx="1983">
                  <c:v>3.9660000000000002</c:v>
                </c:pt>
                <c:pt idx="1984">
                  <c:v>3.968</c:v>
                </c:pt>
                <c:pt idx="1985">
                  <c:v>3.97</c:v>
                </c:pt>
                <c:pt idx="1986">
                  <c:v>3.972</c:v>
                </c:pt>
                <c:pt idx="1987">
                  <c:v>3.9740000000000002</c:v>
                </c:pt>
                <c:pt idx="1988">
                  <c:v>3.976</c:v>
                </c:pt>
                <c:pt idx="1989">
                  <c:v>3.9780000000000002</c:v>
                </c:pt>
                <c:pt idx="1990">
                  <c:v>3.98</c:v>
                </c:pt>
                <c:pt idx="1991">
                  <c:v>3.9820000000000002</c:v>
                </c:pt>
                <c:pt idx="1992">
                  <c:v>3.984</c:v>
                </c:pt>
                <c:pt idx="1993">
                  <c:v>3.9860000000000002</c:v>
                </c:pt>
                <c:pt idx="1994">
                  <c:v>3.988</c:v>
                </c:pt>
                <c:pt idx="1995">
                  <c:v>3.99</c:v>
                </c:pt>
                <c:pt idx="1996">
                  <c:v>3.992</c:v>
                </c:pt>
                <c:pt idx="1997">
                  <c:v>3.9940000000000002</c:v>
                </c:pt>
                <c:pt idx="1998">
                  <c:v>3.996</c:v>
                </c:pt>
                <c:pt idx="1999">
                  <c:v>3.9980000000000002</c:v>
                </c:pt>
                <c:pt idx="2000">
                  <c:v>4</c:v>
                </c:pt>
                <c:pt idx="2001">
                  <c:v>4.0019999999999998</c:v>
                </c:pt>
                <c:pt idx="2002">
                  <c:v>4.0039999999999996</c:v>
                </c:pt>
                <c:pt idx="2003">
                  <c:v>4.0060000000000002</c:v>
                </c:pt>
                <c:pt idx="2004">
                  <c:v>4.008</c:v>
                </c:pt>
                <c:pt idx="2005">
                  <c:v>4.01</c:v>
                </c:pt>
                <c:pt idx="2006">
                  <c:v>4.0119999999999996</c:v>
                </c:pt>
                <c:pt idx="2007">
                  <c:v>4.0140000000000002</c:v>
                </c:pt>
                <c:pt idx="2008">
                  <c:v>4.016</c:v>
                </c:pt>
                <c:pt idx="2009">
                  <c:v>4.0179999999999998</c:v>
                </c:pt>
                <c:pt idx="2010">
                  <c:v>4.0199999999999996</c:v>
                </c:pt>
                <c:pt idx="2011">
                  <c:v>4.0220000000000002</c:v>
                </c:pt>
                <c:pt idx="2012">
                  <c:v>4.024</c:v>
                </c:pt>
                <c:pt idx="2013">
                  <c:v>4.0259999999999998</c:v>
                </c:pt>
                <c:pt idx="2014">
                  <c:v>4.0279999999999996</c:v>
                </c:pt>
                <c:pt idx="2015">
                  <c:v>4.03</c:v>
                </c:pt>
                <c:pt idx="2016">
                  <c:v>4.032</c:v>
                </c:pt>
                <c:pt idx="2017">
                  <c:v>4.0339999999999998</c:v>
                </c:pt>
                <c:pt idx="2018">
                  <c:v>4.0359999999999996</c:v>
                </c:pt>
                <c:pt idx="2019">
                  <c:v>4.0380000000000003</c:v>
                </c:pt>
                <c:pt idx="2020">
                  <c:v>4.04</c:v>
                </c:pt>
                <c:pt idx="2021">
                  <c:v>4.0419999999999998</c:v>
                </c:pt>
                <c:pt idx="2022">
                  <c:v>4.0439999999999996</c:v>
                </c:pt>
                <c:pt idx="2023">
                  <c:v>4.0460000000000003</c:v>
                </c:pt>
                <c:pt idx="2024">
                  <c:v>4.048</c:v>
                </c:pt>
                <c:pt idx="2025">
                  <c:v>4.05</c:v>
                </c:pt>
                <c:pt idx="2026">
                  <c:v>4.0519999999999996</c:v>
                </c:pt>
                <c:pt idx="2027">
                  <c:v>4.0540000000000003</c:v>
                </c:pt>
                <c:pt idx="2028">
                  <c:v>4.056</c:v>
                </c:pt>
                <c:pt idx="2029">
                  <c:v>4.0579999999999998</c:v>
                </c:pt>
                <c:pt idx="2030">
                  <c:v>4.0599999999999996</c:v>
                </c:pt>
                <c:pt idx="2031">
                  <c:v>4.0620000000000003</c:v>
                </c:pt>
                <c:pt idx="2032">
                  <c:v>4.0640000000000001</c:v>
                </c:pt>
                <c:pt idx="2033">
                  <c:v>4.0659999999999998</c:v>
                </c:pt>
                <c:pt idx="2034">
                  <c:v>4.0679999999999996</c:v>
                </c:pt>
                <c:pt idx="2035">
                  <c:v>4.07</c:v>
                </c:pt>
                <c:pt idx="2036">
                  <c:v>4.0720000000000001</c:v>
                </c:pt>
                <c:pt idx="2037">
                  <c:v>4.0739999999999998</c:v>
                </c:pt>
                <c:pt idx="2038">
                  <c:v>4.0759999999999996</c:v>
                </c:pt>
                <c:pt idx="2039">
                  <c:v>4.0780000000000003</c:v>
                </c:pt>
                <c:pt idx="2040">
                  <c:v>4.08</c:v>
                </c:pt>
                <c:pt idx="2041">
                  <c:v>4.0819999999999999</c:v>
                </c:pt>
                <c:pt idx="2042">
                  <c:v>4.0839999999999996</c:v>
                </c:pt>
                <c:pt idx="2043">
                  <c:v>4.0860000000000003</c:v>
                </c:pt>
                <c:pt idx="2044">
                  <c:v>4.0880000000000001</c:v>
                </c:pt>
                <c:pt idx="2045">
                  <c:v>4.09</c:v>
                </c:pt>
                <c:pt idx="2046">
                  <c:v>4.0919999999999996</c:v>
                </c:pt>
                <c:pt idx="2047">
                  <c:v>4.0940000000000003</c:v>
                </c:pt>
                <c:pt idx="2048">
                  <c:v>4.0960000000000001</c:v>
                </c:pt>
                <c:pt idx="2049">
                  <c:v>4.0979999999999999</c:v>
                </c:pt>
                <c:pt idx="2050">
                  <c:v>4.0999999999999996</c:v>
                </c:pt>
                <c:pt idx="2051">
                  <c:v>4.1020000000000003</c:v>
                </c:pt>
                <c:pt idx="2052">
                  <c:v>4.1040000000000001</c:v>
                </c:pt>
                <c:pt idx="2053">
                  <c:v>4.1059999999999999</c:v>
                </c:pt>
                <c:pt idx="2054">
                  <c:v>4.1079999999999997</c:v>
                </c:pt>
                <c:pt idx="2055">
                  <c:v>4.1100000000000003</c:v>
                </c:pt>
                <c:pt idx="2056">
                  <c:v>4.1120000000000001</c:v>
                </c:pt>
                <c:pt idx="2057">
                  <c:v>4.1139999999999999</c:v>
                </c:pt>
                <c:pt idx="2058">
                  <c:v>4.1159999999999997</c:v>
                </c:pt>
                <c:pt idx="2059">
                  <c:v>4.1180000000000003</c:v>
                </c:pt>
                <c:pt idx="2060">
                  <c:v>4.12</c:v>
                </c:pt>
                <c:pt idx="2061">
                  <c:v>4.1219999999999999</c:v>
                </c:pt>
                <c:pt idx="2062">
                  <c:v>4.1239999999999997</c:v>
                </c:pt>
                <c:pt idx="2063">
                  <c:v>4.1260000000000003</c:v>
                </c:pt>
                <c:pt idx="2064">
                  <c:v>4.1280000000000001</c:v>
                </c:pt>
                <c:pt idx="2065">
                  <c:v>4.13</c:v>
                </c:pt>
                <c:pt idx="2066">
                  <c:v>4.1319999999999997</c:v>
                </c:pt>
                <c:pt idx="2067">
                  <c:v>4.1340000000000003</c:v>
                </c:pt>
                <c:pt idx="2068">
                  <c:v>4.1360000000000001</c:v>
                </c:pt>
                <c:pt idx="2069">
                  <c:v>4.1379999999999999</c:v>
                </c:pt>
                <c:pt idx="2070">
                  <c:v>4.1399999999999997</c:v>
                </c:pt>
                <c:pt idx="2071">
                  <c:v>4.1420000000000003</c:v>
                </c:pt>
                <c:pt idx="2072">
                  <c:v>4.1440000000000001</c:v>
                </c:pt>
                <c:pt idx="2073">
                  <c:v>4.1459999999999999</c:v>
                </c:pt>
                <c:pt idx="2074">
                  <c:v>4.1479999999999997</c:v>
                </c:pt>
                <c:pt idx="2075">
                  <c:v>4.1500000000000004</c:v>
                </c:pt>
                <c:pt idx="2076">
                  <c:v>4.1520000000000001</c:v>
                </c:pt>
                <c:pt idx="2077">
                  <c:v>4.1539999999999999</c:v>
                </c:pt>
                <c:pt idx="2078">
                  <c:v>4.1559999999999997</c:v>
                </c:pt>
                <c:pt idx="2079">
                  <c:v>4.1580000000000004</c:v>
                </c:pt>
                <c:pt idx="2080">
                  <c:v>4.16</c:v>
                </c:pt>
                <c:pt idx="2081">
                  <c:v>4.1619999999999999</c:v>
                </c:pt>
                <c:pt idx="2082">
                  <c:v>4.1639999999999997</c:v>
                </c:pt>
                <c:pt idx="2083">
                  <c:v>4.1660000000000004</c:v>
                </c:pt>
                <c:pt idx="2084">
                  <c:v>4.1680000000000001</c:v>
                </c:pt>
                <c:pt idx="2085">
                  <c:v>4.17</c:v>
                </c:pt>
                <c:pt idx="2086">
                  <c:v>4.1719999999999997</c:v>
                </c:pt>
                <c:pt idx="2087">
                  <c:v>4.1740000000000004</c:v>
                </c:pt>
                <c:pt idx="2088">
                  <c:v>4.1760000000000002</c:v>
                </c:pt>
                <c:pt idx="2089">
                  <c:v>4.1779999999999999</c:v>
                </c:pt>
                <c:pt idx="2090">
                  <c:v>4.18</c:v>
                </c:pt>
                <c:pt idx="2091">
                  <c:v>4.1820000000000004</c:v>
                </c:pt>
                <c:pt idx="2092">
                  <c:v>4.1840000000000002</c:v>
                </c:pt>
                <c:pt idx="2093">
                  <c:v>4.1859999999999999</c:v>
                </c:pt>
                <c:pt idx="2094">
                  <c:v>4.1879999999999997</c:v>
                </c:pt>
                <c:pt idx="2095">
                  <c:v>4.1900000000000004</c:v>
                </c:pt>
                <c:pt idx="2096">
                  <c:v>4.1920000000000002</c:v>
                </c:pt>
                <c:pt idx="2097">
                  <c:v>4.194</c:v>
                </c:pt>
                <c:pt idx="2098">
                  <c:v>4.1959999999999997</c:v>
                </c:pt>
                <c:pt idx="2099">
                  <c:v>4.1980000000000004</c:v>
                </c:pt>
                <c:pt idx="2100">
                  <c:v>4.2</c:v>
                </c:pt>
                <c:pt idx="2101">
                  <c:v>4.202</c:v>
                </c:pt>
                <c:pt idx="2102">
                  <c:v>4.2039999999999997</c:v>
                </c:pt>
                <c:pt idx="2103">
                  <c:v>4.2060000000000004</c:v>
                </c:pt>
                <c:pt idx="2104">
                  <c:v>4.2080000000000002</c:v>
                </c:pt>
                <c:pt idx="2105">
                  <c:v>4.21</c:v>
                </c:pt>
                <c:pt idx="2106">
                  <c:v>4.2119999999999997</c:v>
                </c:pt>
                <c:pt idx="2107">
                  <c:v>4.2140000000000004</c:v>
                </c:pt>
                <c:pt idx="2108">
                  <c:v>4.2160000000000002</c:v>
                </c:pt>
                <c:pt idx="2109">
                  <c:v>4.218</c:v>
                </c:pt>
                <c:pt idx="2110">
                  <c:v>4.22</c:v>
                </c:pt>
                <c:pt idx="2111">
                  <c:v>4.2220000000000004</c:v>
                </c:pt>
                <c:pt idx="2112">
                  <c:v>4.2240000000000002</c:v>
                </c:pt>
                <c:pt idx="2113">
                  <c:v>4.226</c:v>
                </c:pt>
                <c:pt idx="2114">
                  <c:v>4.2279999999999998</c:v>
                </c:pt>
                <c:pt idx="2115">
                  <c:v>4.2300000000000004</c:v>
                </c:pt>
                <c:pt idx="2116">
                  <c:v>4.2320000000000002</c:v>
                </c:pt>
                <c:pt idx="2117">
                  <c:v>4.234</c:v>
                </c:pt>
                <c:pt idx="2118">
                  <c:v>4.2359999999999998</c:v>
                </c:pt>
                <c:pt idx="2119">
                  <c:v>4.2380000000000004</c:v>
                </c:pt>
                <c:pt idx="2120">
                  <c:v>4.24</c:v>
                </c:pt>
                <c:pt idx="2121">
                  <c:v>4.242</c:v>
                </c:pt>
                <c:pt idx="2122">
                  <c:v>4.2439999999999998</c:v>
                </c:pt>
                <c:pt idx="2123">
                  <c:v>4.2460000000000004</c:v>
                </c:pt>
                <c:pt idx="2124">
                  <c:v>4.2480000000000002</c:v>
                </c:pt>
                <c:pt idx="2125">
                  <c:v>4.25</c:v>
                </c:pt>
                <c:pt idx="2126">
                  <c:v>4.2519999999999998</c:v>
                </c:pt>
                <c:pt idx="2127">
                  <c:v>4.2539999999999996</c:v>
                </c:pt>
                <c:pt idx="2128">
                  <c:v>4.2560000000000002</c:v>
                </c:pt>
                <c:pt idx="2129">
                  <c:v>4.258</c:v>
                </c:pt>
                <c:pt idx="2130">
                  <c:v>4.26</c:v>
                </c:pt>
                <c:pt idx="2131">
                  <c:v>4.2619999999999996</c:v>
                </c:pt>
                <c:pt idx="2132">
                  <c:v>4.2640000000000002</c:v>
                </c:pt>
                <c:pt idx="2133">
                  <c:v>4.266</c:v>
                </c:pt>
                <c:pt idx="2134">
                  <c:v>4.2679999999999998</c:v>
                </c:pt>
                <c:pt idx="2135">
                  <c:v>4.2699999999999996</c:v>
                </c:pt>
                <c:pt idx="2136">
                  <c:v>4.2720000000000002</c:v>
                </c:pt>
                <c:pt idx="2137">
                  <c:v>4.274</c:v>
                </c:pt>
                <c:pt idx="2138">
                  <c:v>4.2759999999999998</c:v>
                </c:pt>
                <c:pt idx="2139">
                  <c:v>4.2779999999999996</c:v>
                </c:pt>
                <c:pt idx="2140">
                  <c:v>4.28</c:v>
                </c:pt>
                <c:pt idx="2141">
                  <c:v>4.282</c:v>
                </c:pt>
                <c:pt idx="2142">
                  <c:v>4.2839999999999998</c:v>
                </c:pt>
                <c:pt idx="2143">
                  <c:v>4.2859999999999996</c:v>
                </c:pt>
                <c:pt idx="2144">
                  <c:v>4.2880000000000003</c:v>
                </c:pt>
                <c:pt idx="2145">
                  <c:v>4.29</c:v>
                </c:pt>
                <c:pt idx="2146">
                  <c:v>4.2919999999999998</c:v>
                </c:pt>
                <c:pt idx="2147">
                  <c:v>4.2939999999999996</c:v>
                </c:pt>
                <c:pt idx="2148">
                  <c:v>4.2960000000000003</c:v>
                </c:pt>
                <c:pt idx="2149">
                  <c:v>4.298</c:v>
                </c:pt>
                <c:pt idx="2150">
                  <c:v>4.3</c:v>
                </c:pt>
                <c:pt idx="2151">
                  <c:v>4.3019999999999996</c:v>
                </c:pt>
                <c:pt idx="2152">
                  <c:v>4.3040000000000003</c:v>
                </c:pt>
                <c:pt idx="2153">
                  <c:v>4.306</c:v>
                </c:pt>
                <c:pt idx="2154">
                  <c:v>4.3079999999999998</c:v>
                </c:pt>
                <c:pt idx="2155">
                  <c:v>4.3099999999999996</c:v>
                </c:pt>
                <c:pt idx="2156">
                  <c:v>4.3120000000000003</c:v>
                </c:pt>
                <c:pt idx="2157">
                  <c:v>4.3140000000000001</c:v>
                </c:pt>
                <c:pt idx="2158">
                  <c:v>4.3159999999999998</c:v>
                </c:pt>
                <c:pt idx="2159">
                  <c:v>4.3179999999999996</c:v>
                </c:pt>
                <c:pt idx="2160">
                  <c:v>4.32</c:v>
                </c:pt>
                <c:pt idx="2161">
                  <c:v>4.3220000000000001</c:v>
                </c:pt>
                <c:pt idx="2162">
                  <c:v>4.3239999999999998</c:v>
                </c:pt>
                <c:pt idx="2163">
                  <c:v>4.3259999999999996</c:v>
                </c:pt>
                <c:pt idx="2164">
                  <c:v>4.3280000000000003</c:v>
                </c:pt>
                <c:pt idx="2165">
                  <c:v>4.33</c:v>
                </c:pt>
                <c:pt idx="2166">
                  <c:v>4.3319999999999999</c:v>
                </c:pt>
                <c:pt idx="2167">
                  <c:v>4.3339999999999996</c:v>
                </c:pt>
                <c:pt idx="2168">
                  <c:v>4.3360000000000003</c:v>
                </c:pt>
                <c:pt idx="2169">
                  <c:v>4.3380000000000001</c:v>
                </c:pt>
                <c:pt idx="2170">
                  <c:v>4.34</c:v>
                </c:pt>
                <c:pt idx="2171">
                  <c:v>4.3419999999999996</c:v>
                </c:pt>
                <c:pt idx="2172">
                  <c:v>4.3440000000000003</c:v>
                </c:pt>
                <c:pt idx="2173">
                  <c:v>4.3460000000000001</c:v>
                </c:pt>
                <c:pt idx="2174">
                  <c:v>4.3479999999999999</c:v>
                </c:pt>
                <c:pt idx="2175">
                  <c:v>4.3499999999999996</c:v>
                </c:pt>
                <c:pt idx="2176">
                  <c:v>4.3520000000000003</c:v>
                </c:pt>
                <c:pt idx="2177">
                  <c:v>4.3540000000000001</c:v>
                </c:pt>
                <c:pt idx="2178">
                  <c:v>4.3559999999999999</c:v>
                </c:pt>
                <c:pt idx="2179">
                  <c:v>4.3579999999999997</c:v>
                </c:pt>
                <c:pt idx="2180">
                  <c:v>4.3600000000000003</c:v>
                </c:pt>
                <c:pt idx="2181">
                  <c:v>4.3620000000000001</c:v>
                </c:pt>
                <c:pt idx="2182">
                  <c:v>4.3639999999999999</c:v>
                </c:pt>
                <c:pt idx="2183">
                  <c:v>4.3659999999999997</c:v>
                </c:pt>
                <c:pt idx="2184">
                  <c:v>4.3680000000000003</c:v>
                </c:pt>
                <c:pt idx="2185">
                  <c:v>4.37</c:v>
                </c:pt>
                <c:pt idx="2186">
                  <c:v>4.3719999999999999</c:v>
                </c:pt>
                <c:pt idx="2187">
                  <c:v>4.3739999999999997</c:v>
                </c:pt>
                <c:pt idx="2188">
                  <c:v>4.3760000000000003</c:v>
                </c:pt>
                <c:pt idx="2189">
                  <c:v>4.3780000000000001</c:v>
                </c:pt>
                <c:pt idx="2190">
                  <c:v>4.38</c:v>
                </c:pt>
                <c:pt idx="2191">
                  <c:v>4.3819999999999997</c:v>
                </c:pt>
                <c:pt idx="2192">
                  <c:v>4.3840000000000003</c:v>
                </c:pt>
                <c:pt idx="2193">
                  <c:v>4.3860000000000001</c:v>
                </c:pt>
                <c:pt idx="2194">
                  <c:v>4.3879999999999999</c:v>
                </c:pt>
                <c:pt idx="2195">
                  <c:v>4.3899999999999997</c:v>
                </c:pt>
                <c:pt idx="2196">
                  <c:v>4.3920000000000003</c:v>
                </c:pt>
                <c:pt idx="2197">
                  <c:v>4.3940000000000001</c:v>
                </c:pt>
                <c:pt idx="2198">
                  <c:v>4.3959999999999999</c:v>
                </c:pt>
                <c:pt idx="2199">
                  <c:v>4.3979999999999997</c:v>
                </c:pt>
                <c:pt idx="2200">
                  <c:v>4.4000000000000004</c:v>
                </c:pt>
                <c:pt idx="2201">
                  <c:v>4.4020000000000001</c:v>
                </c:pt>
                <c:pt idx="2202">
                  <c:v>4.4039999999999999</c:v>
                </c:pt>
                <c:pt idx="2203">
                  <c:v>4.4059999999999997</c:v>
                </c:pt>
                <c:pt idx="2204">
                  <c:v>4.4080000000000004</c:v>
                </c:pt>
                <c:pt idx="2205">
                  <c:v>4.41</c:v>
                </c:pt>
                <c:pt idx="2206">
                  <c:v>4.4119999999999999</c:v>
                </c:pt>
                <c:pt idx="2207">
                  <c:v>4.4139999999999997</c:v>
                </c:pt>
                <c:pt idx="2208">
                  <c:v>4.4160000000000004</c:v>
                </c:pt>
                <c:pt idx="2209">
                  <c:v>4.4180000000000001</c:v>
                </c:pt>
                <c:pt idx="2210">
                  <c:v>4.42</c:v>
                </c:pt>
                <c:pt idx="2211">
                  <c:v>4.4219999999999997</c:v>
                </c:pt>
                <c:pt idx="2212">
                  <c:v>4.4240000000000004</c:v>
                </c:pt>
                <c:pt idx="2213">
                  <c:v>4.4260000000000002</c:v>
                </c:pt>
                <c:pt idx="2214">
                  <c:v>4.4279999999999999</c:v>
                </c:pt>
                <c:pt idx="2215">
                  <c:v>4.43</c:v>
                </c:pt>
                <c:pt idx="2216">
                  <c:v>4.4320000000000004</c:v>
                </c:pt>
                <c:pt idx="2217">
                  <c:v>4.4340000000000002</c:v>
                </c:pt>
                <c:pt idx="2218">
                  <c:v>4.4359999999999999</c:v>
                </c:pt>
                <c:pt idx="2219">
                  <c:v>4.4379999999999997</c:v>
                </c:pt>
                <c:pt idx="2220">
                  <c:v>4.4400000000000004</c:v>
                </c:pt>
                <c:pt idx="2221">
                  <c:v>4.4420000000000002</c:v>
                </c:pt>
                <c:pt idx="2222">
                  <c:v>4.444</c:v>
                </c:pt>
                <c:pt idx="2223">
                  <c:v>4.4459999999999997</c:v>
                </c:pt>
                <c:pt idx="2224">
                  <c:v>4.4480000000000004</c:v>
                </c:pt>
                <c:pt idx="2225">
                  <c:v>4.45</c:v>
                </c:pt>
                <c:pt idx="2226">
                  <c:v>4.452</c:v>
                </c:pt>
                <c:pt idx="2227">
                  <c:v>4.4539999999999997</c:v>
                </c:pt>
                <c:pt idx="2228">
                  <c:v>4.4560000000000004</c:v>
                </c:pt>
                <c:pt idx="2229">
                  <c:v>4.4580000000000002</c:v>
                </c:pt>
                <c:pt idx="2230">
                  <c:v>4.46</c:v>
                </c:pt>
                <c:pt idx="2231">
                  <c:v>4.4619999999999997</c:v>
                </c:pt>
                <c:pt idx="2232">
                  <c:v>4.4640000000000004</c:v>
                </c:pt>
                <c:pt idx="2233">
                  <c:v>4.4660000000000002</c:v>
                </c:pt>
                <c:pt idx="2234">
                  <c:v>4.468</c:v>
                </c:pt>
                <c:pt idx="2235">
                  <c:v>4.47</c:v>
                </c:pt>
                <c:pt idx="2236">
                  <c:v>4.4720000000000004</c:v>
                </c:pt>
                <c:pt idx="2237">
                  <c:v>4.4740000000000002</c:v>
                </c:pt>
                <c:pt idx="2238">
                  <c:v>4.476</c:v>
                </c:pt>
                <c:pt idx="2239">
                  <c:v>4.4779999999999998</c:v>
                </c:pt>
                <c:pt idx="2240">
                  <c:v>4.4800000000000004</c:v>
                </c:pt>
                <c:pt idx="2241">
                  <c:v>4.4820000000000002</c:v>
                </c:pt>
                <c:pt idx="2242">
                  <c:v>4.484</c:v>
                </c:pt>
                <c:pt idx="2243">
                  <c:v>4.4859999999999998</c:v>
                </c:pt>
                <c:pt idx="2244">
                  <c:v>4.4880000000000004</c:v>
                </c:pt>
                <c:pt idx="2245">
                  <c:v>4.49</c:v>
                </c:pt>
                <c:pt idx="2246">
                  <c:v>4.492</c:v>
                </c:pt>
                <c:pt idx="2247">
                  <c:v>4.4939999999999998</c:v>
                </c:pt>
                <c:pt idx="2248">
                  <c:v>4.4960000000000004</c:v>
                </c:pt>
                <c:pt idx="2249">
                  <c:v>4.4980000000000002</c:v>
                </c:pt>
                <c:pt idx="2250">
                  <c:v>4.5</c:v>
                </c:pt>
                <c:pt idx="2251">
                  <c:v>4.5019999999999998</c:v>
                </c:pt>
                <c:pt idx="2252">
                  <c:v>4.5039999999999996</c:v>
                </c:pt>
                <c:pt idx="2253">
                  <c:v>4.5060000000000002</c:v>
                </c:pt>
                <c:pt idx="2254">
                  <c:v>4.508</c:v>
                </c:pt>
                <c:pt idx="2255">
                  <c:v>4.51</c:v>
                </c:pt>
                <c:pt idx="2256">
                  <c:v>4.5119999999999996</c:v>
                </c:pt>
                <c:pt idx="2257">
                  <c:v>4.5140000000000002</c:v>
                </c:pt>
                <c:pt idx="2258">
                  <c:v>4.516</c:v>
                </c:pt>
                <c:pt idx="2259">
                  <c:v>4.5179999999999998</c:v>
                </c:pt>
                <c:pt idx="2260">
                  <c:v>4.5199999999999996</c:v>
                </c:pt>
                <c:pt idx="2261">
                  <c:v>4.5220000000000002</c:v>
                </c:pt>
                <c:pt idx="2262">
                  <c:v>4.524</c:v>
                </c:pt>
                <c:pt idx="2263">
                  <c:v>4.5259999999999998</c:v>
                </c:pt>
                <c:pt idx="2264">
                  <c:v>4.5279999999999996</c:v>
                </c:pt>
                <c:pt idx="2265">
                  <c:v>4.53</c:v>
                </c:pt>
                <c:pt idx="2266">
                  <c:v>4.532</c:v>
                </c:pt>
                <c:pt idx="2267">
                  <c:v>4.5339999999999998</c:v>
                </c:pt>
                <c:pt idx="2268">
                  <c:v>4.5359999999999996</c:v>
                </c:pt>
                <c:pt idx="2269">
                  <c:v>4.5380000000000003</c:v>
                </c:pt>
                <c:pt idx="2270">
                  <c:v>4.54</c:v>
                </c:pt>
                <c:pt idx="2271">
                  <c:v>4.5419999999999998</c:v>
                </c:pt>
                <c:pt idx="2272">
                  <c:v>4.5439999999999996</c:v>
                </c:pt>
                <c:pt idx="2273">
                  <c:v>4.5460000000000003</c:v>
                </c:pt>
                <c:pt idx="2274">
                  <c:v>4.548</c:v>
                </c:pt>
                <c:pt idx="2275">
                  <c:v>4.55</c:v>
                </c:pt>
                <c:pt idx="2276">
                  <c:v>4.5519999999999996</c:v>
                </c:pt>
                <c:pt idx="2277">
                  <c:v>4.5540000000000003</c:v>
                </c:pt>
                <c:pt idx="2278">
                  <c:v>4.556</c:v>
                </c:pt>
                <c:pt idx="2279">
                  <c:v>4.5579999999999998</c:v>
                </c:pt>
                <c:pt idx="2280">
                  <c:v>4.5599999999999996</c:v>
                </c:pt>
                <c:pt idx="2281">
                  <c:v>4.5620000000000003</c:v>
                </c:pt>
                <c:pt idx="2282">
                  <c:v>4.5640000000000001</c:v>
                </c:pt>
                <c:pt idx="2283">
                  <c:v>4.5659999999999998</c:v>
                </c:pt>
                <c:pt idx="2284">
                  <c:v>4.5679999999999996</c:v>
                </c:pt>
                <c:pt idx="2285">
                  <c:v>4.57</c:v>
                </c:pt>
                <c:pt idx="2286">
                  <c:v>4.5720000000000001</c:v>
                </c:pt>
                <c:pt idx="2287">
                  <c:v>4.5739999999999998</c:v>
                </c:pt>
                <c:pt idx="2288">
                  <c:v>4.5759999999999996</c:v>
                </c:pt>
                <c:pt idx="2289">
                  <c:v>4.5780000000000003</c:v>
                </c:pt>
                <c:pt idx="2290">
                  <c:v>4.58</c:v>
                </c:pt>
                <c:pt idx="2291">
                  <c:v>4.5819999999999999</c:v>
                </c:pt>
                <c:pt idx="2292">
                  <c:v>4.5839999999999996</c:v>
                </c:pt>
                <c:pt idx="2293">
                  <c:v>4.5860000000000003</c:v>
                </c:pt>
                <c:pt idx="2294">
                  <c:v>4.5880000000000001</c:v>
                </c:pt>
                <c:pt idx="2295">
                  <c:v>4.59</c:v>
                </c:pt>
                <c:pt idx="2296">
                  <c:v>4.5919999999999996</c:v>
                </c:pt>
                <c:pt idx="2297">
                  <c:v>4.5940000000000003</c:v>
                </c:pt>
                <c:pt idx="2298">
                  <c:v>4.5960000000000001</c:v>
                </c:pt>
                <c:pt idx="2299">
                  <c:v>4.5979999999999999</c:v>
                </c:pt>
                <c:pt idx="2300">
                  <c:v>4.5999999999999996</c:v>
                </c:pt>
                <c:pt idx="2301">
                  <c:v>4.6020000000000003</c:v>
                </c:pt>
                <c:pt idx="2302">
                  <c:v>4.6040000000000001</c:v>
                </c:pt>
                <c:pt idx="2303">
                  <c:v>4.6059999999999999</c:v>
                </c:pt>
                <c:pt idx="2304">
                  <c:v>4.6079999999999997</c:v>
                </c:pt>
                <c:pt idx="2305">
                  <c:v>4.6100000000000003</c:v>
                </c:pt>
                <c:pt idx="2306">
                  <c:v>4.6120000000000001</c:v>
                </c:pt>
                <c:pt idx="2307">
                  <c:v>4.6139999999999999</c:v>
                </c:pt>
                <c:pt idx="2308">
                  <c:v>4.6159999999999997</c:v>
                </c:pt>
                <c:pt idx="2309">
                  <c:v>4.6180000000000003</c:v>
                </c:pt>
                <c:pt idx="2310">
                  <c:v>4.62</c:v>
                </c:pt>
                <c:pt idx="2311">
                  <c:v>4.6219999999999999</c:v>
                </c:pt>
                <c:pt idx="2312">
                  <c:v>4.6239999999999997</c:v>
                </c:pt>
                <c:pt idx="2313">
                  <c:v>4.6260000000000003</c:v>
                </c:pt>
                <c:pt idx="2314">
                  <c:v>4.6280000000000001</c:v>
                </c:pt>
                <c:pt idx="2315">
                  <c:v>4.63</c:v>
                </c:pt>
                <c:pt idx="2316">
                  <c:v>4.6319999999999997</c:v>
                </c:pt>
                <c:pt idx="2317">
                  <c:v>4.6340000000000003</c:v>
                </c:pt>
                <c:pt idx="2318">
                  <c:v>4.6360000000000001</c:v>
                </c:pt>
                <c:pt idx="2319">
                  <c:v>4.6379999999999999</c:v>
                </c:pt>
                <c:pt idx="2320">
                  <c:v>4.6399999999999997</c:v>
                </c:pt>
                <c:pt idx="2321">
                  <c:v>4.6420000000000003</c:v>
                </c:pt>
                <c:pt idx="2322">
                  <c:v>4.6440000000000001</c:v>
                </c:pt>
                <c:pt idx="2323">
                  <c:v>4.6459999999999999</c:v>
                </c:pt>
                <c:pt idx="2324">
                  <c:v>4.6479999999999997</c:v>
                </c:pt>
                <c:pt idx="2325">
                  <c:v>4.6500000000000004</c:v>
                </c:pt>
                <c:pt idx="2326">
                  <c:v>4.6520000000000001</c:v>
                </c:pt>
                <c:pt idx="2327">
                  <c:v>4.6539999999999999</c:v>
                </c:pt>
                <c:pt idx="2328">
                  <c:v>4.6559999999999997</c:v>
                </c:pt>
                <c:pt idx="2329">
                  <c:v>4.6580000000000004</c:v>
                </c:pt>
                <c:pt idx="2330">
                  <c:v>4.66</c:v>
                </c:pt>
                <c:pt idx="2331">
                  <c:v>4.6619999999999999</c:v>
                </c:pt>
                <c:pt idx="2332">
                  <c:v>4.6639999999999997</c:v>
                </c:pt>
                <c:pt idx="2333">
                  <c:v>4.6660000000000004</c:v>
                </c:pt>
                <c:pt idx="2334">
                  <c:v>4.6680000000000001</c:v>
                </c:pt>
                <c:pt idx="2335">
                  <c:v>4.67</c:v>
                </c:pt>
                <c:pt idx="2336">
                  <c:v>4.6719999999999997</c:v>
                </c:pt>
                <c:pt idx="2337">
                  <c:v>4.6740000000000004</c:v>
                </c:pt>
                <c:pt idx="2338">
                  <c:v>4.6760000000000002</c:v>
                </c:pt>
                <c:pt idx="2339">
                  <c:v>4.6779999999999999</c:v>
                </c:pt>
                <c:pt idx="2340">
                  <c:v>4.68</c:v>
                </c:pt>
                <c:pt idx="2341">
                  <c:v>4.6820000000000004</c:v>
                </c:pt>
                <c:pt idx="2342">
                  <c:v>4.6840000000000002</c:v>
                </c:pt>
                <c:pt idx="2343">
                  <c:v>4.6859999999999999</c:v>
                </c:pt>
                <c:pt idx="2344">
                  <c:v>4.6879999999999997</c:v>
                </c:pt>
                <c:pt idx="2345">
                  <c:v>4.6900000000000004</c:v>
                </c:pt>
                <c:pt idx="2346">
                  <c:v>4.6920000000000002</c:v>
                </c:pt>
                <c:pt idx="2347">
                  <c:v>4.694</c:v>
                </c:pt>
                <c:pt idx="2348">
                  <c:v>4.6959999999999997</c:v>
                </c:pt>
                <c:pt idx="2349">
                  <c:v>4.6980000000000004</c:v>
                </c:pt>
                <c:pt idx="2350">
                  <c:v>4.7</c:v>
                </c:pt>
                <c:pt idx="2351">
                  <c:v>4.702</c:v>
                </c:pt>
                <c:pt idx="2352">
                  <c:v>4.7039999999999997</c:v>
                </c:pt>
                <c:pt idx="2353">
                  <c:v>4.7060000000000004</c:v>
                </c:pt>
                <c:pt idx="2354">
                  <c:v>4.7080000000000002</c:v>
                </c:pt>
                <c:pt idx="2355">
                  <c:v>4.71</c:v>
                </c:pt>
                <c:pt idx="2356">
                  <c:v>4.7119999999999997</c:v>
                </c:pt>
                <c:pt idx="2357">
                  <c:v>4.7140000000000004</c:v>
                </c:pt>
                <c:pt idx="2358">
                  <c:v>4.7160000000000002</c:v>
                </c:pt>
                <c:pt idx="2359">
                  <c:v>4.718</c:v>
                </c:pt>
                <c:pt idx="2360">
                  <c:v>4.72</c:v>
                </c:pt>
                <c:pt idx="2361">
                  <c:v>4.7220000000000004</c:v>
                </c:pt>
                <c:pt idx="2362">
                  <c:v>4.7240000000000002</c:v>
                </c:pt>
                <c:pt idx="2363">
                  <c:v>4.726</c:v>
                </c:pt>
                <c:pt idx="2364">
                  <c:v>4.7279999999999998</c:v>
                </c:pt>
                <c:pt idx="2365">
                  <c:v>4.7300000000000004</c:v>
                </c:pt>
                <c:pt idx="2366">
                  <c:v>4.7320000000000002</c:v>
                </c:pt>
                <c:pt idx="2367">
                  <c:v>4.734</c:v>
                </c:pt>
                <c:pt idx="2368">
                  <c:v>4.7359999999999998</c:v>
                </c:pt>
                <c:pt idx="2369">
                  <c:v>4.7380000000000004</c:v>
                </c:pt>
                <c:pt idx="2370">
                  <c:v>4.74</c:v>
                </c:pt>
                <c:pt idx="2371">
                  <c:v>4.742</c:v>
                </c:pt>
                <c:pt idx="2372">
                  <c:v>4.7439999999999998</c:v>
                </c:pt>
                <c:pt idx="2373">
                  <c:v>4.7460000000000004</c:v>
                </c:pt>
                <c:pt idx="2374">
                  <c:v>4.7480000000000002</c:v>
                </c:pt>
                <c:pt idx="2375">
                  <c:v>4.75</c:v>
                </c:pt>
                <c:pt idx="2376">
                  <c:v>4.7519999999999998</c:v>
                </c:pt>
                <c:pt idx="2377">
                  <c:v>4.7539999999999996</c:v>
                </c:pt>
                <c:pt idx="2378">
                  <c:v>4.7560000000000002</c:v>
                </c:pt>
                <c:pt idx="2379">
                  <c:v>4.758</c:v>
                </c:pt>
                <c:pt idx="2380">
                  <c:v>4.76</c:v>
                </c:pt>
                <c:pt idx="2381">
                  <c:v>4.7619999999999996</c:v>
                </c:pt>
                <c:pt idx="2382">
                  <c:v>4.7640000000000002</c:v>
                </c:pt>
                <c:pt idx="2383">
                  <c:v>4.766</c:v>
                </c:pt>
                <c:pt idx="2384">
                  <c:v>4.7679999999999998</c:v>
                </c:pt>
                <c:pt idx="2385">
                  <c:v>4.7699999999999996</c:v>
                </c:pt>
                <c:pt idx="2386">
                  <c:v>4.7720000000000002</c:v>
                </c:pt>
                <c:pt idx="2387">
                  <c:v>4.774</c:v>
                </c:pt>
                <c:pt idx="2388">
                  <c:v>4.7759999999999998</c:v>
                </c:pt>
                <c:pt idx="2389">
                  <c:v>4.7779999999999996</c:v>
                </c:pt>
                <c:pt idx="2390">
                  <c:v>4.78</c:v>
                </c:pt>
                <c:pt idx="2391">
                  <c:v>4.782</c:v>
                </c:pt>
                <c:pt idx="2392">
                  <c:v>4.7839999999999998</c:v>
                </c:pt>
                <c:pt idx="2393">
                  <c:v>4.7859999999999996</c:v>
                </c:pt>
                <c:pt idx="2394">
                  <c:v>4.7880000000000003</c:v>
                </c:pt>
                <c:pt idx="2395">
                  <c:v>4.79</c:v>
                </c:pt>
                <c:pt idx="2396">
                  <c:v>4.7919999999999998</c:v>
                </c:pt>
                <c:pt idx="2397">
                  <c:v>4.7939999999999996</c:v>
                </c:pt>
                <c:pt idx="2398">
                  <c:v>4.7960000000000003</c:v>
                </c:pt>
                <c:pt idx="2399">
                  <c:v>4.798</c:v>
                </c:pt>
                <c:pt idx="2400">
                  <c:v>4.8</c:v>
                </c:pt>
                <c:pt idx="2401">
                  <c:v>4.8019999999999996</c:v>
                </c:pt>
                <c:pt idx="2402">
                  <c:v>4.8040000000000003</c:v>
                </c:pt>
                <c:pt idx="2403">
                  <c:v>4.806</c:v>
                </c:pt>
                <c:pt idx="2404">
                  <c:v>4.8079999999999998</c:v>
                </c:pt>
                <c:pt idx="2405">
                  <c:v>4.8099999999999996</c:v>
                </c:pt>
                <c:pt idx="2406">
                  <c:v>4.8120000000000003</c:v>
                </c:pt>
                <c:pt idx="2407">
                  <c:v>4.8140000000000001</c:v>
                </c:pt>
                <c:pt idx="2408">
                  <c:v>4.8159999999999998</c:v>
                </c:pt>
                <c:pt idx="2409">
                  <c:v>4.8179999999999996</c:v>
                </c:pt>
                <c:pt idx="2410">
                  <c:v>4.82</c:v>
                </c:pt>
                <c:pt idx="2411">
                  <c:v>4.8220000000000001</c:v>
                </c:pt>
                <c:pt idx="2412">
                  <c:v>4.8239999999999998</c:v>
                </c:pt>
                <c:pt idx="2413">
                  <c:v>4.8259999999999996</c:v>
                </c:pt>
                <c:pt idx="2414">
                  <c:v>4.8280000000000003</c:v>
                </c:pt>
                <c:pt idx="2415">
                  <c:v>4.83</c:v>
                </c:pt>
                <c:pt idx="2416">
                  <c:v>4.8319999999999999</c:v>
                </c:pt>
                <c:pt idx="2417">
                  <c:v>4.8339999999999996</c:v>
                </c:pt>
                <c:pt idx="2418">
                  <c:v>4.8360000000000003</c:v>
                </c:pt>
                <c:pt idx="2419">
                  <c:v>4.8380000000000001</c:v>
                </c:pt>
                <c:pt idx="2420">
                  <c:v>4.84</c:v>
                </c:pt>
                <c:pt idx="2421">
                  <c:v>4.8419999999999996</c:v>
                </c:pt>
                <c:pt idx="2422">
                  <c:v>4.8440000000000003</c:v>
                </c:pt>
                <c:pt idx="2423">
                  <c:v>4.8460000000000001</c:v>
                </c:pt>
                <c:pt idx="2424">
                  <c:v>4.8479999999999999</c:v>
                </c:pt>
                <c:pt idx="2425">
                  <c:v>4.8499999999999996</c:v>
                </c:pt>
                <c:pt idx="2426">
                  <c:v>4.8520000000000003</c:v>
                </c:pt>
                <c:pt idx="2427">
                  <c:v>4.8540000000000001</c:v>
                </c:pt>
                <c:pt idx="2428">
                  <c:v>4.8559999999999999</c:v>
                </c:pt>
                <c:pt idx="2429">
                  <c:v>4.8579999999999997</c:v>
                </c:pt>
                <c:pt idx="2430">
                  <c:v>4.8600000000000003</c:v>
                </c:pt>
                <c:pt idx="2431">
                  <c:v>4.8620000000000001</c:v>
                </c:pt>
                <c:pt idx="2432">
                  <c:v>4.8639999999999999</c:v>
                </c:pt>
                <c:pt idx="2433">
                  <c:v>4.8659999999999997</c:v>
                </c:pt>
                <c:pt idx="2434">
                  <c:v>4.8680000000000003</c:v>
                </c:pt>
                <c:pt idx="2435">
                  <c:v>4.87</c:v>
                </c:pt>
                <c:pt idx="2436">
                  <c:v>4.8719999999999999</c:v>
                </c:pt>
                <c:pt idx="2437">
                  <c:v>4.8739999999999997</c:v>
                </c:pt>
                <c:pt idx="2438">
                  <c:v>4.8760000000000003</c:v>
                </c:pt>
                <c:pt idx="2439">
                  <c:v>4.8780000000000001</c:v>
                </c:pt>
                <c:pt idx="2440">
                  <c:v>4.88</c:v>
                </c:pt>
                <c:pt idx="2441">
                  <c:v>4.8819999999999997</c:v>
                </c:pt>
                <c:pt idx="2442">
                  <c:v>4.8840000000000003</c:v>
                </c:pt>
                <c:pt idx="2443">
                  <c:v>4.8860000000000001</c:v>
                </c:pt>
                <c:pt idx="2444">
                  <c:v>4.8879999999999999</c:v>
                </c:pt>
                <c:pt idx="2445">
                  <c:v>4.8899999999999997</c:v>
                </c:pt>
                <c:pt idx="2446">
                  <c:v>4.8920000000000003</c:v>
                </c:pt>
                <c:pt idx="2447">
                  <c:v>4.8940000000000001</c:v>
                </c:pt>
                <c:pt idx="2448">
                  <c:v>4.8959999999999999</c:v>
                </c:pt>
                <c:pt idx="2449">
                  <c:v>4.8979999999999997</c:v>
                </c:pt>
                <c:pt idx="2450">
                  <c:v>4.9000000000000004</c:v>
                </c:pt>
                <c:pt idx="2451">
                  <c:v>4.9020000000000001</c:v>
                </c:pt>
                <c:pt idx="2452">
                  <c:v>4.9039999999999999</c:v>
                </c:pt>
                <c:pt idx="2453">
                  <c:v>4.9059999999999997</c:v>
                </c:pt>
                <c:pt idx="2454">
                  <c:v>4.9080000000000004</c:v>
                </c:pt>
                <c:pt idx="2455">
                  <c:v>4.91</c:v>
                </c:pt>
                <c:pt idx="2456">
                  <c:v>4.9119999999999999</c:v>
                </c:pt>
                <c:pt idx="2457">
                  <c:v>4.9139999999999997</c:v>
                </c:pt>
                <c:pt idx="2458">
                  <c:v>4.9160000000000004</c:v>
                </c:pt>
                <c:pt idx="2459">
                  <c:v>4.9180000000000001</c:v>
                </c:pt>
                <c:pt idx="2460">
                  <c:v>4.92</c:v>
                </c:pt>
                <c:pt idx="2461">
                  <c:v>4.9219999999999997</c:v>
                </c:pt>
                <c:pt idx="2462">
                  <c:v>4.9240000000000004</c:v>
                </c:pt>
                <c:pt idx="2463">
                  <c:v>4.9260000000000002</c:v>
                </c:pt>
                <c:pt idx="2464">
                  <c:v>4.9279999999999999</c:v>
                </c:pt>
                <c:pt idx="2465">
                  <c:v>4.93</c:v>
                </c:pt>
                <c:pt idx="2466">
                  <c:v>4.9320000000000004</c:v>
                </c:pt>
                <c:pt idx="2467">
                  <c:v>4.9340000000000002</c:v>
                </c:pt>
                <c:pt idx="2468">
                  <c:v>4.9359999999999999</c:v>
                </c:pt>
                <c:pt idx="2469">
                  <c:v>4.9379999999999997</c:v>
                </c:pt>
                <c:pt idx="2470">
                  <c:v>4.9400000000000004</c:v>
                </c:pt>
                <c:pt idx="2471">
                  <c:v>4.9420000000000002</c:v>
                </c:pt>
                <c:pt idx="2472">
                  <c:v>4.944</c:v>
                </c:pt>
                <c:pt idx="2473">
                  <c:v>4.9459999999999997</c:v>
                </c:pt>
                <c:pt idx="2474">
                  <c:v>4.9480000000000004</c:v>
                </c:pt>
                <c:pt idx="2475">
                  <c:v>4.95</c:v>
                </c:pt>
                <c:pt idx="2476">
                  <c:v>4.952</c:v>
                </c:pt>
                <c:pt idx="2477">
                  <c:v>4.9539999999999997</c:v>
                </c:pt>
                <c:pt idx="2478">
                  <c:v>4.9560000000000004</c:v>
                </c:pt>
                <c:pt idx="2479">
                  <c:v>4.9580000000000002</c:v>
                </c:pt>
                <c:pt idx="2480">
                  <c:v>4.96</c:v>
                </c:pt>
                <c:pt idx="2481">
                  <c:v>4.9619999999999997</c:v>
                </c:pt>
                <c:pt idx="2482">
                  <c:v>4.9640000000000004</c:v>
                </c:pt>
                <c:pt idx="2483">
                  <c:v>4.9660000000000002</c:v>
                </c:pt>
                <c:pt idx="2484">
                  <c:v>4.968</c:v>
                </c:pt>
                <c:pt idx="2485">
                  <c:v>4.97</c:v>
                </c:pt>
                <c:pt idx="2486">
                  <c:v>4.9720000000000004</c:v>
                </c:pt>
                <c:pt idx="2487">
                  <c:v>4.9740000000000002</c:v>
                </c:pt>
                <c:pt idx="2488">
                  <c:v>4.976</c:v>
                </c:pt>
                <c:pt idx="2489">
                  <c:v>4.9779999999999998</c:v>
                </c:pt>
                <c:pt idx="2490">
                  <c:v>4.9800000000000004</c:v>
                </c:pt>
                <c:pt idx="2491">
                  <c:v>4.9820000000000002</c:v>
                </c:pt>
                <c:pt idx="2492">
                  <c:v>4.984</c:v>
                </c:pt>
                <c:pt idx="2493">
                  <c:v>4.9859999999999998</c:v>
                </c:pt>
                <c:pt idx="2494">
                  <c:v>4.9880000000000004</c:v>
                </c:pt>
                <c:pt idx="2495">
                  <c:v>4.99</c:v>
                </c:pt>
                <c:pt idx="2496">
                  <c:v>4.992</c:v>
                </c:pt>
                <c:pt idx="2497">
                  <c:v>4.9939999999999998</c:v>
                </c:pt>
                <c:pt idx="2498">
                  <c:v>4.9960000000000004</c:v>
                </c:pt>
                <c:pt idx="2499">
                  <c:v>4.9980000000000002</c:v>
                </c:pt>
                <c:pt idx="2500">
                  <c:v>5</c:v>
                </c:pt>
                <c:pt idx="2501">
                  <c:v>5.0019999999999998</c:v>
                </c:pt>
                <c:pt idx="2502">
                  <c:v>5.0039999999999996</c:v>
                </c:pt>
                <c:pt idx="2503">
                  <c:v>5.0060000000000002</c:v>
                </c:pt>
                <c:pt idx="2504">
                  <c:v>5.008</c:v>
                </c:pt>
                <c:pt idx="2505">
                  <c:v>5.01</c:v>
                </c:pt>
                <c:pt idx="2506">
                  <c:v>5.0119999999999996</c:v>
                </c:pt>
                <c:pt idx="2507">
                  <c:v>5.0140000000000002</c:v>
                </c:pt>
                <c:pt idx="2508">
                  <c:v>5.016</c:v>
                </c:pt>
                <c:pt idx="2509">
                  <c:v>5.0179999999999998</c:v>
                </c:pt>
                <c:pt idx="2510">
                  <c:v>5.0199999999999996</c:v>
                </c:pt>
                <c:pt idx="2511">
                  <c:v>5.0220000000000002</c:v>
                </c:pt>
                <c:pt idx="2512">
                  <c:v>5.024</c:v>
                </c:pt>
                <c:pt idx="2513">
                  <c:v>5.0259999999999998</c:v>
                </c:pt>
                <c:pt idx="2514">
                  <c:v>5.0279999999999996</c:v>
                </c:pt>
                <c:pt idx="2515">
                  <c:v>5.03</c:v>
                </c:pt>
                <c:pt idx="2516">
                  <c:v>5.032</c:v>
                </c:pt>
                <c:pt idx="2517">
                  <c:v>5.0339999999999998</c:v>
                </c:pt>
                <c:pt idx="2518">
                  <c:v>5.0359999999999996</c:v>
                </c:pt>
                <c:pt idx="2519">
                  <c:v>5.0380000000000003</c:v>
                </c:pt>
                <c:pt idx="2520">
                  <c:v>5.04</c:v>
                </c:pt>
                <c:pt idx="2521">
                  <c:v>5.0419999999999998</c:v>
                </c:pt>
                <c:pt idx="2522">
                  <c:v>5.0439999999999996</c:v>
                </c:pt>
                <c:pt idx="2523">
                  <c:v>5.0460000000000003</c:v>
                </c:pt>
                <c:pt idx="2524">
                  <c:v>5.048</c:v>
                </c:pt>
                <c:pt idx="2525">
                  <c:v>5.05</c:v>
                </c:pt>
                <c:pt idx="2526">
                  <c:v>5.0519999999999996</c:v>
                </c:pt>
                <c:pt idx="2527">
                  <c:v>5.0540000000000003</c:v>
                </c:pt>
                <c:pt idx="2528">
                  <c:v>5.056</c:v>
                </c:pt>
                <c:pt idx="2529">
                  <c:v>5.0579999999999998</c:v>
                </c:pt>
                <c:pt idx="2530">
                  <c:v>5.0599999999999996</c:v>
                </c:pt>
                <c:pt idx="2531">
                  <c:v>5.0620000000000003</c:v>
                </c:pt>
                <c:pt idx="2532">
                  <c:v>5.0640000000000001</c:v>
                </c:pt>
                <c:pt idx="2533">
                  <c:v>5.0659999999999998</c:v>
                </c:pt>
                <c:pt idx="2534">
                  <c:v>5.0679999999999996</c:v>
                </c:pt>
                <c:pt idx="2535">
                  <c:v>5.07</c:v>
                </c:pt>
                <c:pt idx="2536">
                  <c:v>5.0720000000000001</c:v>
                </c:pt>
                <c:pt idx="2537">
                  <c:v>5.0739999999999998</c:v>
                </c:pt>
                <c:pt idx="2538">
                  <c:v>5.0759999999999996</c:v>
                </c:pt>
                <c:pt idx="2539">
                  <c:v>5.0780000000000003</c:v>
                </c:pt>
                <c:pt idx="2540">
                  <c:v>5.08</c:v>
                </c:pt>
                <c:pt idx="2541">
                  <c:v>5.0819999999999999</c:v>
                </c:pt>
                <c:pt idx="2542">
                  <c:v>5.0839999999999996</c:v>
                </c:pt>
                <c:pt idx="2543">
                  <c:v>5.0860000000000003</c:v>
                </c:pt>
                <c:pt idx="2544">
                  <c:v>5.0880000000000001</c:v>
                </c:pt>
                <c:pt idx="2545">
                  <c:v>5.09</c:v>
                </c:pt>
                <c:pt idx="2546">
                  <c:v>5.0919999999999996</c:v>
                </c:pt>
                <c:pt idx="2547">
                  <c:v>5.0940000000000003</c:v>
                </c:pt>
                <c:pt idx="2548">
                  <c:v>5.0960000000000001</c:v>
                </c:pt>
                <c:pt idx="2549">
                  <c:v>5.0979999999999999</c:v>
                </c:pt>
                <c:pt idx="2550">
                  <c:v>5.0999999999999996</c:v>
                </c:pt>
                <c:pt idx="2551">
                  <c:v>5.1020000000000003</c:v>
                </c:pt>
                <c:pt idx="2552">
                  <c:v>5.1040000000000001</c:v>
                </c:pt>
                <c:pt idx="2553">
                  <c:v>5.1059999999999999</c:v>
                </c:pt>
                <c:pt idx="2554">
                  <c:v>5.1079999999999997</c:v>
                </c:pt>
                <c:pt idx="2555">
                  <c:v>5.1100000000000003</c:v>
                </c:pt>
                <c:pt idx="2556">
                  <c:v>5.1120000000000001</c:v>
                </c:pt>
                <c:pt idx="2557">
                  <c:v>5.1139999999999999</c:v>
                </c:pt>
                <c:pt idx="2558">
                  <c:v>5.1159999999999997</c:v>
                </c:pt>
                <c:pt idx="2559">
                  <c:v>5.1180000000000003</c:v>
                </c:pt>
                <c:pt idx="2560">
                  <c:v>5.12</c:v>
                </c:pt>
                <c:pt idx="2561">
                  <c:v>5.1219999999999999</c:v>
                </c:pt>
                <c:pt idx="2562">
                  <c:v>5.1239999999999997</c:v>
                </c:pt>
                <c:pt idx="2563">
                  <c:v>5.1260000000000003</c:v>
                </c:pt>
                <c:pt idx="2564">
                  <c:v>5.1280000000000001</c:v>
                </c:pt>
                <c:pt idx="2565">
                  <c:v>5.13</c:v>
                </c:pt>
                <c:pt idx="2566">
                  <c:v>5.1319999999999997</c:v>
                </c:pt>
                <c:pt idx="2567">
                  <c:v>5.1340000000000003</c:v>
                </c:pt>
                <c:pt idx="2568">
                  <c:v>5.1360000000000001</c:v>
                </c:pt>
                <c:pt idx="2569">
                  <c:v>5.1379999999999999</c:v>
                </c:pt>
                <c:pt idx="2570">
                  <c:v>5.14</c:v>
                </c:pt>
                <c:pt idx="2571">
                  <c:v>5.1420000000000003</c:v>
                </c:pt>
                <c:pt idx="2572">
                  <c:v>5.1440000000000001</c:v>
                </c:pt>
                <c:pt idx="2573">
                  <c:v>5.1459999999999999</c:v>
                </c:pt>
                <c:pt idx="2574">
                  <c:v>5.1479999999999997</c:v>
                </c:pt>
                <c:pt idx="2575">
                  <c:v>5.15</c:v>
                </c:pt>
                <c:pt idx="2576">
                  <c:v>5.1520000000000001</c:v>
                </c:pt>
                <c:pt idx="2577">
                  <c:v>5.1539999999999999</c:v>
                </c:pt>
                <c:pt idx="2578">
                  <c:v>5.1559999999999997</c:v>
                </c:pt>
                <c:pt idx="2579">
                  <c:v>5.1580000000000004</c:v>
                </c:pt>
                <c:pt idx="2580">
                  <c:v>5.16</c:v>
                </c:pt>
                <c:pt idx="2581">
                  <c:v>5.1619999999999999</c:v>
                </c:pt>
                <c:pt idx="2582">
                  <c:v>5.1639999999999997</c:v>
                </c:pt>
                <c:pt idx="2583">
                  <c:v>5.1660000000000004</c:v>
                </c:pt>
                <c:pt idx="2584">
                  <c:v>5.1680000000000001</c:v>
                </c:pt>
                <c:pt idx="2585">
                  <c:v>5.17</c:v>
                </c:pt>
                <c:pt idx="2586">
                  <c:v>5.1719999999999997</c:v>
                </c:pt>
                <c:pt idx="2587">
                  <c:v>5.1740000000000004</c:v>
                </c:pt>
                <c:pt idx="2588">
                  <c:v>5.1760000000000002</c:v>
                </c:pt>
                <c:pt idx="2589">
                  <c:v>5.1779999999999999</c:v>
                </c:pt>
                <c:pt idx="2590">
                  <c:v>5.18</c:v>
                </c:pt>
                <c:pt idx="2591">
                  <c:v>5.1820000000000004</c:v>
                </c:pt>
                <c:pt idx="2592">
                  <c:v>5.1840000000000002</c:v>
                </c:pt>
                <c:pt idx="2593">
                  <c:v>5.1859999999999999</c:v>
                </c:pt>
                <c:pt idx="2594">
                  <c:v>5.1879999999999997</c:v>
                </c:pt>
                <c:pt idx="2595">
                  <c:v>5.19</c:v>
                </c:pt>
                <c:pt idx="2596">
                  <c:v>5.1920000000000002</c:v>
                </c:pt>
                <c:pt idx="2597">
                  <c:v>5.194</c:v>
                </c:pt>
                <c:pt idx="2598">
                  <c:v>5.1959999999999997</c:v>
                </c:pt>
                <c:pt idx="2599">
                  <c:v>5.1980000000000004</c:v>
                </c:pt>
                <c:pt idx="2600">
                  <c:v>5.2</c:v>
                </c:pt>
                <c:pt idx="2601">
                  <c:v>5.202</c:v>
                </c:pt>
                <c:pt idx="2602">
                  <c:v>5.2039999999999997</c:v>
                </c:pt>
                <c:pt idx="2603">
                  <c:v>5.2060000000000004</c:v>
                </c:pt>
                <c:pt idx="2604">
                  <c:v>5.2080000000000002</c:v>
                </c:pt>
                <c:pt idx="2605">
                  <c:v>5.21</c:v>
                </c:pt>
                <c:pt idx="2606">
                  <c:v>5.2119999999999997</c:v>
                </c:pt>
                <c:pt idx="2607">
                  <c:v>5.2140000000000004</c:v>
                </c:pt>
                <c:pt idx="2608">
                  <c:v>5.2160000000000002</c:v>
                </c:pt>
                <c:pt idx="2609">
                  <c:v>5.218</c:v>
                </c:pt>
                <c:pt idx="2610">
                  <c:v>5.22</c:v>
                </c:pt>
                <c:pt idx="2611">
                  <c:v>5.2220000000000004</c:v>
                </c:pt>
                <c:pt idx="2612">
                  <c:v>5.2240000000000002</c:v>
                </c:pt>
                <c:pt idx="2613">
                  <c:v>5.226</c:v>
                </c:pt>
                <c:pt idx="2614">
                  <c:v>5.2279999999999998</c:v>
                </c:pt>
                <c:pt idx="2615">
                  <c:v>5.23</c:v>
                </c:pt>
                <c:pt idx="2616">
                  <c:v>5.2320000000000002</c:v>
                </c:pt>
                <c:pt idx="2617">
                  <c:v>5.234</c:v>
                </c:pt>
                <c:pt idx="2618">
                  <c:v>5.2359999999999998</c:v>
                </c:pt>
                <c:pt idx="2619">
                  <c:v>5.2380000000000004</c:v>
                </c:pt>
                <c:pt idx="2620">
                  <c:v>5.24</c:v>
                </c:pt>
                <c:pt idx="2621">
                  <c:v>5.242</c:v>
                </c:pt>
                <c:pt idx="2622">
                  <c:v>5.2439999999999998</c:v>
                </c:pt>
                <c:pt idx="2623">
                  <c:v>5.2460000000000004</c:v>
                </c:pt>
                <c:pt idx="2624">
                  <c:v>5.2480000000000002</c:v>
                </c:pt>
                <c:pt idx="2625">
                  <c:v>5.25</c:v>
                </c:pt>
                <c:pt idx="2626">
                  <c:v>5.2519999999999998</c:v>
                </c:pt>
                <c:pt idx="2627">
                  <c:v>5.2539999999999996</c:v>
                </c:pt>
                <c:pt idx="2628">
                  <c:v>5.2560000000000002</c:v>
                </c:pt>
                <c:pt idx="2629">
                  <c:v>5.258</c:v>
                </c:pt>
                <c:pt idx="2630">
                  <c:v>5.26</c:v>
                </c:pt>
                <c:pt idx="2631">
                  <c:v>5.2619999999999996</c:v>
                </c:pt>
                <c:pt idx="2632">
                  <c:v>5.2640000000000002</c:v>
                </c:pt>
                <c:pt idx="2633">
                  <c:v>5.266</c:v>
                </c:pt>
                <c:pt idx="2634">
                  <c:v>5.2679999999999998</c:v>
                </c:pt>
                <c:pt idx="2635">
                  <c:v>5.27</c:v>
                </c:pt>
                <c:pt idx="2636">
                  <c:v>5.2720000000000002</c:v>
                </c:pt>
                <c:pt idx="2637">
                  <c:v>5.274</c:v>
                </c:pt>
                <c:pt idx="2638">
                  <c:v>5.2759999999999998</c:v>
                </c:pt>
                <c:pt idx="2639">
                  <c:v>5.2779999999999996</c:v>
                </c:pt>
                <c:pt idx="2640">
                  <c:v>5.28</c:v>
                </c:pt>
                <c:pt idx="2641">
                  <c:v>5.282</c:v>
                </c:pt>
                <c:pt idx="2642">
                  <c:v>5.2839999999999998</c:v>
                </c:pt>
                <c:pt idx="2643">
                  <c:v>5.2859999999999996</c:v>
                </c:pt>
                <c:pt idx="2644">
                  <c:v>5.2880000000000003</c:v>
                </c:pt>
                <c:pt idx="2645">
                  <c:v>5.29</c:v>
                </c:pt>
                <c:pt idx="2646">
                  <c:v>5.2919999999999998</c:v>
                </c:pt>
                <c:pt idx="2647">
                  <c:v>5.2939999999999996</c:v>
                </c:pt>
                <c:pt idx="2648">
                  <c:v>5.2960000000000003</c:v>
                </c:pt>
                <c:pt idx="2649">
                  <c:v>5.298</c:v>
                </c:pt>
                <c:pt idx="2650">
                  <c:v>5.3</c:v>
                </c:pt>
                <c:pt idx="2651">
                  <c:v>5.3019999999999996</c:v>
                </c:pt>
                <c:pt idx="2652">
                  <c:v>5.3040000000000003</c:v>
                </c:pt>
                <c:pt idx="2653">
                  <c:v>5.306</c:v>
                </c:pt>
                <c:pt idx="2654">
                  <c:v>5.3079999999999998</c:v>
                </c:pt>
                <c:pt idx="2655">
                  <c:v>5.31</c:v>
                </c:pt>
                <c:pt idx="2656">
                  <c:v>5.3120000000000003</c:v>
                </c:pt>
                <c:pt idx="2657">
                  <c:v>5.3140000000000001</c:v>
                </c:pt>
                <c:pt idx="2658">
                  <c:v>5.3159999999999998</c:v>
                </c:pt>
                <c:pt idx="2659">
                  <c:v>5.3179999999999996</c:v>
                </c:pt>
                <c:pt idx="2660">
                  <c:v>5.32</c:v>
                </c:pt>
                <c:pt idx="2661">
                  <c:v>5.3220000000000001</c:v>
                </c:pt>
                <c:pt idx="2662">
                  <c:v>5.3239999999999998</c:v>
                </c:pt>
                <c:pt idx="2663">
                  <c:v>5.3259999999999996</c:v>
                </c:pt>
                <c:pt idx="2664">
                  <c:v>5.3280000000000003</c:v>
                </c:pt>
                <c:pt idx="2665">
                  <c:v>5.33</c:v>
                </c:pt>
                <c:pt idx="2666">
                  <c:v>5.3319999999999999</c:v>
                </c:pt>
                <c:pt idx="2667">
                  <c:v>5.3339999999999996</c:v>
                </c:pt>
                <c:pt idx="2668">
                  <c:v>5.3360000000000003</c:v>
                </c:pt>
                <c:pt idx="2669">
                  <c:v>5.3380000000000001</c:v>
                </c:pt>
                <c:pt idx="2670">
                  <c:v>5.34</c:v>
                </c:pt>
                <c:pt idx="2671">
                  <c:v>5.3419999999999996</c:v>
                </c:pt>
                <c:pt idx="2672">
                  <c:v>5.3440000000000003</c:v>
                </c:pt>
                <c:pt idx="2673">
                  <c:v>5.3460000000000001</c:v>
                </c:pt>
                <c:pt idx="2674">
                  <c:v>5.3479999999999999</c:v>
                </c:pt>
                <c:pt idx="2675">
                  <c:v>5.35</c:v>
                </c:pt>
                <c:pt idx="2676">
                  <c:v>5.3520000000000003</c:v>
                </c:pt>
                <c:pt idx="2677">
                  <c:v>5.3540000000000001</c:v>
                </c:pt>
                <c:pt idx="2678">
                  <c:v>5.3559999999999999</c:v>
                </c:pt>
                <c:pt idx="2679">
                  <c:v>5.3579999999999997</c:v>
                </c:pt>
                <c:pt idx="2680">
                  <c:v>5.36</c:v>
                </c:pt>
                <c:pt idx="2681">
                  <c:v>5.3620000000000001</c:v>
                </c:pt>
                <c:pt idx="2682">
                  <c:v>5.3639999999999999</c:v>
                </c:pt>
                <c:pt idx="2683">
                  <c:v>5.3659999999999997</c:v>
                </c:pt>
                <c:pt idx="2684">
                  <c:v>5.3680000000000003</c:v>
                </c:pt>
                <c:pt idx="2685">
                  <c:v>5.37</c:v>
                </c:pt>
                <c:pt idx="2686">
                  <c:v>5.3719999999999999</c:v>
                </c:pt>
                <c:pt idx="2687">
                  <c:v>5.3739999999999997</c:v>
                </c:pt>
                <c:pt idx="2688">
                  <c:v>5.3760000000000003</c:v>
                </c:pt>
                <c:pt idx="2689">
                  <c:v>5.3780000000000001</c:v>
                </c:pt>
                <c:pt idx="2690">
                  <c:v>5.38</c:v>
                </c:pt>
                <c:pt idx="2691">
                  <c:v>5.3819999999999997</c:v>
                </c:pt>
                <c:pt idx="2692">
                  <c:v>5.3840000000000003</c:v>
                </c:pt>
                <c:pt idx="2693">
                  <c:v>5.3860000000000001</c:v>
                </c:pt>
                <c:pt idx="2694">
                  <c:v>5.3879999999999999</c:v>
                </c:pt>
                <c:pt idx="2695">
                  <c:v>5.39</c:v>
                </c:pt>
                <c:pt idx="2696">
                  <c:v>5.3920000000000003</c:v>
                </c:pt>
                <c:pt idx="2697">
                  <c:v>5.3940000000000001</c:v>
                </c:pt>
                <c:pt idx="2698">
                  <c:v>5.3959999999999999</c:v>
                </c:pt>
                <c:pt idx="2699">
                  <c:v>5.3979999999999997</c:v>
                </c:pt>
                <c:pt idx="2700">
                  <c:v>5.4</c:v>
                </c:pt>
                <c:pt idx="2701">
                  <c:v>5.4020000000000001</c:v>
                </c:pt>
                <c:pt idx="2702">
                  <c:v>5.4039999999999999</c:v>
                </c:pt>
                <c:pt idx="2703">
                  <c:v>5.4059999999999997</c:v>
                </c:pt>
                <c:pt idx="2704">
                  <c:v>5.4080000000000004</c:v>
                </c:pt>
                <c:pt idx="2705">
                  <c:v>5.41</c:v>
                </c:pt>
                <c:pt idx="2706">
                  <c:v>5.4119999999999999</c:v>
                </c:pt>
                <c:pt idx="2707">
                  <c:v>5.4139999999999997</c:v>
                </c:pt>
                <c:pt idx="2708">
                  <c:v>5.4160000000000004</c:v>
                </c:pt>
                <c:pt idx="2709">
                  <c:v>5.4180000000000001</c:v>
                </c:pt>
                <c:pt idx="2710">
                  <c:v>5.42</c:v>
                </c:pt>
                <c:pt idx="2711">
                  <c:v>5.4219999999999997</c:v>
                </c:pt>
                <c:pt idx="2712">
                  <c:v>5.4240000000000004</c:v>
                </c:pt>
                <c:pt idx="2713">
                  <c:v>5.4260000000000002</c:v>
                </c:pt>
                <c:pt idx="2714">
                  <c:v>5.4279999999999999</c:v>
                </c:pt>
                <c:pt idx="2715">
                  <c:v>5.43</c:v>
                </c:pt>
                <c:pt idx="2716">
                  <c:v>5.4320000000000004</c:v>
                </c:pt>
                <c:pt idx="2717">
                  <c:v>5.4340000000000002</c:v>
                </c:pt>
                <c:pt idx="2718">
                  <c:v>5.4359999999999999</c:v>
                </c:pt>
                <c:pt idx="2719">
                  <c:v>5.4379999999999997</c:v>
                </c:pt>
                <c:pt idx="2720">
                  <c:v>5.44</c:v>
                </c:pt>
                <c:pt idx="2721">
                  <c:v>5.4420000000000002</c:v>
                </c:pt>
                <c:pt idx="2722">
                  <c:v>5.444</c:v>
                </c:pt>
                <c:pt idx="2723">
                  <c:v>5.4459999999999997</c:v>
                </c:pt>
                <c:pt idx="2724">
                  <c:v>5.4480000000000004</c:v>
                </c:pt>
                <c:pt idx="2725">
                  <c:v>5.45</c:v>
                </c:pt>
                <c:pt idx="2726">
                  <c:v>5.452</c:v>
                </c:pt>
                <c:pt idx="2727">
                  <c:v>5.4539999999999997</c:v>
                </c:pt>
                <c:pt idx="2728">
                  <c:v>5.4560000000000004</c:v>
                </c:pt>
                <c:pt idx="2729">
                  <c:v>5.4580000000000002</c:v>
                </c:pt>
                <c:pt idx="2730">
                  <c:v>5.46</c:v>
                </c:pt>
                <c:pt idx="2731">
                  <c:v>5.4619999999999997</c:v>
                </c:pt>
                <c:pt idx="2732">
                  <c:v>5.4640000000000004</c:v>
                </c:pt>
                <c:pt idx="2733">
                  <c:v>5.4660000000000002</c:v>
                </c:pt>
                <c:pt idx="2734">
                  <c:v>5.468</c:v>
                </c:pt>
                <c:pt idx="2735">
                  <c:v>5.47</c:v>
                </c:pt>
                <c:pt idx="2736">
                  <c:v>5.4720000000000004</c:v>
                </c:pt>
                <c:pt idx="2737">
                  <c:v>5.4740000000000002</c:v>
                </c:pt>
                <c:pt idx="2738">
                  <c:v>5.476</c:v>
                </c:pt>
                <c:pt idx="2739">
                  <c:v>5.4779999999999998</c:v>
                </c:pt>
                <c:pt idx="2740">
                  <c:v>5.48</c:v>
                </c:pt>
                <c:pt idx="2741">
                  <c:v>5.4820000000000002</c:v>
                </c:pt>
                <c:pt idx="2742">
                  <c:v>5.484</c:v>
                </c:pt>
                <c:pt idx="2743">
                  <c:v>5.4859999999999998</c:v>
                </c:pt>
                <c:pt idx="2744">
                  <c:v>5.4880000000000004</c:v>
                </c:pt>
                <c:pt idx="2745">
                  <c:v>5.49</c:v>
                </c:pt>
                <c:pt idx="2746">
                  <c:v>5.492</c:v>
                </c:pt>
                <c:pt idx="2747">
                  <c:v>5.4939999999999998</c:v>
                </c:pt>
                <c:pt idx="2748">
                  <c:v>5.4960000000000004</c:v>
                </c:pt>
                <c:pt idx="2749">
                  <c:v>5.4980000000000002</c:v>
                </c:pt>
                <c:pt idx="2750">
                  <c:v>5.5</c:v>
                </c:pt>
                <c:pt idx="2751">
                  <c:v>5.5019999999999998</c:v>
                </c:pt>
                <c:pt idx="2752">
                  <c:v>5.5039999999999996</c:v>
                </c:pt>
                <c:pt idx="2753">
                  <c:v>5.5060000000000002</c:v>
                </c:pt>
                <c:pt idx="2754">
                  <c:v>5.508</c:v>
                </c:pt>
                <c:pt idx="2755">
                  <c:v>5.51</c:v>
                </c:pt>
                <c:pt idx="2756">
                  <c:v>5.5119999999999996</c:v>
                </c:pt>
                <c:pt idx="2757">
                  <c:v>5.5140000000000002</c:v>
                </c:pt>
                <c:pt idx="2758">
                  <c:v>5.516</c:v>
                </c:pt>
                <c:pt idx="2759">
                  <c:v>5.5179999999999998</c:v>
                </c:pt>
                <c:pt idx="2760">
                  <c:v>5.52</c:v>
                </c:pt>
                <c:pt idx="2761">
                  <c:v>5.5220000000000002</c:v>
                </c:pt>
                <c:pt idx="2762">
                  <c:v>5.524</c:v>
                </c:pt>
                <c:pt idx="2763">
                  <c:v>5.5259999999999998</c:v>
                </c:pt>
                <c:pt idx="2764">
                  <c:v>5.5279999999999996</c:v>
                </c:pt>
                <c:pt idx="2765">
                  <c:v>5.53</c:v>
                </c:pt>
                <c:pt idx="2766">
                  <c:v>5.532</c:v>
                </c:pt>
                <c:pt idx="2767">
                  <c:v>5.5339999999999998</c:v>
                </c:pt>
                <c:pt idx="2768">
                  <c:v>5.5359999999999996</c:v>
                </c:pt>
                <c:pt idx="2769">
                  <c:v>5.5380000000000003</c:v>
                </c:pt>
                <c:pt idx="2770">
                  <c:v>5.54</c:v>
                </c:pt>
                <c:pt idx="2771">
                  <c:v>5.5419999999999998</c:v>
                </c:pt>
                <c:pt idx="2772">
                  <c:v>5.5439999999999996</c:v>
                </c:pt>
                <c:pt idx="2773">
                  <c:v>5.5460000000000003</c:v>
                </c:pt>
                <c:pt idx="2774">
                  <c:v>5.548</c:v>
                </c:pt>
                <c:pt idx="2775">
                  <c:v>5.55</c:v>
                </c:pt>
                <c:pt idx="2776">
                  <c:v>5.5519999999999996</c:v>
                </c:pt>
                <c:pt idx="2777">
                  <c:v>5.5540000000000003</c:v>
                </c:pt>
                <c:pt idx="2778">
                  <c:v>5.556</c:v>
                </c:pt>
                <c:pt idx="2779">
                  <c:v>5.5579999999999998</c:v>
                </c:pt>
                <c:pt idx="2780">
                  <c:v>5.56</c:v>
                </c:pt>
                <c:pt idx="2781">
                  <c:v>5.5620000000000003</c:v>
                </c:pt>
                <c:pt idx="2782">
                  <c:v>5.5640000000000001</c:v>
                </c:pt>
                <c:pt idx="2783">
                  <c:v>5.5659999999999998</c:v>
                </c:pt>
                <c:pt idx="2784">
                  <c:v>5.5679999999999996</c:v>
                </c:pt>
                <c:pt idx="2785">
                  <c:v>5.57</c:v>
                </c:pt>
                <c:pt idx="2786">
                  <c:v>5.5720000000000001</c:v>
                </c:pt>
                <c:pt idx="2787">
                  <c:v>5.5739999999999998</c:v>
                </c:pt>
                <c:pt idx="2788">
                  <c:v>5.5759999999999996</c:v>
                </c:pt>
                <c:pt idx="2789">
                  <c:v>5.5780000000000003</c:v>
                </c:pt>
                <c:pt idx="2790">
                  <c:v>5.58</c:v>
                </c:pt>
                <c:pt idx="2791">
                  <c:v>5.5819999999999999</c:v>
                </c:pt>
                <c:pt idx="2792">
                  <c:v>5.5839999999999996</c:v>
                </c:pt>
                <c:pt idx="2793">
                  <c:v>5.5860000000000003</c:v>
                </c:pt>
                <c:pt idx="2794">
                  <c:v>5.5880000000000001</c:v>
                </c:pt>
                <c:pt idx="2795">
                  <c:v>5.59</c:v>
                </c:pt>
                <c:pt idx="2796">
                  <c:v>5.5919999999999996</c:v>
                </c:pt>
                <c:pt idx="2797">
                  <c:v>5.5940000000000003</c:v>
                </c:pt>
                <c:pt idx="2798">
                  <c:v>5.5960000000000001</c:v>
                </c:pt>
                <c:pt idx="2799">
                  <c:v>5.5979999999999999</c:v>
                </c:pt>
                <c:pt idx="2800">
                  <c:v>5.6</c:v>
                </c:pt>
                <c:pt idx="2801">
                  <c:v>5.6020000000000003</c:v>
                </c:pt>
                <c:pt idx="2802">
                  <c:v>5.6040000000000001</c:v>
                </c:pt>
                <c:pt idx="2803">
                  <c:v>5.6059999999999999</c:v>
                </c:pt>
                <c:pt idx="2804">
                  <c:v>5.6079999999999997</c:v>
                </c:pt>
                <c:pt idx="2805">
                  <c:v>5.61</c:v>
                </c:pt>
                <c:pt idx="2806">
                  <c:v>5.6120000000000001</c:v>
                </c:pt>
                <c:pt idx="2807">
                  <c:v>5.6139999999999999</c:v>
                </c:pt>
                <c:pt idx="2808">
                  <c:v>5.6159999999999997</c:v>
                </c:pt>
                <c:pt idx="2809">
                  <c:v>5.6180000000000003</c:v>
                </c:pt>
                <c:pt idx="2810">
                  <c:v>5.62</c:v>
                </c:pt>
                <c:pt idx="2811">
                  <c:v>5.6219999999999999</c:v>
                </c:pt>
                <c:pt idx="2812">
                  <c:v>5.6239999999999997</c:v>
                </c:pt>
                <c:pt idx="2813">
                  <c:v>5.6260000000000003</c:v>
                </c:pt>
                <c:pt idx="2814">
                  <c:v>5.6280000000000001</c:v>
                </c:pt>
                <c:pt idx="2815">
                  <c:v>5.63</c:v>
                </c:pt>
                <c:pt idx="2816">
                  <c:v>5.6319999999999997</c:v>
                </c:pt>
                <c:pt idx="2817">
                  <c:v>5.6340000000000003</c:v>
                </c:pt>
                <c:pt idx="2818">
                  <c:v>5.6360000000000001</c:v>
                </c:pt>
                <c:pt idx="2819">
                  <c:v>5.6379999999999999</c:v>
                </c:pt>
                <c:pt idx="2820">
                  <c:v>5.64</c:v>
                </c:pt>
                <c:pt idx="2821">
                  <c:v>5.6420000000000003</c:v>
                </c:pt>
                <c:pt idx="2822">
                  <c:v>5.6440000000000001</c:v>
                </c:pt>
                <c:pt idx="2823">
                  <c:v>5.6459999999999999</c:v>
                </c:pt>
                <c:pt idx="2824">
                  <c:v>5.6479999999999997</c:v>
                </c:pt>
                <c:pt idx="2825">
                  <c:v>5.65</c:v>
                </c:pt>
                <c:pt idx="2826">
                  <c:v>5.6520000000000001</c:v>
                </c:pt>
                <c:pt idx="2827">
                  <c:v>5.6539999999999999</c:v>
                </c:pt>
                <c:pt idx="2828">
                  <c:v>5.6559999999999997</c:v>
                </c:pt>
                <c:pt idx="2829">
                  <c:v>5.6580000000000004</c:v>
                </c:pt>
                <c:pt idx="2830">
                  <c:v>5.66</c:v>
                </c:pt>
                <c:pt idx="2831">
                  <c:v>5.6619999999999999</c:v>
                </c:pt>
                <c:pt idx="2832">
                  <c:v>5.6639999999999997</c:v>
                </c:pt>
                <c:pt idx="2833">
                  <c:v>5.6660000000000004</c:v>
                </c:pt>
                <c:pt idx="2834">
                  <c:v>5.6680000000000001</c:v>
                </c:pt>
                <c:pt idx="2835">
                  <c:v>5.67</c:v>
                </c:pt>
                <c:pt idx="2836">
                  <c:v>5.6719999999999997</c:v>
                </c:pt>
                <c:pt idx="2837">
                  <c:v>5.6740000000000004</c:v>
                </c:pt>
                <c:pt idx="2838">
                  <c:v>5.6760000000000002</c:v>
                </c:pt>
                <c:pt idx="2839">
                  <c:v>5.6779999999999999</c:v>
                </c:pt>
                <c:pt idx="2840">
                  <c:v>5.68</c:v>
                </c:pt>
                <c:pt idx="2841">
                  <c:v>5.6820000000000004</c:v>
                </c:pt>
                <c:pt idx="2842">
                  <c:v>5.6840000000000002</c:v>
                </c:pt>
                <c:pt idx="2843">
                  <c:v>5.6859999999999999</c:v>
                </c:pt>
                <c:pt idx="2844">
                  <c:v>5.6879999999999997</c:v>
                </c:pt>
                <c:pt idx="2845">
                  <c:v>5.69</c:v>
                </c:pt>
                <c:pt idx="2846">
                  <c:v>5.6920000000000002</c:v>
                </c:pt>
                <c:pt idx="2847">
                  <c:v>5.694</c:v>
                </c:pt>
                <c:pt idx="2848">
                  <c:v>5.6959999999999997</c:v>
                </c:pt>
                <c:pt idx="2849">
                  <c:v>5.6980000000000004</c:v>
                </c:pt>
                <c:pt idx="2850">
                  <c:v>5.7</c:v>
                </c:pt>
                <c:pt idx="2851">
                  <c:v>5.702</c:v>
                </c:pt>
                <c:pt idx="2852">
                  <c:v>5.7039999999999997</c:v>
                </c:pt>
                <c:pt idx="2853">
                  <c:v>5.7060000000000004</c:v>
                </c:pt>
                <c:pt idx="2854">
                  <c:v>5.7080000000000002</c:v>
                </c:pt>
                <c:pt idx="2855">
                  <c:v>5.71</c:v>
                </c:pt>
                <c:pt idx="2856">
                  <c:v>5.7119999999999997</c:v>
                </c:pt>
                <c:pt idx="2857">
                  <c:v>5.7140000000000004</c:v>
                </c:pt>
                <c:pt idx="2858">
                  <c:v>5.7160000000000002</c:v>
                </c:pt>
                <c:pt idx="2859">
                  <c:v>5.718</c:v>
                </c:pt>
                <c:pt idx="2860">
                  <c:v>5.72</c:v>
                </c:pt>
                <c:pt idx="2861">
                  <c:v>5.7220000000000004</c:v>
                </c:pt>
                <c:pt idx="2862">
                  <c:v>5.7240000000000002</c:v>
                </c:pt>
                <c:pt idx="2863">
                  <c:v>5.726</c:v>
                </c:pt>
                <c:pt idx="2864">
                  <c:v>5.7279999999999998</c:v>
                </c:pt>
                <c:pt idx="2865">
                  <c:v>5.73</c:v>
                </c:pt>
                <c:pt idx="2866">
                  <c:v>5.7320000000000002</c:v>
                </c:pt>
                <c:pt idx="2867">
                  <c:v>5.734</c:v>
                </c:pt>
                <c:pt idx="2868">
                  <c:v>5.7359999999999998</c:v>
                </c:pt>
                <c:pt idx="2869">
                  <c:v>5.7380000000000004</c:v>
                </c:pt>
                <c:pt idx="2870">
                  <c:v>5.74</c:v>
                </c:pt>
                <c:pt idx="2871">
                  <c:v>5.742</c:v>
                </c:pt>
                <c:pt idx="2872">
                  <c:v>5.7439999999999998</c:v>
                </c:pt>
                <c:pt idx="2873">
                  <c:v>5.7460000000000004</c:v>
                </c:pt>
                <c:pt idx="2874">
                  <c:v>5.7480000000000002</c:v>
                </c:pt>
                <c:pt idx="2875">
                  <c:v>5.75</c:v>
                </c:pt>
                <c:pt idx="2876">
                  <c:v>5.7519999999999998</c:v>
                </c:pt>
                <c:pt idx="2877">
                  <c:v>5.7539999999999996</c:v>
                </c:pt>
                <c:pt idx="2878">
                  <c:v>5.7560000000000002</c:v>
                </c:pt>
                <c:pt idx="2879">
                  <c:v>5.758</c:v>
                </c:pt>
                <c:pt idx="2880">
                  <c:v>5.76</c:v>
                </c:pt>
                <c:pt idx="2881">
                  <c:v>5.7619999999999996</c:v>
                </c:pt>
                <c:pt idx="2882">
                  <c:v>5.7640000000000002</c:v>
                </c:pt>
                <c:pt idx="2883">
                  <c:v>5.766</c:v>
                </c:pt>
                <c:pt idx="2884">
                  <c:v>5.7679999999999998</c:v>
                </c:pt>
                <c:pt idx="2885">
                  <c:v>5.77</c:v>
                </c:pt>
                <c:pt idx="2886">
                  <c:v>5.7720000000000002</c:v>
                </c:pt>
                <c:pt idx="2887">
                  <c:v>5.774</c:v>
                </c:pt>
                <c:pt idx="2888">
                  <c:v>5.7759999999999998</c:v>
                </c:pt>
                <c:pt idx="2889">
                  <c:v>5.7779999999999996</c:v>
                </c:pt>
                <c:pt idx="2890">
                  <c:v>5.78</c:v>
                </c:pt>
                <c:pt idx="2891">
                  <c:v>5.782</c:v>
                </c:pt>
                <c:pt idx="2892">
                  <c:v>5.7839999999999998</c:v>
                </c:pt>
                <c:pt idx="2893">
                  <c:v>5.7859999999999996</c:v>
                </c:pt>
                <c:pt idx="2894">
                  <c:v>5.7880000000000003</c:v>
                </c:pt>
                <c:pt idx="2895">
                  <c:v>5.79</c:v>
                </c:pt>
                <c:pt idx="2896">
                  <c:v>5.7919999999999998</c:v>
                </c:pt>
                <c:pt idx="2897">
                  <c:v>5.7939999999999996</c:v>
                </c:pt>
                <c:pt idx="2898">
                  <c:v>5.7960000000000003</c:v>
                </c:pt>
                <c:pt idx="2899">
                  <c:v>5.798</c:v>
                </c:pt>
                <c:pt idx="2900">
                  <c:v>5.8</c:v>
                </c:pt>
                <c:pt idx="2901">
                  <c:v>5.8019999999999996</c:v>
                </c:pt>
                <c:pt idx="2902">
                  <c:v>5.8040000000000003</c:v>
                </c:pt>
                <c:pt idx="2903">
                  <c:v>5.806</c:v>
                </c:pt>
                <c:pt idx="2904">
                  <c:v>5.8079999999999998</c:v>
                </c:pt>
                <c:pt idx="2905">
                  <c:v>5.81</c:v>
                </c:pt>
                <c:pt idx="2906">
                  <c:v>5.8120000000000003</c:v>
                </c:pt>
                <c:pt idx="2907">
                  <c:v>5.8140000000000001</c:v>
                </c:pt>
                <c:pt idx="2908">
                  <c:v>5.8159999999999998</c:v>
                </c:pt>
                <c:pt idx="2909">
                  <c:v>5.8179999999999996</c:v>
                </c:pt>
                <c:pt idx="2910">
                  <c:v>5.82</c:v>
                </c:pt>
                <c:pt idx="2911">
                  <c:v>5.8220000000000001</c:v>
                </c:pt>
                <c:pt idx="2912">
                  <c:v>5.8239999999999998</c:v>
                </c:pt>
                <c:pt idx="2913">
                  <c:v>5.8259999999999996</c:v>
                </c:pt>
                <c:pt idx="2914">
                  <c:v>5.8280000000000003</c:v>
                </c:pt>
                <c:pt idx="2915">
                  <c:v>5.83</c:v>
                </c:pt>
                <c:pt idx="2916">
                  <c:v>5.8319999999999999</c:v>
                </c:pt>
                <c:pt idx="2917">
                  <c:v>5.8339999999999996</c:v>
                </c:pt>
                <c:pt idx="2918">
                  <c:v>5.8360000000000003</c:v>
                </c:pt>
                <c:pt idx="2919">
                  <c:v>5.8380000000000001</c:v>
                </c:pt>
                <c:pt idx="2920">
                  <c:v>5.84</c:v>
                </c:pt>
                <c:pt idx="2921">
                  <c:v>5.8419999999999996</c:v>
                </c:pt>
                <c:pt idx="2922">
                  <c:v>5.8440000000000003</c:v>
                </c:pt>
                <c:pt idx="2923">
                  <c:v>5.8460000000000001</c:v>
                </c:pt>
                <c:pt idx="2924">
                  <c:v>5.8479999999999999</c:v>
                </c:pt>
                <c:pt idx="2925">
                  <c:v>5.85</c:v>
                </c:pt>
                <c:pt idx="2926">
                  <c:v>5.8520000000000003</c:v>
                </c:pt>
                <c:pt idx="2927">
                  <c:v>5.8540000000000001</c:v>
                </c:pt>
                <c:pt idx="2928">
                  <c:v>5.8559999999999999</c:v>
                </c:pt>
                <c:pt idx="2929">
                  <c:v>5.8579999999999997</c:v>
                </c:pt>
                <c:pt idx="2930">
                  <c:v>5.86</c:v>
                </c:pt>
                <c:pt idx="2931">
                  <c:v>5.8620000000000001</c:v>
                </c:pt>
                <c:pt idx="2932">
                  <c:v>5.8639999999999999</c:v>
                </c:pt>
                <c:pt idx="2933">
                  <c:v>5.8659999999999997</c:v>
                </c:pt>
                <c:pt idx="2934">
                  <c:v>5.8680000000000003</c:v>
                </c:pt>
                <c:pt idx="2935">
                  <c:v>5.87</c:v>
                </c:pt>
                <c:pt idx="2936">
                  <c:v>5.8719999999999999</c:v>
                </c:pt>
                <c:pt idx="2937">
                  <c:v>5.8739999999999997</c:v>
                </c:pt>
                <c:pt idx="2938">
                  <c:v>5.8760000000000003</c:v>
                </c:pt>
                <c:pt idx="2939">
                  <c:v>5.8780000000000001</c:v>
                </c:pt>
                <c:pt idx="2940">
                  <c:v>5.88</c:v>
                </c:pt>
                <c:pt idx="2941">
                  <c:v>5.8819999999999997</c:v>
                </c:pt>
                <c:pt idx="2942">
                  <c:v>5.8840000000000003</c:v>
                </c:pt>
                <c:pt idx="2943">
                  <c:v>5.8860000000000001</c:v>
                </c:pt>
                <c:pt idx="2944">
                  <c:v>5.8879999999999999</c:v>
                </c:pt>
                <c:pt idx="2945">
                  <c:v>5.89</c:v>
                </c:pt>
                <c:pt idx="2946">
                  <c:v>5.8920000000000003</c:v>
                </c:pt>
                <c:pt idx="2947">
                  <c:v>5.8940000000000001</c:v>
                </c:pt>
                <c:pt idx="2948">
                  <c:v>5.8959999999999999</c:v>
                </c:pt>
                <c:pt idx="2949">
                  <c:v>5.8979999999999997</c:v>
                </c:pt>
                <c:pt idx="2950">
                  <c:v>5.9</c:v>
                </c:pt>
                <c:pt idx="2951">
                  <c:v>5.9020000000000001</c:v>
                </c:pt>
                <c:pt idx="2952">
                  <c:v>5.9039999999999999</c:v>
                </c:pt>
                <c:pt idx="2953">
                  <c:v>5.9059999999999997</c:v>
                </c:pt>
                <c:pt idx="2954">
                  <c:v>5.9080000000000004</c:v>
                </c:pt>
                <c:pt idx="2955">
                  <c:v>5.91</c:v>
                </c:pt>
                <c:pt idx="2956">
                  <c:v>5.9119999999999999</c:v>
                </c:pt>
                <c:pt idx="2957">
                  <c:v>5.9139999999999997</c:v>
                </c:pt>
                <c:pt idx="2958">
                  <c:v>5.9160000000000004</c:v>
                </c:pt>
                <c:pt idx="2959">
                  <c:v>5.9180000000000001</c:v>
                </c:pt>
                <c:pt idx="2960">
                  <c:v>5.92</c:v>
                </c:pt>
                <c:pt idx="2961">
                  <c:v>5.9219999999999997</c:v>
                </c:pt>
                <c:pt idx="2962">
                  <c:v>5.9240000000000004</c:v>
                </c:pt>
                <c:pt idx="2963">
                  <c:v>5.9260000000000002</c:v>
                </c:pt>
                <c:pt idx="2964">
                  <c:v>5.9279999999999999</c:v>
                </c:pt>
                <c:pt idx="2965">
                  <c:v>5.93</c:v>
                </c:pt>
                <c:pt idx="2966">
                  <c:v>5.9320000000000004</c:v>
                </c:pt>
                <c:pt idx="2967">
                  <c:v>5.9340000000000002</c:v>
                </c:pt>
                <c:pt idx="2968">
                  <c:v>5.9359999999999999</c:v>
                </c:pt>
                <c:pt idx="2969">
                  <c:v>5.9379999999999997</c:v>
                </c:pt>
                <c:pt idx="2970">
                  <c:v>5.94</c:v>
                </c:pt>
                <c:pt idx="2971">
                  <c:v>5.9420000000000002</c:v>
                </c:pt>
                <c:pt idx="2972">
                  <c:v>5.944</c:v>
                </c:pt>
                <c:pt idx="2973">
                  <c:v>5.9459999999999997</c:v>
                </c:pt>
                <c:pt idx="2974">
                  <c:v>5.9480000000000004</c:v>
                </c:pt>
                <c:pt idx="2975">
                  <c:v>5.95</c:v>
                </c:pt>
                <c:pt idx="2976">
                  <c:v>5.952</c:v>
                </c:pt>
                <c:pt idx="2977">
                  <c:v>5.9539999999999997</c:v>
                </c:pt>
                <c:pt idx="2978">
                  <c:v>5.9560000000000004</c:v>
                </c:pt>
                <c:pt idx="2979">
                  <c:v>5.9580000000000002</c:v>
                </c:pt>
                <c:pt idx="2980">
                  <c:v>5.96</c:v>
                </c:pt>
                <c:pt idx="2981">
                  <c:v>5.9619999999999997</c:v>
                </c:pt>
                <c:pt idx="2982">
                  <c:v>5.9640000000000004</c:v>
                </c:pt>
                <c:pt idx="2983">
                  <c:v>5.9660000000000002</c:v>
                </c:pt>
                <c:pt idx="2984">
                  <c:v>5.968</c:v>
                </c:pt>
                <c:pt idx="2985">
                  <c:v>5.97</c:v>
                </c:pt>
                <c:pt idx="2986">
                  <c:v>5.9720000000000004</c:v>
                </c:pt>
                <c:pt idx="2987">
                  <c:v>5.9740000000000002</c:v>
                </c:pt>
                <c:pt idx="2988">
                  <c:v>5.976</c:v>
                </c:pt>
                <c:pt idx="2989">
                  <c:v>5.9779999999999998</c:v>
                </c:pt>
                <c:pt idx="2990">
                  <c:v>5.98</c:v>
                </c:pt>
                <c:pt idx="2991">
                  <c:v>5.9820000000000002</c:v>
                </c:pt>
                <c:pt idx="2992">
                  <c:v>5.984</c:v>
                </c:pt>
                <c:pt idx="2993">
                  <c:v>5.9859999999999998</c:v>
                </c:pt>
                <c:pt idx="2994">
                  <c:v>5.9880000000000004</c:v>
                </c:pt>
                <c:pt idx="2995">
                  <c:v>5.99</c:v>
                </c:pt>
                <c:pt idx="2996">
                  <c:v>5.992</c:v>
                </c:pt>
                <c:pt idx="2997">
                  <c:v>5.9939999999999998</c:v>
                </c:pt>
                <c:pt idx="2998">
                  <c:v>5.9960000000000004</c:v>
                </c:pt>
                <c:pt idx="2999">
                  <c:v>5.9980000000000002</c:v>
                </c:pt>
                <c:pt idx="3000">
                  <c:v>6</c:v>
                </c:pt>
                <c:pt idx="3001">
                  <c:v>6.0019999999999998</c:v>
                </c:pt>
                <c:pt idx="3002">
                  <c:v>6.0039999999999996</c:v>
                </c:pt>
                <c:pt idx="3003">
                  <c:v>6.0060000000000002</c:v>
                </c:pt>
                <c:pt idx="3004">
                  <c:v>6.008</c:v>
                </c:pt>
                <c:pt idx="3005">
                  <c:v>6.01</c:v>
                </c:pt>
                <c:pt idx="3006">
                  <c:v>6.0119999999999996</c:v>
                </c:pt>
                <c:pt idx="3007">
                  <c:v>6.0140000000000002</c:v>
                </c:pt>
                <c:pt idx="3008">
                  <c:v>6.016</c:v>
                </c:pt>
                <c:pt idx="3009">
                  <c:v>6.0179999999999998</c:v>
                </c:pt>
                <c:pt idx="3010">
                  <c:v>6.02</c:v>
                </c:pt>
                <c:pt idx="3011">
                  <c:v>6.0220000000000002</c:v>
                </c:pt>
                <c:pt idx="3012">
                  <c:v>6.024</c:v>
                </c:pt>
                <c:pt idx="3013">
                  <c:v>6.0259999999999998</c:v>
                </c:pt>
                <c:pt idx="3014">
                  <c:v>6.0279999999999996</c:v>
                </c:pt>
                <c:pt idx="3015">
                  <c:v>6.03</c:v>
                </c:pt>
                <c:pt idx="3016">
                  <c:v>6.032</c:v>
                </c:pt>
                <c:pt idx="3017">
                  <c:v>6.0339999999999998</c:v>
                </c:pt>
                <c:pt idx="3018">
                  <c:v>6.0359999999999996</c:v>
                </c:pt>
                <c:pt idx="3019">
                  <c:v>6.0380000000000003</c:v>
                </c:pt>
                <c:pt idx="3020">
                  <c:v>6.04</c:v>
                </c:pt>
                <c:pt idx="3021">
                  <c:v>6.0419999999999998</c:v>
                </c:pt>
                <c:pt idx="3022">
                  <c:v>6.0439999999999996</c:v>
                </c:pt>
                <c:pt idx="3023">
                  <c:v>6.0460000000000003</c:v>
                </c:pt>
                <c:pt idx="3024">
                  <c:v>6.048</c:v>
                </c:pt>
                <c:pt idx="3025">
                  <c:v>6.05</c:v>
                </c:pt>
                <c:pt idx="3026">
                  <c:v>6.0519999999999996</c:v>
                </c:pt>
                <c:pt idx="3027">
                  <c:v>6.0540000000000003</c:v>
                </c:pt>
                <c:pt idx="3028">
                  <c:v>6.056</c:v>
                </c:pt>
                <c:pt idx="3029">
                  <c:v>6.0579999999999998</c:v>
                </c:pt>
                <c:pt idx="3030">
                  <c:v>6.06</c:v>
                </c:pt>
                <c:pt idx="3031">
                  <c:v>6.0620000000000003</c:v>
                </c:pt>
                <c:pt idx="3032">
                  <c:v>6.0640000000000001</c:v>
                </c:pt>
                <c:pt idx="3033">
                  <c:v>6.0659999999999998</c:v>
                </c:pt>
                <c:pt idx="3034">
                  <c:v>6.0679999999999996</c:v>
                </c:pt>
                <c:pt idx="3035">
                  <c:v>6.07</c:v>
                </c:pt>
                <c:pt idx="3036">
                  <c:v>6.0720000000000001</c:v>
                </c:pt>
                <c:pt idx="3037">
                  <c:v>6.0739999999999998</c:v>
                </c:pt>
                <c:pt idx="3038">
                  <c:v>6.0759999999999996</c:v>
                </c:pt>
                <c:pt idx="3039">
                  <c:v>6.0780000000000003</c:v>
                </c:pt>
                <c:pt idx="3040">
                  <c:v>6.08</c:v>
                </c:pt>
                <c:pt idx="3041">
                  <c:v>6.0819999999999999</c:v>
                </c:pt>
                <c:pt idx="3042">
                  <c:v>6.0839999999999996</c:v>
                </c:pt>
                <c:pt idx="3043">
                  <c:v>6.0860000000000003</c:v>
                </c:pt>
                <c:pt idx="3044">
                  <c:v>6.0880000000000001</c:v>
                </c:pt>
                <c:pt idx="3045">
                  <c:v>6.09</c:v>
                </c:pt>
                <c:pt idx="3046">
                  <c:v>6.0919999999999996</c:v>
                </c:pt>
                <c:pt idx="3047">
                  <c:v>6.0940000000000003</c:v>
                </c:pt>
                <c:pt idx="3048">
                  <c:v>6.0960000000000001</c:v>
                </c:pt>
                <c:pt idx="3049">
                  <c:v>6.0979999999999999</c:v>
                </c:pt>
                <c:pt idx="3050">
                  <c:v>6.1</c:v>
                </c:pt>
                <c:pt idx="3051">
                  <c:v>6.1020000000000003</c:v>
                </c:pt>
                <c:pt idx="3052">
                  <c:v>6.1040000000000001</c:v>
                </c:pt>
                <c:pt idx="3053">
                  <c:v>6.1059999999999999</c:v>
                </c:pt>
                <c:pt idx="3054">
                  <c:v>6.1079999999999997</c:v>
                </c:pt>
                <c:pt idx="3055">
                  <c:v>6.11</c:v>
                </c:pt>
                <c:pt idx="3056">
                  <c:v>6.1120000000000001</c:v>
                </c:pt>
                <c:pt idx="3057">
                  <c:v>6.1139999999999999</c:v>
                </c:pt>
                <c:pt idx="3058">
                  <c:v>6.1159999999999997</c:v>
                </c:pt>
                <c:pt idx="3059">
                  <c:v>6.1180000000000003</c:v>
                </c:pt>
                <c:pt idx="3060">
                  <c:v>6.12</c:v>
                </c:pt>
                <c:pt idx="3061">
                  <c:v>6.1219999999999999</c:v>
                </c:pt>
                <c:pt idx="3062">
                  <c:v>6.1239999999999997</c:v>
                </c:pt>
                <c:pt idx="3063">
                  <c:v>6.1260000000000003</c:v>
                </c:pt>
                <c:pt idx="3064">
                  <c:v>6.1280000000000001</c:v>
                </c:pt>
                <c:pt idx="3065">
                  <c:v>6.13</c:v>
                </c:pt>
                <c:pt idx="3066">
                  <c:v>6.1319999999999997</c:v>
                </c:pt>
                <c:pt idx="3067">
                  <c:v>6.1340000000000003</c:v>
                </c:pt>
                <c:pt idx="3068">
                  <c:v>6.1360000000000001</c:v>
                </c:pt>
                <c:pt idx="3069">
                  <c:v>6.1379999999999999</c:v>
                </c:pt>
                <c:pt idx="3070">
                  <c:v>6.14</c:v>
                </c:pt>
                <c:pt idx="3071">
                  <c:v>6.1420000000000003</c:v>
                </c:pt>
                <c:pt idx="3072">
                  <c:v>6.1440000000000001</c:v>
                </c:pt>
                <c:pt idx="3073">
                  <c:v>6.1459999999999999</c:v>
                </c:pt>
                <c:pt idx="3074">
                  <c:v>6.1479999999999997</c:v>
                </c:pt>
                <c:pt idx="3075">
                  <c:v>6.15</c:v>
                </c:pt>
                <c:pt idx="3076">
                  <c:v>6.1520000000000001</c:v>
                </c:pt>
                <c:pt idx="3077">
                  <c:v>6.1539999999999999</c:v>
                </c:pt>
                <c:pt idx="3078">
                  <c:v>6.1559999999999997</c:v>
                </c:pt>
                <c:pt idx="3079">
                  <c:v>6.1580000000000004</c:v>
                </c:pt>
                <c:pt idx="3080">
                  <c:v>6.16</c:v>
                </c:pt>
                <c:pt idx="3081">
                  <c:v>6.1619999999999999</c:v>
                </c:pt>
                <c:pt idx="3082">
                  <c:v>6.1639999999999997</c:v>
                </c:pt>
                <c:pt idx="3083">
                  <c:v>6.1660000000000004</c:v>
                </c:pt>
                <c:pt idx="3084">
                  <c:v>6.1680000000000001</c:v>
                </c:pt>
                <c:pt idx="3085">
                  <c:v>6.17</c:v>
                </c:pt>
                <c:pt idx="3086">
                  <c:v>6.1719999999999997</c:v>
                </c:pt>
                <c:pt idx="3087">
                  <c:v>6.1740000000000004</c:v>
                </c:pt>
                <c:pt idx="3088">
                  <c:v>6.1760000000000002</c:v>
                </c:pt>
                <c:pt idx="3089">
                  <c:v>6.1779999999999999</c:v>
                </c:pt>
                <c:pt idx="3090">
                  <c:v>6.18</c:v>
                </c:pt>
                <c:pt idx="3091">
                  <c:v>6.1820000000000004</c:v>
                </c:pt>
                <c:pt idx="3092">
                  <c:v>6.1840000000000002</c:v>
                </c:pt>
                <c:pt idx="3093">
                  <c:v>6.1859999999999999</c:v>
                </c:pt>
                <c:pt idx="3094">
                  <c:v>6.1879999999999997</c:v>
                </c:pt>
                <c:pt idx="3095">
                  <c:v>6.19</c:v>
                </c:pt>
                <c:pt idx="3096">
                  <c:v>6.1920000000000002</c:v>
                </c:pt>
                <c:pt idx="3097">
                  <c:v>6.194</c:v>
                </c:pt>
                <c:pt idx="3098">
                  <c:v>6.1959999999999997</c:v>
                </c:pt>
                <c:pt idx="3099">
                  <c:v>6.1980000000000004</c:v>
                </c:pt>
                <c:pt idx="3100">
                  <c:v>6.2</c:v>
                </c:pt>
                <c:pt idx="3101">
                  <c:v>6.202</c:v>
                </c:pt>
                <c:pt idx="3102">
                  <c:v>6.2039999999999997</c:v>
                </c:pt>
                <c:pt idx="3103">
                  <c:v>6.2060000000000004</c:v>
                </c:pt>
                <c:pt idx="3104">
                  <c:v>6.2080000000000002</c:v>
                </c:pt>
                <c:pt idx="3105">
                  <c:v>6.21</c:v>
                </c:pt>
                <c:pt idx="3106">
                  <c:v>6.2119999999999997</c:v>
                </c:pt>
                <c:pt idx="3107">
                  <c:v>6.2140000000000004</c:v>
                </c:pt>
                <c:pt idx="3108">
                  <c:v>6.2160000000000002</c:v>
                </c:pt>
                <c:pt idx="3109">
                  <c:v>6.218</c:v>
                </c:pt>
                <c:pt idx="3110">
                  <c:v>6.22</c:v>
                </c:pt>
                <c:pt idx="3111">
                  <c:v>6.2220000000000004</c:v>
                </c:pt>
                <c:pt idx="3112">
                  <c:v>6.2240000000000002</c:v>
                </c:pt>
                <c:pt idx="3113">
                  <c:v>6.226</c:v>
                </c:pt>
                <c:pt idx="3114">
                  <c:v>6.2279999999999998</c:v>
                </c:pt>
                <c:pt idx="3115">
                  <c:v>6.23</c:v>
                </c:pt>
                <c:pt idx="3116">
                  <c:v>6.2320000000000002</c:v>
                </c:pt>
                <c:pt idx="3117">
                  <c:v>6.234</c:v>
                </c:pt>
                <c:pt idx="3118">
                  <c:v>6.2359999999999998</c:v>
                </c:pt>
                <c:pt idx="3119">
                  <c:v>6.2380000000000004</c:v>
                </c:pt>
                <c:pt idx="3120">
                  <c:v>6.24</c:v>
                </c:pt>
                <c:pt idx="3121">
                  <c:v>6.242</c:v>
                </c:pt>
                <c:pt idx="3122">
                  <c:v>6.2439999999999998</c:v>
                </c:pt>
                <c:pt idx="3123">
                  <c:v>6.2460000000000004</c:v>
                </c:pt>
                <c:pt idx="3124">
                  <c:v>6.2480000000000002</c:v>
                </c:pt>
                <c:pt idx="3125">
                  <c:v>6.25</c:v>
                </c:pt>
                <c:pt idx="3126">
                  <c:v>6.2519999999999998</c:v>
                </c:pt>
                <c:pt idx="3127">
                  <c:v>6.2539999999999996</c:v>
                </c:pt>
                <c:pt idx="3128">
                  <c:v>6.2560000000000002</c:v>
                </c:pt>
                <c:pt idx="3129">
                  <c:v>6.258</c:v>
                </c:pt>
                <c:pt idx="3130">
                  <c:v>6.26</c:v>
                </c:pt>
                <c:pt idx="3131">
                  <c:v>6.2619999999999996</c:v>
                </c:pt>
                <c:pt idx="3132">
                  <c:v>6.2640000000000002</c:v>
                </c:pt>
                <c:pt idx="3133">
                  <c:v>6.266</c:v>
                </c:pt>
                <c:pt idx="3134">
                  <c:v>6.2679999999999998</c:v>
                </c:pt>
                <c:pt idx="3135">
                  <c:v>6.27</c:v>
                </c:pt>
                <c:pt idx="3136">
                  <c:v>6.2720000000000002</c:v>
                </c:pt>
                <c:pt idx="3137">
                  <c:v>6.274</c:v>
                </c:pt>
                <c:pt idx="3138">
                  <c:v>6.2759999999999998</c:v>
                </c:pt>
                <c:pt idx="3139">
                  <c:v>6.2779999999999996</c:v>
                </c:pt>
                <c:pt idx="3140">
                  <c:v>6.28</c:v>
                </c:pt>
                <c:pt idx="3141">
                  <c:v>6.282</c:v>
                </c:pt>
                <c:pt idx="3142">
                  <c:v>6.2839999999999998</c:v>
                </c:pt>
                <c:pt idx="3143">
                  <c:v>6.2859999999999996</c:v>
                </c:pt>
                <c:pt idx="3144">
                  <c:v>6.2880000000000003</c:v>
                </c:pt>
                <c:pt idx="3145">
                  <c:v>6.29</c:v>
                </c:pt>
                <c:pt idx="3146">
                  <c:v>6.2919999999999998</c:v>
                </c:pt>
                <c:pt idx="3147">
                  <c:v>6.2939999999999996</c:v>
                </c:pt>
                <c:pt idx="3148">
                  <c:v>6.2960000000000003</c:v>
                </c:pt>
                <c:pt idx="3149">
                  <c:v>6.298</c:v>
                </c:pt>
                <c:pt idx="3150">
                  <c:v>6.3</c:v>
                </c:pt>
                <c:pt idx="3151">
                  <c:v>6.3019999999999996</c:v>
                </c:pt>
                <c:pt idx="3152">
                  <c:v>6.3040000000000003</c:v>
                </c:pt>
                <c:pt idx="3153">
                  <c:v>6.306</c:v>
                </c:pt>
                <c:pt idx="3154">
                  <c:v>6.3079999999999998</c:v>
                </c:pt>
                <c:pt idx="3155">
                  <c:v>6.31</c:v>
                </c:pt>
                <c:pt idx="3156">
                  <c:v>6.3120000000000003</c:v>
                </c:pt>
                <c:pt idx="3157">
                  <c:v>6.3140000000000001</c:v>
                </c:pt>
                <c:pt idx="3158">
                  <c:v>6.3159999999999998</c:v>
                </c:pt>
                <c:pt idx="3159">
                  <c:v>6.3179999999999996</c:v>
                </c:pt>
                <c:pt idx="3160">
                  <c:v>6.32</c:v>
                </c:pt>
                <c:pt idx="3161">
                  <c:v>6.3220000000000001</c:v>
                </c:pt>
                <c:pt idx="3162">
                  <c:v>6.3239999999999998</c:v>
                </c:pt>
                <c:pt idx="3163">
                  <c:v>6.3259999999999996</c:v>
                </c:pt>
                <c:pt idx="3164">
                  <c:v>6.3280000000000003</c:v>
                </c:pt>
                <c:pt idx="3165">
                  <c:v>6.33</c:v>
                </c:pt>
                <c:pt idx="3166">
                  <c:v>6.3319999999999999</c:v>
                </c:pt>
                <c:pt idx="3167">
                  <c:v>6.3339999999999996</c:v>
                </c:pt>
                <c:pt idx="3168">
                  <c:v>6.3360000000000003</c:v>
                </c:pt>
                <c:pt idx="3169">
                  <c:v>6.3380000000000001</c:v>
                </c:pt>
                <c:pt idx="3170">
                  <c:v>6.34</c:v>
                </c:pt>
                <c:pt idx="3171">
                  <c:v>6.3419999999999996</c:v>
                </c:pt>
                <c:pt idx="3172">
                  <c:v>6.3440000000000003</c:v>
                </c:pt>
                <c:pt idx="3173">
                  <c:v>6.3460000000000001</c:v>
                </c:pt>
                <c:pt idx="3174">
                  <c:v>6.3479999999999999</c:v>
                </c:pt>
                <c:pt idx="3175">
                  <c:v>6.35</c:v>
                </c:pt>
                <c:pt idx="3176">
                  <c:v>6.3520000000000003</c:v>
                </c:pt>
                <c:pt idx="3177">
                  <c:v>6.3540000000000001</c:v>
                </c:pt>
                <c:pt idx="3178">
                  <c:v>6.3559999999999999</c:v>
                </c:pt>
                <c:pt idx="3179">
                  <c:v>6.3579999999999997</c:v>
                </c:pt>
                <c:pt idx="3180">
                  <c:v>6.36</c:v>
                </c:pt>
                <c:pt idx="3181">
                  <c:v>6.3620000000000001</c:v>
                </c:pt>
                <c:pt idx="3182">
                  <c:v>6.3639999999999999</c:v>
                </c:pt>
                <c:pt idx="3183">
                  <c:v>6.3659999999999997</c:v>
                </c:pt>
                <c:pt idx="3184">
                  <c:v>6.3680000000000003</c:v>
                </c:pt>
                <c:pt idx="3185">
                  <c:v>6.37</c:v>
                </c:pt>
                <c:pt idx="3186">
                  <c:v>6.3719999999999999</c:v>
                </c:pt>
                <c:pt idx="3187">
                  <c:v>6.3739999999999997</c:v>
                </c:pt>
                <c:pt idx="3188">
                  <c:v>6.3760000000000003</c:v>
                </c:pt>
                <c:pt idx="3189">
                  <c:v>6.3780000000000001</c:v>
                </c:pt>
                <c:pt idx="3190">
                  <c:v>6.38</c:v>
                </c:pt>
                <c:pt idx="3191">
                  <c:v>6.3819999999999997</c:v>
                </c:pt>
                <c:pt idx="3192">
                  <c:v>6.3840000000000003</c:v>
                </c:pt>
                <c:pt idx="3193">
                  <c:v>6.3860000000000001</c:v>
                </c:pt>
                <c:pt idx="3194">
                  <c:v>6.3879999999999999</c:v>
                </c:pt>
                <c:pt idx="3195">
                  <c:v>6.39</c:v>
                </c:pt>
                <c:pt idx="3196">
                  <c:v>6.3920000000000003</c:v>
                </c:pt>
                <c:pt idx="3197">
                  <c:v>6.3940000000000001</c:v>
                </c:pt>
                <c:pt idx="3198">
                  <c:v>6.3959999999999999</c:v>
                </c:pt>
                <c:pt idx="3199">
                  <c:v>6.3979999999999997</c:v>
                </c:pt>
                <c:pt idx="3200">
                  <c:v>6.4</c:v>
                </c:pt>
                <c:pt idx="3201">
                  <c:v>6.4020000000000001</c:v>
                </c:pt>
                <c:pt idx="3202">
                  <c:v>6.4039999999999999</c:v>
                </c:pt>
                <c:pt idx="3203">
                  <c:v>6.4059999999999997</c:v>
                </c:pt>
                <c:pt idx="3204">
                  <c:v>6.4080000000000004</c:v>
                </c:pt>
                <c:pt idx="3205">
                  <c:v>6.41</c:v>
                </c:pt>
                <c:pt idx="3206">
                  <c:v>6.4119999999999999</c:v>
                </c:pt>
                <c:pt idx="3207">
                  <c:v>6.4139999999999997</c:v>
                </c:pt>
                <c:pt idx="3208">
                  <c:v>6.4160000000000004</c:v>
                </c:pt>
                <c:pt idx="3209">
                  <c:v>6.4180000000000001</c:v>
                </c:pt>
                <c:pt idx="3210">
                  <c:v>6.42</c:v>
                </c:pt>
                <c:pt idx="3211">
                  <c:v>6.4219999999999997</c:v>
                </c:pt>
                <c:pt idx="3212">
                  <c:v>6.4240000000000004</c:v>
                </c:pt>
                <c:pt idx="3213">
                  <c:v>6.4260000000000002</c:v>
                </c:pt>
                <c:pt idx="3214">
                  <c:v>6.4279999999999999</c:v>
                </c:pt>
                <c:pt idx="3215">
                  <c:v>6.43</c:v>
                </c:pt>
                <c:pt idx="3216">
                  <c:v>6.4320000000000004</c:v>
                </c:pt>
                <c:pt idx="3217">
                  <c:v>6.4340000000000002</c:v>
                </c:pt>
                <c:pt idx="3218">
                  <c:v>6.4359999999999999</c:v>
                </c:pt>
                <c:pt idx="3219">
                  <c:v>6.4379999999999997</c:v>
                </c:pt>
                <c:pt idx="3220">
                  <c:v>6.44</c:v>
                </c:pt>
                <c:pt idx="3221">
                  <c:v>6.4420000000000002</c:v>
                </c:pt>
                <c:pt idx="3222">
                  <c:v>6.444</c:v>
                </c:pt>
                <c:pt idx="3223">
                  <c:v>6.4459999999999997</c:v>
                </c:pt>
                <c:pt idx="3224">
                  <c:v>6.4480000000000004</c:v>
                </c:pt>
                <c:pt idx="3225">
                  <c:v>6.45</c:v>
                </c:pt>
                <c:pt idx="3226">
                  <c:v>6.452</c:v>
                </c:pt>
                <c:pt idx="3227">
                  <c:v>6.4539999999999997</c:v>
                </c:pt>
                <c:pt idx="3228">
                  <c:v>6.4560000000000004</c:v>
                </c:pt>
                <c:pt idx="3229">
                  <c:v>6.4580000000000002</c:v>
                </c:pt>
                <c:pt idx="3230">
                  <c:v>6.46</c:v>
                </c:pt>
                <c:pt idx="3231">
                  <c:v>6.4619999999999997</c:v>
                </c:pt>
                <c:pt idx="3232">
                  <c:v>6.4640000000000004</c:v>
                </c:pt>
                <c:pt idx="3233">
                  <c:v>6.4660000000000002</c:v>
                </c:pt>
                <c:pt idx="3234">
                  <c:v>6.468</c:v>
                </c:pt>
                <c:pt idx="3235">
                  <c:v>6.47</c:v>
                </c:pt>
                <c:pt idx="3236">
                  <c:v>6.4720000000000004</c:v>
                </c:pt>
                <c:pt idx="3237">
                  <c:v>6.4740000000000002</c:v>
                </c:pt>
                <c:pt idx="3238">
                  <c:v>6.476</c:v>
                </c:pt>
                <c:pt idx="3239">
                  <c:v>6.4779999999999998</c:v>
                </c:pt>
                <c:pt idx="3240">
                  <c:v>6.48</c:v>
                </c:pt>
                <c:pt idx="3241">
                  <c:v>6.4820000000000002</c:v>
                </c:pt>
                <c:pt idx="3242">
                  <c:v>6.484</c:v>
                </c:pt>
                <c:pt idx="3243">
                  <c:v>6.4859999999999998</c:v>
                </c:pt>
                <c:pt idx="3244">
                  <c:v>6.4880000000000004</c:v>
                </c:pt>
                <c:pt idx="3245">
                  <c:v>6.49</c:v>
                </c:pt>
                <c:pt idx="3246">
                  <c:v>6.492</c:v>
                </c:pt>
                <c:pt idx="3247">
                  <c:v>6.4939999999999998</c:v>
                </c:pt>
                <c:pt idx="3248">
                  <c:v>6.4960000000000004</c:v>
                </c:pt>
                <c:pt idx="3249">
                  <c:v>6.4980000000000002</c:v>
                </c:pt>
                <c:pt idx="3250">
                  <c:v>6.5</c:v>
                </c:pt>
                <c:pt idx="3251">
                  <c:v>6.5019999999999998</c:v>
                </c:pt>
                <c:pt idx="3252">
                  <c:v>6.5039999999999996</c:v>
                </c:pt>
                <c:pt idx="3253">
                  <c:v>6.5060000000000002</c:v>
                </c:pt>
                <c:pt idx="3254">
                  <c:v>6.508</c:v>
                </c:pt>
                <c:pt idx="3255">
                  <c:v>6.51</c:v>
                </c:pt>
                <c:pt idx="3256">
                  <c:v>6.5119999999999996</c:v>
                </c:pt>
                <c:pt idx="3257">
                  <c:v>6.5140000000000002</c:v>
                </c:pt>
                <c:pt idx="3258">
                  <c:v>6.516</c:v>
                </c:pt>
                <c:pt idx="3259">
                  <c:v>6.5179999999999998</c:v>
                </c:pt>
                <c:pt idx="3260">
                  <c:v>6.52</c:v>
                </c:pt>
                <c:pt idx="3261">
                  <c:v>6.5220000000000002</c:v>
                </c:pt>
                <c:pt idx="3262">
                  <c:v>6.524</c:v>
                </c:pt>
                <c:pt idx="3263">
                  <c:v>6.5259999999999998</c:v>
                </c:pt>
                <c:pt idx="3264">
                  <c:v>6.5279999999999996</c:v>
                </c:pt>
                <c:pt idx="3265">
                  <c:v>6.53</c:v>
                </c:pt>
                <c:pt idx="3266">
                  <c:v>6.532</c:v>
                </c:pt>
                <c:pt idx="3267">
                  <c:v>6.5339999999999998</c:v>
                </c:pt>
                <c:pt idx="3268">
                  <c:v>6.5359999999999996</c:v>
                </c:pt>
                <c:pt idx="3269">
                  <c:v>6.5380000000000003</c:v>
                </c:pt>
                <c:pt idx="3270">
                  <c:v>6.54</c:v>
                </c:pt>
                <c:pt idx="3271">
                  <c:v>6.5419999999999998</c:v>
                </c:pt>
                <c:pt idx="3272">
                  <c:v>6.5439999999999996</c:v>
                </c:pt>
                <c:pt idx="3273">
                  <c:v>6.5460000000000003</c:v>
                </c:pt>
                <c:pt idx="3274">
                  <c:v>6.548</c:v>
                </c:pt>
                <c:pt idx="3275">
                  <c:v>6.55</c:v>
                </c:pt>
                <c:pt idx="3276">
                  <c:v>6.5519999999999996</c:v>
                </c:pt>
                <c:pt idx="3277">
                  <c:v>6.5540000000000003</c:v>
                </c:pt>
                <c:pt idx="3278">
                  <c:v>6.556</c:v>
                </c:pt>
                <c:pt idx="3279">
                  <c:v>6.5579999999999998</c:v>
                </c:pt>
                <c:pt idx="3280">
                  <c:v>6.56</c:v>
                </c:pt>
                <c:pt idx="3281">
                  <c:v>6.5620000000000003</c:v>
                </c:pt>
                <c:pt idx="3282">
                  <c:v>6.5640000000000001</c:v>
                </c:pt>
                <c:pt idx="3283">
                  <c:v>6.5659999999999998</c:v>
                </c:pt>
                <c:pt idx="3284">
                  <c:v>6.5679999999999996</c:v>
                </c:pt>
                <c:pt idx="3285">
                  <c:v>6.57</c:v>
                </c:pt>
                <c:pt idx="3286">
                  <c:v>6.5720000000000001</c:v>
                </c:pt>
                <c:pt idx="3287">
                  <c:v>6.5739999999999998</c:v>
                </c:pt>
                <c:pt idx="3288">
                  <c:v>6.5759999999999996</c:v>
                </c:pt>
                <c:pt idx="3289">
                  <c:v>6.5780000000000003</c:v>
                </c:pt>
                <c:pt idx="3290">
                  <c:v>6.58</c:v>
                </c:pt>
                <c:pt idx="3291">
                  <c:v>6.5819999999999999</c:v>
                </c:pt>
                <c:pt idx="3292">
                  <c:v>6.5839999999999996</c:v>
                </c:pt>
                <c:pt idx="3293">
                  <c:v>6.5860000000000003</c:v>
                </c:pt>
                <c:pt idx="3294">
                  <c:v>6.5880000000000001</c:v>
                </c:pt>
                <c:pt idx="3295">
                  <c:v>6.59</c:v>
                </c:pt>
                <c:pt idx="3296">
                  <c:v>6.5919999999999996</c:v>
                </c:pt>
                <c:pt idx="3297">
                  <c:v>6.5940000000000003</c:v>
                </c:pt>
                <c:pt idx="3298">
                  <c:v>6.5960000000000001</c:v>
                </c:pt>
                <c:pt idx="3299">
                  <c:v>6.5979999999999999</c:v>
                </c:pt>
                <c:pt idx="3300">
                  <c:v>6.6</c:v>
                </c:pt>
                <c:pt idx="3301">
                  <c:v>6.6020000000000003</c:v>
                </c:pt>
                <c:pt idx="3302">
                  <c:v>6.6040000000000001</c:v>
                </c:pt>
                <c:pt idx="3303">
                  <c:v>6.6059999999999999</c:v>
                </c:pt>
                <c:pt idx="3304">
                  <c:v>6.6079999999999997</c:v>
                </c:pt>
                <c:pt idx="3305">
                  <c:v>6.61</c:v>
                </c:pt>
                <c:pt idx="3306">
                  <c:v>6.6120000000000001</c:v>
                </c:pt>
                <c:pt idx="3307">
                  <c:v>6.6139999999999999</c:v>
                </c:pt>
                <c:pt idx="3308">
                  <c:v>6.6159999999999997</c:v>
                </c:pt>
                <c:pt idx="3309">
                  <c:v>6.6180000000000003</c:v>
                </c:pt>
                <c:pt idx="3310">
                  <c:v>6.62</c:v>
                </c:pt>
                <c:pt idx="3311">
                  <c:v>6.6219999999999999</c:v>
                </c:pt>
                <c:pt idx="3312">
                  <c:v>6.6239999999999997</c:v>
                </c:pt>
                <c:pt idx="3313">
                  <c:v>6.6260000000000003</c:v>
                </c:pt>
                <c:pt idx="3314">
                  <c:v>6.6280000000000001</c:v>
                </c:pt>
                <c:pt idx="3315">
                  <c:v>6.63</c:v>
                </c:pt>
                <c:pt idx="3316">
                  <c:v>6.6319999999999997</c:v>
                </c:pt>
                <c:pt idx="3317">
                  <c:v>6.6340000000000003</c:v>
                </c:pt>
                <c:pt idx="3318">
                  <c:v>6.6360000000000001</c:v>
                </c:pt>
                <c:pt idx="3319">
                  <c:v>6.6379999999999999</c:v>
                </c:pt>
                <c:pt idx="3320">
                  <c:v>6.64</c:v>
                </c:pt>
                <c:pt idx="3321">
                  <c:v>6.6420000000000003</c:v>
                </c:pt>
                <c:pt idx="3322">
                  <c:v>6.6440000000000001</c:v>
                </c:pt>
                <c:pt idx="3323">
                  <c:v>6.6459999999999999</c:v>
                </c:pt>
                <c:pt idx="3324">
                  <c:v>6.6479999999999997</c:v>
                </c:pt>
                <c:pt idx="3325">
                  <c:v>6.65</c:v>
                </c:pt>
                <c:pt idx="3326">
                  <c:v>6.6520000000000001</c:v>
                </c:pt>
                <c:pt idx="3327">
                  <c:v>6.6539999999999999</c:v>
                </c:pt>
                <c:pt idx="3328">
                  <c:v>6.6559999999999997</c:v>
                </c:pt>
                <c:pt idx="3329">
                  <c:v>6.6580000000000004</c:v>
                </c:pt>
                <c:pt idx="3330">
                  <c:v>6.66</c:v>
                </c:pt>
                <c:pt idx="3331">
                  <c:v>6.6619999999999999</c:v>
                </c:pt>
                <c:pt idx="3332">
                  <c:v>6.6639999999999997</c:v>
                </c:pt>
                <c:pt idx="3333">
                  <c:v>6.6660000000000004</c:v>
                </c:pt>
                <c:pt idx="3334">
                  <c:v>6.6680000000000001</c:v>
                </c:pt>
                <c:pt idx="3335">
                  <c:v>6.67</c:v>
                </c:pt>
                <c:pt idx="3336">
                  <c:v>6.6719999999999997</c:v>
                </c:pt>
                <c:pt idx="3337">
                  <c:v>6.6740000000000004</c:v>
                </c:pt>
                <c:pt idx="3338">
                  <c:v>6.6760000000000002</c:v>
                </c:pt>
                <c:pt idx="3339">
                  <c:v>6.6779999999999999</c:v>
                </c:pt>
                <c:pt idx="3340">
                  <c:v>6.68</c:v>
                </c:pt>
                <c:pt idx="3341">
                  <c:v>6.6820000000000004</c:v>
                </c:pt>
                <c:pt idx="3342">
                  <c:v>6.6840000000000002</c:v>
                </c:pt>
                <c:pt idx="3343">
                  <c:v>6.6859999999999999</c:v>
                </c:pt>
                <c:pt idx="3344">
                  <c:v>6.6879999999999997</c:v>
                </c:pt>
                <c:pt idx="3345">
                  <c:v>6.69</c:v>
                </c:pt>
                <c:pt idx="3346">
                  <c:v>6.6920000000000002</c:v>
                </c:pt>
                <c:pt idx="3347">
                  <c:v>6.694</c:v>
                </c:pt>
                <c:pt idx="3348">
                  <c:v>6.6959999999999997</c:v>
                </c:pt>
                <c:pt idx="3349">
                  <c:v>6.6980000000000004</c:v>
                </c:pt>
                <c:pt idx="3350">
                  <c:v>6.7</c:v>
                </c:pt>
                <c:pt idx="3351">
                  <c:v>6.702</c:v>
                </c:pt>
                <c:pt idx="3352">
                  <c:v>6.7039999999999997</c:v>
                </c:pt>
                <c:pt idx="3353">
                  <c:v>6.7060000000000004</c:v>
                </c:pt>
                <c:pt idx="3354">
                  <c:v>6.7080000000000002</c:v>
                </c:pt>
                <c:pt idx="3355">
                  <c:v>6.71</c:v>
                </c:pt>
                <c:pt idx="3356">
                  <c:v>6.7119999999999997</c:v>
                </c:pt>
                <c:pt idx="3357">
                  <c:v>6.7140000000000004</c:v>
                </c:pt>
                <c:pt idx="3358">
                  <c:v>6.7160000000000002</c:v>
                </c:pt>
                <c:pt idx="3359">
                  <c:v>6.718</c:v>
                </c:pt>
                <c:pt idx="3360">
                  <c:v>6.72</c:v>
                </c:pt>
                <c:pt idx="3361">
                  <c:v>6.7220000000000004</c:v>
                </c:pt>
                <c:pt idx="3362">
                  <c:v>6.7240000000000002</c:v>
                </c:pt>
                <c:pt idx="3363">
                  <c:v>6.726</c:v>
                </c:pt>
                <c:pt idx="3364">
                  <c:v>6.7279999999999998</c:v>
                </c:pt>
                <c:pt idx="3365">
                  <c:v>6.73</c:v>
                </c:pt>
                <c:pt idx="3366">
                  <c:v>6.7320000000000002</c:v>
                </c:pt>
                <c:pt idx="3367">
                  <c:v>6.734</c:v>
                </c:pt>
                <c:pt idx="3368">
                  <c:v>6.7359999999999998</c:v>
                </c:pt>
                <c:pt idx="3369">
                  <c:v>6.7380000000000004</c:v>
                </c:pt>
                <c:pt idx="3370">
                  <c:v>6.74</c:v>
                </c:pt>
                <c:pt idx="3371">
                  <c:v>6.742</c:v>
                </c:pt>
                <c:pt idx="3372">
                  <c:v>6.7439999999999998</c:v>
                </c:pt>
                <c:pt idx="3373">
                  <c:v>6.7460000000000004</c:v>
                </c:pt>
                <c:pt idx="3374">
                  <c:v>6.7480000000000002</c:v>
                </c:pt>
                <c:pt idx="3375">
                  <c:v>6.75</c:v>
                </c:pt>
                <c:pt idx="3376">
                  <c:v>6.7519999999999998</c:v>
                </c:pt>
                <c:pt idx="3377">
                  <c:v>6.7539999999999996</c:v>
                </c:pt>
                <c:pt idx="3378">
                  <c:v>6.7560000000000002</c:v>
                </c:pt>
                <c:pt idx="3379">
                  <c:v>6.758</c:v>
                </c:pt>
                <c:pt idx="3380">
                  <c:v>6.76</c:v>
                </c:pt>
                <c:pt idx="3381">
                  <c:v>6.7619999999999996</c:v>
                </c:pt>
                <c:pt idx="3382">
                  <c:v>6.7640000000000002</c:v>
                </c:pt>
                <c:pt idx="3383">
                  <c:v>6.766</c:v>
                </c:pt>
                <c:pt idx="3384">
                  <c:v>6.7679999999999998</c:v>
                </c:pt>
                <c:pt idx="3385">
                  <c:v>6.77</c:v>
                </c:pt>
                <c:pt idx="3386">
                  <c:v>6.7720000000000002</c:v>
                </c:pt>
                <c:pt idx="3387">
                  <c:v>6.774</c:v>
                </c:pt>
                <c:pt idx="3388">
                  <c:v>6.7759999999999998</c:v>
                </c:pt>
                <c:pt idx="3389">
                  <c:v>6.7779999999999996</c:v>
                </c:pt>
                <c:pt idx="3390">
                  <c:v>6.78</c:v>
                </c:pt>
                <c:pt idx="3391">
                  <c:v>6.782</c:v>
                </c:pt>
                <c:pt idx="3392">
                  <c:v>6.7839999999999998</c:v>
                </c:pt>
                <c:pt idx="3393">
                  <c:v>6.7859999999999996</c:v>
                </c:pt>
                <c:pt idx="3394">
                  <c:v>6.7880000000000003</c:v>
                </c:pt>
                <c:pt idx="3395">
                  <c:v>6.79</c:v>
                </c:pt>
                <c:pt idx="3396">
                  <c:v>6.7919999999999998</c:v>
                </c:pt>
                <c:pt idx="3397">
                  <c:v>6.7939999999999996</c:v>
                </c:pt>
                <c:pt idx="3398">
                  <c:v>6.7960000000000003</c:v>
                </c:pt>
                <c:pt idx="3399">
                  <c:v>6.798</c:v>
                </c:pt>
                <c:pt idx="3400">
                  <c:v>6.8</c:v>
                </c:pt>
                <c:pt idx="3401">
                  <c:v>6.8019999999999996</c:v>
                </c:pt>
                <c:pt idx="3402">
                  <c:v>6.8040000000000003</c:v>
                </c:pt>
                <c:pt idx="3403">
                  <c:v>6.806</c:v>
                </c:pt>
                <c:pt idx="3404">
                  <c:v>6.8079999999999998</c:v>
                </c:pt>
                <c:pt idx="3405">
                  <c:v>6.81</c:v>
                </c:pt>
                <c:pt idx="3406">
                  <c:v>6.8120000000000003</c:v>
                </c:pt>
                <c:pt idx="3407">
                  <c:v>6.8140000000000001</c:v>
                </c:pt>
                <c:pt idx="3408">
                  <c:v>6.8159999999999998</c:v>
                </c:pt>
                <c:pt idx="3409">
                  <c:v>6.8179999999999996</c:v>
                </c:pt>
                <c:pt idx="3410">
                  <c:v>6.82</c:v>
                </c:pt>
                <c:pt idx="3411">
                  <c:v>6.8220000000000001</c:v>
                </c:pt>
                <c:pt idx="3412">
                  <c:v>6.8239999999999998</c:v>
                </c:pt>
                <c:pt idx="3413">
                  <c:v>6.8259999999999996</c:v>
                </c:pt>
                <c:pt idx="3414">
                  <c:v>6.8280000000000003</c:v>
                </c:pt>
                <c:pt idx="3415">
                  <c:v>6.83</c:v>
                </c:pt>
                <c:pt idx="3416">
                  <c:v>6.8319999999999999</c:v>
                </c:pt>
                <c:pt idx="3417">
                  <c:v>6.8339999999999996</c:v>
                </c:pt>
                <c:pt idx="3418">
                  <c:v>6.8360000000000003</c:v>
                </c:pt>
                <c:pt idx="3419">
                  <c:v>6.8380000000000001</c:v>
                </c:pt>
                <c:pt idx="3420">
                  <c:v>6.84</c:v>
                </c:pt>
                <c:pt idx="3421">
                  <c:v>6.8419999999999996</c:v>
                </c:pt>
                <c:pt idx="3422">
                  <c:v>6.8440000000000003</c:v>
                </c:pt>
                <c:pt idx="3423">
                  <c:v>6.8460000000000001</c:v>
                </c:pt>
                <c:pt idx="3424">
                  <c:v>6.8479999999999999</c:v>
                </c:pt>
                <c:pt idx="3425">
                  <c:v>6.85</c:v>
                </c:pt>
                <c:pt idx="3426">
                  <c:v>6.8520000000000003</c:v>
                </c:pt>
                <c:pt idx="3427">
                  <c:v>6.8540000000000001</c:v>
                </c:pt>
                <c:pt idx="3428">
                  <c:v>6.8559999999999999</c:v>
                </c:pt>
                <c:pt idx="3429">
                  <c:v>6.8579999999999997</c:v>
                </c:pt>
                <c:pt idx="3430">
                  <c:v>6.86</c:v>
                </c:pt>
                <c:pt idx="3431">
                  <c:v>6.8620000000000001</c:v>
                </c:pt>
                <c:pt idx="3432">
                  <c:v>6.8639999999999999</c:v>
                </c:pt>
                <c:pt idx="3433">
                  <c:v>6.8659999999999997</c:v>
                </c:pt>
                <c:pt idx="3434">
                  <c:v>6.8680000000000003</c:v>
                </c:pt>
                <c:pt idx="3435">
                  <c:v>6.87</c:v>
                </c:pt>
                <c:pt idx="3436">
                  <c:v>6.8719999999999999</c:v>
                </c:pt>
                <c:pt idx="3437">
                  <c:v>6.8739999999999997</c:v>
                </c:pt>
                <c:pt idx="3438">
                  <c:v>6.8760000000000003</c:v>
                </c:pt>
                <c:pt idx="3439">
                  <c:v>6.8780000000000001</c:v>
                </c:pt>
                <c:pt idx="3440">
                  <c:v>6.88</c:v>
                </c:pt>
                <c:pt idx="3441">
                  <c:v>6.8819999999999997</c:v>
                </c:pt>
                <c:pt idx="3442">
                  <c:v>6.8840000000000003</c:v>
                </c:pt>
                <c:pt idx="3443">
                  <c:v>6.8860000000000001</c:v>
                </c:pt>
                <c:pt idx="3444">
                  <c:v>6.8879999999999999</c:v>
                </c:pt>
                <c:pt idx="3445">
                  <c:v>6.89</c:v>
                </c:pt>
                <c:pt idx="3446">
                  <c:v>6.8920000000000003</c:v>
                </c:pt>
                <c:pt idx="3447">
                  <c:v>6.8940000000000001</c:v>
                </c:pt>
                <c:pt idx="3448">
                  <c:v>6.8959999999999999</c:v>
                </c:pt>
                <c:pt idx="3449">
                  <c:v>6.8979999999999997</c:v>
                </c:pt>
                <c:pt idx="3450">
                  <c:v>6.9</c:v>
                </c:pt>
                <c:pt idx="3451">
                  <c:v>6.9020000000000001</c:v>
                </c:pt>
                <c:pt idx="3452">
                  <c:v>6.9039999999999999</c:v>
                </c:pt>
                <c:pt idx="3453">
                  <c:v>6.9059999999999997</c:v>
                </c:pt>
                <c:pt idx="3454">
                  <c:v>6.9080000000000004</c:v>
                </c:pt>
                <c:pt idx="3455">
                  <c:v>6.91</c:v>
                </c:pt>
                <c:pt idx="3456">
                  <c:v>6.9119999999999999</c:v>
                </c:pt>
                <c:pt idx="3457">
                  <c:v>6.9139999999999997</c:v>
                </c:pt>
                <c:pt idx="3458">
                  <c:v>6.9160000000000004</c:v>
                </c:pt>
                <c:pt idx="3459">
                  <c:v>6.9180000000000001</c:v>
                </c:pt>
                <c:pt idx="3460">
                  <c:v>6.92</c:v>
                </c:pt>
                <c:pt idx="3461">
                  <c:v>6.9219999999999997</c:v>
                </c:pt>
                <c:pt idx="3462">
                  <c:v>6.9240000000000004</c:v>
                </c:pt>
                <c:pt idx="3463">
                  <c:v>6.9260000000000002</c:v>
                </c:pt>
                <c:pt idx="3464">
                  <c:v>6.9279999999999999</c:v>
                </c:pt>
                <c:pt idx="3465">
                  <c:v>6.93</c:v>
                </c:pt>
                <c:pt idx="3466">
                  <c:v>6.9320000000000004</c:v>
                </c:pt>
                <c:pt idx="3467">
                  <c:v>6.9340000000000002</c:v>
                </c:pt>
                <c:pt idx="3468">
                  <c:v>6.9359999999999999</c:v>
                </c:pt>
                <c:pt idx="3469">
                  <c:v>6.9379999999999997</c:v>
                </c:pt>
                <c:pt idx="3470">
                  <c:v>6.94</c:v>
                </c:pt>
                <c:pt idx="3471">
                  <c:v>6.9420000000000002</c:v>
                </c:pt>
                <c:pt idx="3472">
                  <c:v>6.944</c:v>
                </c:pt>
                <c:pt idx="3473">
                  <c:v>6.9459999999999997</c:v>
                </c:pt>
                <c:pt idx="3474">
                  <c:v>6.9480000000000004</c:v>
                </c:pt>
                <c:pt idx="3475">
                  <c:v>6.95</c:v>
                </c:pt>
                <c:pt idx="3476">
                  <c:v>6.952</c:v>
                </c:pt>
                <c:pt idx="3477">
                  <c:v>6.9539999999999997</c:v>
                </c:pt>
                <c:pt idx="3478">
                  <c:v>6.9560000000000004</c:v>
                </c:pt>
                <c:pt idx="3479">
                  <c:v>6.9580000000000002</c:v>
                </c:pt>
                <c:pt idx="3480">
                  <c:v>6.96</c:v>
                </c:pt>
                <c:pt idx="3481">
                  <c:v>6.9619999999999997</c:v>
                </c:pt>
                <c:pt idx="3482">
                  <c:v>6.9640000000000004</c:v>
                </c:pt>
                <c:pt idx="3483">
                  <c:v>6.9660000000000002</c:v>
                </c:pt>
                <c:pt idx="3484">
                  <c:v>6.968</c:v>
                </c:pt>
                <c:pt idx="3485">
                  <c:v>6.97</c:v>
                </c:pt>
                <c:pt idx="3486">
                  <c:v>6.9720000000000004</c:v>
                </c:pt>
                <c:pt idx="3487">
                  <c:v>6.9740000000000002</c:v>
                </c:pt>
                <c:pt idx="3488">
                  <c:v>6.976</c:v>
                </c:pt>
                <c:pt idx="3489">
                  <c:v>6.9779999999999998</c:v>
                </c:pt>
                <c:pt idx="3490">
                  <c:v>6.98</c:v>
                </c:pt>
                <c:pt idx="3491">
                  <c:v>6.9820000000000002</c:v>
                </c:pt>
                <c:pt idx="3492">
                  <c:v>6.984</c:v>
                </c:pt>
                <c:pt idx="3493">
                  <c:v>6.9859999999999998</c:v>
                </c:pt>
                <c:pt idx="3494">
                  <c:v>6.9880000000000004</c:v>
                </c:pt>
                <c:pt idx="3495">
                  <c:v>6.99</c:v>
                </c:pt>
                <c:pt idx="3496">
                  <c:v>6.992</c:v>
                </c:pt>
                <c:pt idx="3497">
                  <c:v>6.9939999999999998</c:v>
                </c:pt>
                <c:pt idx="3498">
                  <c:v>6.9960000000000004</c:v>
                </c:pt>
                <c:pt idx="3499">
                  <c:v>6.9980000000000002</c:v>
                </c:pt>
                <c:pt idx="3500">
                  <c:v>7</c:v>
                </c:pt>
                <c:pt idx="3501">
                  <c:v>7.0019999999999998</c:v>
                </c:pt>
                <c:pt idx="3502">
                  <c:v>7.0039999999999996</c:v>
                </c:pt>
                <c:pt idx="3503">
                  <c:v>7.0060000000000002</c:v>
                </c:pt>
                <c:pt idx="3504">
                  <c:v>7.008</c:v>
                </c:pt>
                <c:pt idx="3505">
                  <c:v>7.01</c:v>
                </c:pt>
                <c:pt idx="3506">
                  <c:v>7.0119999999999996</c:v>
                </c:pt>
                <c:pt idx="3507">
                  <c:v>7.0140000000000002</c:v>
                </c:pt>
                <c:pt idx="3508">
                  <c:v>7.016</c:v>
                </c:pt>
                <c:pt idx="3509">
                  <c:v>7.0179999999999998</c:v>
                </c:pt>
                <c:pt idx="3510">
                  <c:v>7.02</c:v>
                </c:pt>
                <c:pt idx="3511">
                  <c:v>7.0220000000000002</c:v>
                </c:pt>
                <c:pt idx="3512">
                  <c:v>7.024</c:v>
                </c:pt>
                <c:pt idx="3513">
                  <c:v>7.0259999999999998</c:v>
                </c:pt>
                <c:pt idx="3514">
                  <c:v>7.0279999999999996</c:v>
                </c:pt>
                <c:pt idx="3515">
                  <c:v>7.03</c:v>
                </c:pt>
                <c:pt idx="3516">
                  <c:v>7.032</c:v>
                </c:pt>
                <c:pt idx="3517">
                  <c:v>7.0339999999999998</c:v>
                </c:pt>
                <c:pt idx="3518">
                  <c:v>7.0359999999999996</c:v>
                </c:pt>
                <c:pt idx="3519">
                  <c:v>7.0380000000000003</c:v>
                </c:pt>
                <c:pt idx="3520">
                  <c:v>7.04</c:v>
                </c:pt>
                <c:pt idx="3521">
                  <c:v>7.0419999999999998</c:v>
                </c:pt>
                <c:pt idx="3522">
                  <c:v>7.0439999999999996</c:v>
                </c:pt>
                <c:pt idx="3523">
                  <c:v>7.0460000000000003</c:v>
                </c:pt>
                <c:pt idx="3524">
                  <c:v>7.048</c:v>
                </c:pt>
                <c:pt idx="3525">
                  <c:v>7.05</c:v>
                </c:pt>
                <c:pt idx="3526">
                  <c:v>7.0519999999999996</c:v>
                </c:pt>
                <c:pt idx="3527">
                  <c:v>7.0540000000000003</c:v>
                </c:pt>
                <c:pt idx="3528">
                  <c:v>7.056</c:v>
                </c:pt>
                <c:pt idx="3529">
                  <c:v>7.0579999999999998</c:v>
                </c:pt>
                <c:pt idx="3530">
                  <c:v>7.06</c:v>
                </c:pt>
                <c:pt idx="3531">
                  <c:v>7.0620000000000003</c:v>
                </c:pt>
                <c:pt idx="3532">
                  <c:v>7.0640000000000001</c:v>
                </c:pt>
                <c:pt idx="3533">
                  <c:v>7.0659999999999998</c:v>
                </c:pt>
                <c:pt idx="3534">
                  <c:v>7.0679999999999996</c:v>
                </c:pt>
                <c:pt idx="3535">
                  <c:v>7.07</c:v>
                </c:pt>
                <c:pt idx="3536">
                  <c:v>7.0720000000000001</c:v>
                </c:pt>
                <c:pt idx="3537">
                  <c:v>7.0739999999999998</c:v>
                </c:pt>
                <c:pt idx="3538">
                  <c:v>7.0759999999999996</c:v>
                </c:pt>
                <c:pt idx="3539">
                  <c:v>7.0780000000000003</c:v>
                </c:pt>
                <c:pt idx="3540">
                  <c:v>7.08</c:v>
                </c:pt>
                <c:pt idx="3541">
                  <c:v>7.0819999999999999</c:v>
                </c:pt>
                <c:pt idx="3542">
                  <c:v>7.0839999999999996</c:v>
                </c:pt>
                <c:pt idx="3543">
                  <c:v>7.0860000000000003</c:v>
                </c:pt>
                <c:pt idx="3544">
                  <c:v>7.0880000000000001</c:v>
                </c:pt>
                <c:pt idx="3545">
                  <c:v>7.09</c:v>
                </c:pt>
                <c:pt idx="3546">
                  <c:v>7.0919999999999996</c:v>
                </c:pt>
                <c:pt idx="3547">
                  <c:v>7.0940000000000003</c:v>
                </c:pt>
                <c:pt idx="3548">
                  <c:v>7.0960000000000001</c:v>
                </c:pt>
                <c:pt idx="3549">
                  <c:v>7.0979999999999999</c:v>
                </c:pt>
                <c:pt idx="3550">
                  <c:v>7.1</c:v>
                </c:pt>
                <c:pt idx="3551">
                  <c:v>7.1020000000000003</c:v>
                </c:pt>
                <c:pt idx="3552">
                  <c:v>7.1040000000000001</c:v>
                </c:pt>
                <c:pt idx="3553">
                  <c:v>7.1059999999999999</c:v>
                </c:pt>
                <c:pt idx="3554">
                  <c:v>7.1079999999999997</c:v>
                </c:pt>
                <c:pt idx="3555">
                  <c:v>7.11</c:v>
                </c:pt>
                <c:pt idx="3556">
                  <c:v>7.1120000000000001</c:v>
                </c:pt>
                <c:pt idx="3557">
                  <c:v>7.1139999999999999</c:v>
                </c:pt>
                <c:pt idx="3558">
                  <c:v>7.1159999999999997</c:v>
                </c:pt>
                <c:pt idx="3559">
                  <c:v>7.1180000000000003</c:v>
                </c:pt>
                <c:pt idx="3560">
                  <c:v>7.12</c:v>
                </c:pt>
                <c:pt idx="3561">
                  <c:v>7.1219999999999999</c:v>
                </c:pt>
                <c:pt idx="3562">
                  <c:v>7.1239999999999997</c:v>
                </c:pt>
                <c:pt idx="3563">
                  <c:v>7.1260000000000003</c:v>
                </c:pt>
                <c:pt idx="3564">
                  <c:v>7.1280000000000001</c:v>
                </c:pt>
                <c:pt idx="3565">
                  <c:v>7.13</c:v>
                </c:pt>
                <c:pt idx="3566">
                  <c:v>7.1319999999999997</c:v>
                </c:pt>
                <c:pt idx="3567">
                  <c:v>7.1340000000000003</c:v>
                </c:pt>
                <c:pt idx="3568">
                  <c:v>7.1360000000000001</c:v>
                </c:pt>
                <c:pt idx="3569">
                  <c:v>7.1379999999999999</c:v>
                </c:pt>
                <c:pt idx="3570">
                  <c:v>7.14</c:v>
                </c:pt>
                <c:pt idx="3571">
                  <c:v>7.1420000000000003</c:v>
                </c:pt>
                <c:pt idx="3572">
                  <c:v>7.1440000000000001</c:v>
                </c:pt>
                <c:pt idx="3573">
                  <c:v>7.1459999999999999</c:v>
                </c:pt>
                <c:pt idx="3574">
                  <c:v>7.1479999999999997</c:v>
                </c:pt>
                <c:pt idx="3575">
                  <c:v>7.15</c:v>
                </c:pt>
                <c:pt idx="3576">
                  <c:v>7.1520000000000001</c:v>
                </c:pt>
                <c:pt idx="3577">
                  <c:v>7.1539999999999999</c:v>
                </c:pt>
                <c:pt idx="3578">
                  <c:v>7.1559999999999997</c:v>
                </c:pt>
                <c:pt idx="3579">
                  <c:v>7.1580000000000004</c:v>
                </c:pt>
                <c:pt idx="3580">
                  <c:v>7.16</c:v>
                </c:pt>
                <c:pt idx="3581">
                  <c:v>7.1619999999999999</c:v>
                </c:pt>
                <c:pt idx="3582">
                  <c:v>7.1639999999999997</c:v>
                </c:pt>
                <c:pt idx="3583">
                  <c:v>7.1660000000000004</c:v>
                </c:pt>
                <c:pt idx="3584">
                  <c:v>7.1680000000000001</c:v>
                </c:pt>
                <c:pt idx="3585">
                  <c:v>7.17</c:v>
                </c:pt>
                <c:pt idx="3586">
                  <c:v>7.1719999999999997</c:v>
                </c:pt>
                <c:pt idx="3587">
                  <c:v>7.1740000000000004</c:v>
                </c:pt>
                <c:pt idx="3588">
                  <c:v>7.1760000000000002</c:v>
                </c:pt>
                <c:pt idx="3589">
                  <c:v>7.1779999999999999</c:v>
                </c:pt>
                <c:pt idx="3590">
                  <c:v>7.18</c:v>
                </c:pt>
                <c:pt idx="3591">
                  <c:v>7.1820000000000004</c:v>
                </c:pt>
                <c:pt idx="3592">
                  <c:v>7.1840000000000002</c:v>
                </c:pt>
                <c:pt idx="3593">
                  <c:v>7.1859999999999999</c:v>
                </c:pt>
                <c:pt idx="3594">
                  <c:v>7.1879999999999997</c:v>
                </c:pt>
                <c:pt idx="3595">
                  <c:v>7.19</c:v>
                </c:pt>
                <c:pt idx="3596">
                  <c:v>7.1920000000000002</c:v>
                </c:pt>
                <c:pt idx="3597">
                  <c:v>7.194</c:v>
                </c:pt>
                <c:pt idx="3598">
                  <c:v>7.1959999999999997</c:v>
                </c:pt>
                <c:pt idx="3599">
                  <c:v>7.1980000000000004</c:v>
                </c:pt>
                <c:pt idx="3600">
                  <c:v>7.2</c:v>
                </c:pt>
                <c:pt idx="3601">
                  <c:v>7.202</c:v>
                </c:pt>
                <c:pt idx="3602">
                  <c:v>7.2039999999999997</c:v>
                </c:pt>
                <c:pt idx="3603">
                  <c:v>7.2060000000000004</c:v>
                </c:pt>
                <c:pt idx="3604">
                  <c:v>7.2080000000000002</c:v>
                </c:pt>
                <c:pt idx="3605">
                  <c:v>7.21</c:v>
                </c:pt>
                <c:pt idx="3606">
                  <c:v>7.2119999999999997</c:v>
                </c:pt>
                <c:pt idx="3607">
                  <c:v>7.2140000000000004</c:v>
                </c:pt>
                <c:pt idx="3608">
                  <c:v>7.2160000000000002</c:v>
                </c:pt>
                <c:pt idx="3609">
                  <c:v>7.218</c:v>
                </c:pt>
                <c:pt idx="3610">
                  <c:v>7.22</c:v>
                </c:pt>
                <c:pt idx="3611">
                  <c:v>7.2220000000000004</c:v>
                </c:pt>
                <c:pt idx="3612">
                  <c:v>7.2240000000000002</c:v>
                </c:pt>
                <c:pt idx="3613">
                  <c:v>7.226</c:v>
                </c:pt>
                <c:pt idx="3614">
                  <c:v>7.2279999999999998</c:v>
                </c:pt>
                <c:pt idx="3615">
                  <c:v>7.23</c:v>
                </c:pt>
                <c:pt idx="3616">
                  <c:v>7.2320000000000002</c:v>
                </c:pt>
                <c:pt idx="3617">
                  <c:v>7.234</c:v>
                </c:pt>
                <c:pt idx="3618">
                  <c:v>7.2359999999999998</c:v>
                </c:pt>
                <c:pt idx="3619">
                  <c:v>7.2380000000000004</c:v>
                </c:pt>
                <c:pt idx="3620">
                  <c:v>7.24</c:v>
                </c:pt>
                <c:pt idx="3621">
                  <c:v>7.242</c:v>
                </c:pt>
                <c:pt idx="3622">
                  <c:v>7.2439999999999998</c:v>
                </c:pt>
                <c:pt idx="3623">
                  <c:v>7.2460000000000004</c:v>
                </c:pt>
                <c:pt idx="3624">
                  <c:v>7.2480000000000002</c:v>
                </c:pt>
                <c:pt idx="3625">
                  <c:v>7.25</c:v>
                </c:pt>
                <c:pt idx="3626">
                  <c:v>7.2519999999999998</c:v>
                </c:pt>
                <c:pt idx="3627">
                  <c:v>7.2539999999999996</c:v>
                </c:pt>
                <c:pt idx="3628">
                  <c:v>7.2560000000000002</c:v>
                </c:pt>
                <c:pt idx="3629">
                  <c:v>7.258</c:v>
                </c:pt>
                <c:pt idx="3630">
                  <c:v>7.26</c:v>
                </c:pt>
                <c:pt idx="3631">
                  <c:v>7.2619999999999996</c:v>
                </c:pt>
                <c:pt idx="3632">
                  <c:v>7.2640000000000002</c:v>
                </c:pt>
                <c:pt idx="3633">
                  <c:v>7.266</c:v>
                </c:pt>
                <c:pt idx="3634">
                  <c:v>7.2679999999999998</c:v>
                </c:pt>
                <c:pt idx="3635">
                  <c:v>7.27</c:v>
                </c:pt>
                <c:pt idx="3636">
                  <c:v>7.2720000000000002</c:v>
                </c:pt>
                <c:pt idx="3637">
                  <c:v>7.274</c:v>
                </c:pt>
                <c:pt idx="3638">
                  <c:v>7.2759999999999998</c:v>
                </c:pt>
                <c:pt idx="3639">
                  <c:v>7.2779999999999996</c:v>
                </c:pt>
                <c:pt idx="3640">
                  <c:v>7.28</c:v>
                </c:pt>
                <c:pt idx="3641">
                  <c:v>7.282</c:v>
                </c:pt>
                <c:pt idx="3642">
                  <c:v>7.2839999999999998</c:v>
                </c:pt>
                <c:pt idx="3643">
                  <c:v>7.2859999999999996</c:v>
                </c:pt>
                <c:pt idx="3644">
                  <c:v>7.2880000000000003</c:v>
                </c:pt>
                <c:pt idx="3645">
                  <c:v>7.29</c:v>
                </c:pt>
                <c:pt idx="3646">
                  <c:v>7.2919999999999998</c:v>
                </c:pt>
                <c:pt idx="3647">
                  <c:v>7.2939999999999996</c:v>
                </c:pt>
                <c:pt idx="3648">
                  <c:v>7.2960000000000003</c:v>
                </c:pt>
                <c:pt idx="3649">
                  <c:v>7.298</c:v>
                </c:pt>
                <c:pt idx="3650">
                  <c:v>7.3</c:v>
                </c:pt>
                <c:pt idx="3651">
                  <c:v>7.3019999999999996</c:v>
                </c:pt>
                <c:pt idx="3652">
                  <c:v>7.3040000000000003</c:v>
                </c:pt>
                <c:pt idx="3653">
                  <c:v>7.306</c:v>
                </c:pt>
                <c:pt idx="3654">
                  <c:v>7.3079999999999998</c:v>
                </c:pt>
                <c:pt idx="3655">
                  <c:v>7.31</c:v>
                </c:pt>
                <c:pt idx="3656">
                  <c:v>7.3120000000000003</c:v>
                </c:pt>
                <c:pt idx="3657">
                  <c:v>7.3140000000000001</c:v>
                </c:pt>
                <c:pt idx="3658">
                  <c:v>7.3159999999999998</c:v>
                </c:pt>
                <c:pt idx="3659">
                  <c:v>7.3179999999999996</c:v>
                </c:pt>
                <c:pt idx="3660">
                  <c:v>7.32</c:v>
                </c:pt>
                <c:pt idx="3661">
                  <c:v>7.3220000000000001</c:v>
                </c:pt>
                <c:pt idx="3662">
                  <c:v>7.3239999999999998</c:v>
                </c:pt>
                <c:pt idx="3663">
                  <c:v>7.3259999999999996</c:v>
                </c:pt>
                <c:pt idx="3664">
                  <c:v>7.3280000000000003</c:v>
                </c:pt>
                <c:pt idx="3665">
                  <c:v>7.33</c:v>
                </c:pt>
                <c:pt idx="3666">
                  <c:v>7.3319999999999999</c:v>
                </c:pt>
                <c:pt idx="3667">
                  <c:v>7.3339999999999996</c:v>
                </c:pt>
                <c:pt idx="3668">
                  <c:v>7.3360000000000003</c:v>
                </c:pt>
                <c:pt idx="3669">
                  <c:v>7.3380000000000001</c:v>
                </c:pt>
                <c:pt idx="3670">
                  <c:v>7.34</c:v>
                </c:pt>
                <c:pt idx="3671">
                  <c:v>7.3419999999999996</c:v>
                </c:pt>
                <c:pt idx="3672">
                  <c:v>7.3440000000000003</c:v>
                </c:pt>
                <c:pt idx="3673">
                  <c:v>7.3460000000000001</c:v>
                </c:pt>
                <c:pt idx="3674">
                  <c:v>7.3479999999999999</c:v>
                </c:pt>
                <c:pt idx="3675">
                  <c:v>7.35</c:v>
                </c:pt>
                <c:pt idx="3676">
                  <c:v>7.3520000000000003</c:v>
                </c:pt>
                <c:pt idx="3677">
                  <c:v>7.3540000000000001</c:v>
                </c:pt>
                <c:pt idx="3678">
                  <c:v>7.3559999999999999</c:v>
                </c:pt>
                <c:pt idx="3679">
                  <c:v>7.3579999999999997</c:v>
                </c:pt>
                <c:pt idx="3680">
                  <c:v>7.36</c:v>
                </c:pt>
                <c:pt idx="3681">
                  <c:v>7.3620000000000001</c:v>
                </c:pt>
                <c:pt idx="3682">
                  <c:v>7.3639999999999999</c:v>
                </c:pt>
                <c:pt idx="3683">
                  <c:v>7.3659999999999997</c:v>
                </c:pt>
                <c:pt idx="3684">
                  <c:v>7.3680000000000003</c:v>
                </c:pt>
                <c:pt idx="3685">
                  <c:v>7.37</c:v>
                </c:pt>
                <c:pt idx="3686">
                  <c:v>7.3719999999999999</c:v>
                </c:pt>
                <c:pt idx="3687">
                  <c:v>7.3739999999999997</c:v>
                </c:pt>
                <c:pt idx="3688">
                  <c:v>7.3760000000000003</c:v>
                </c:pt>
                <c:pt idx="3689">
                  <c:v>7.3780000000000001</c:v>
                </c:pt>
                <c:pt idx="3690">
                  <c:v>7.38</c:v>
                </c:pt>
                <c:pt idx="3691">
                  <c:v>7.3819999999999997</c:v>
                </c:pt>
                <c:pt idx="3692">
                  <c:v>7.3840000000000003</c:v>
                </c:pt>
                <c:pt idx="3693">
                  <c:v>7.3860000000000001</c:v>
                </c:pt>
                <c:pt idx="3694">
                  <c:v>7.3879999999999999</c:v>
                </c:pt>
                <c:pt idx="3695">
                  <c:v>7.39</c:v>
                </c:pt>
                <c:pt idx="3696">
                  <c:v>7.3920000000000003</c:v>
                </c:pt>
                <c:pt idx="3697">
                  <c:v>7.3940000000000001</c:v>
                </c:pt>
                <c:pt idx="3698">
                  <c:v>7.3959999999999999</c:v>
                </c:pt>
                <c:pt idx="3699">
                  <c:v>7.3979999999999997</c:v>
                </c:pt>
                <c:pt idx="3700">
                  <c:v>7.4</c:v>
                </c:pt>
                <c:pt idx="3701">
                  <c:v>7.4020000000000001</c:v>
                </c:pt>
                <c:pt idx="3702">
                  <c:v>7.4039999999999999</c:v>
                </c:pt>
                <c:pt idx="3703">
                  <c:v>7.4059999999999997</c:v>
                </c:pt>
                <c:pt idx="3704">
                  <c:v>7.4080000000000004</c:v>
                </c:pt>
                <c:pt idx="3705">
                  <c:v>7.41</c:v>
                </c:pt>
                <c:pt idx="3706">
                  <c:v>7.4119999999999999</c:v>
                </c:pt>
                <c:pt idx="3707">
                  <c:v>7.4139999999999997</c:v>
                </c:pt>
                <c:pt idx="3708">
                  <c:v>7.4160000000000004</c:v>
                </c:pt>
                <c:pt idx="3709">
                  <c:v>7.4180000000000001</c:v>
                </c:pt>
                <c:pt idx="3710">
                  <c:v>7.42</c:v>
                </c:pt>
                <c:pt idx="3711">
                  <c:v>7.4219999999999997</c:v>
                </c:pt>
                <c:pt idx="3712">
                  <c:v>7.4240000000000004</c:v>
                </c:pt>
                <c:pt idx="3713">
                  <c:v>7.4260000000000002</c:v>
                </c:pt>
                <c:pt idx="3714">
                  <c:v>7.4279999999999999</c:v>
                </c:pt>
                <c:pt idx="3715">
                  <c:v>7.43</c:v>
                </c:pt>
                <c:pt idx="3716">
                  <c:v>7.4320000000000004</c:v>
                </c:pt>
                <c:pt idx="3717">
                  <c:v>7.4340000000000002</c:v>
                </c:pt>
                <c:pt idx="3718">
                  <c:v>7.4359999999999999</c:v>
                </c:pt>
                <c:pt idx="3719">
                  <c:v>7.4379999999999997</c:v>
                </c:pt>
                <c:pt idx="3720">
                  <c:v>7.44</c:v>
                </c:pt>
                <c:pt idx="3721">
                  <c:v>7.4420000000000002</c:v>
                </c:pt>
                <c:pt idx="3722">
                  <c:v>7.444</c:v>
                </c:pt>
                <c:pt idx="3723">
                  <c:v>7.4459999999999997</c:v>
                </c:pt>
                <c:pt idx="3724">
                  <c:v>7.4480000000000004</c:v>
                </c:pt>
                <c:pt idx="3725">
                  <c:v>7.45</c:v>
                </c:pt>
                <c:pt idx="3726">
                  <c:v>7.452</c:v>
                </c:pt>
                <c:pt idx="3727">
                  <c:v>7.4539999999999997</c:v>
                </c:pt>
                <c:pt idx="3728">
                  <c:v>7.4560000000000004</c:v>
                </c:pt>
                <c:pt idx="3729">
                  <c:v>7.4580000000000002</c:v>
                </c:pt>
                <c:pt idx="3730">
                  <c:v>7.46</c:v>
                </c:pt>
                <c:pt idx="3731">
                  <c:v>7.4619999999999997</c:v>
                </c:pt>
                <c:pt idx="3732">
                  <c:v>7.4640000000000004</c:v>
                </c:pt>
                <c:pt idx="3733">
                  <c:v>7.4660000000000002</c:v>
                </c:pt>
                <c:pt idx="3734">
                  <c:v>7.468</c:v>
                </c:pt>
                <c:pt idx="3735">
                  <c:v>7.47</c:v>
                </c:pt>
                <c:pt idx="3736">
                  <c:v>7.4720000000000004</c:v>
                </c:pt>
                <c:pt idx="3737">
                  <c:v>7.4740000000000002</c:v>
                </c:pt>
                <c:pt idx="3738">
                  <c:v>7.476</c:v>
                </c:pt>
                <c:pt idx="3739">
                  <c:v>7.4779999999999998</c:v>
                </c:pt>
                <c:pt idx="3740">
                  <c:v>7.48</c:v>
                </c:pt>
                <c:pt idx="3741">
                  <c:v>7.4820000000000002</c:v>
                </c:pt>
                <c:pt idx="3742">
                  <c:v>7.484</c:v>
                </c:pt>
                <c:pt idx="3743">
                  <c:v>7.4859999999999998</c:v>
                </c:pt>
                <c:pt idx="3744">
                  <c:v>7.4880000000000004</c:v>
                </c:pt>
                <c:pt idx="3745">
                  <c:v>7.49</c:v>
                </c:pt>
                <c:pt idx="3746">
                  <c:v>7.492</c:v>
                </c:pt>
                <c:pt idx="3747">
                  <c:v>7.4939999999999998</c:v>
                </c:pt>
                <c:pt idx="3748">
                  <c:v>7.4960000000000004</c:v>
                </c:pt>
                <c:pt idx="3749">
                  <c:v>7.4980000000000002</c:v>
                </c:pt>
                <c:pt idx="3750">
                  <c:v>7.5</c:v>
                </c:pt>
                <c:pt idx="3751">
                  <c:v>7.5019999999999998</c:v>
                </c:pt>
                <c:pt idx="3752">
                  <c:v>7.5039999999999996</c:v>
                </c:pt>
                <c:pt idx="3753">
                  <c:v>7.5060000000000002</c:v>
                </c:pt>
                <c:pt idx="3754">
                  <c:v>7.508</c:v>
                </c:pt>
                <c:pt idx="3755">
                  <c:v>7.51</c:v>
                </c:pt>
                <c:pt idx="3756">
                  <c:v>7.5119999999999996</c:v>
                </c:pt>
                <c:pt idx="3757">
                  <c:v>7.5140000000000002</c:v>
                </c:pt>
                <c:pt idx="3758">
                  <c:v>7.516</c:v>
                </c:pt>
                <c:pt idx="3759">
                  <c:v>7.5179999999999998</c:v>
                </c:pt>
                <c:pt idx="3760">
                  <c:v>7.52</c:v>
                </c:pt>
                <c:pt idx="3761">
                  <c:v>7.5220000000000002</c:v>
                </c:pt>
              </c:numCache>
            </c:numRef>
          </c:xVal>
          <c:yVal>
            <c:numRef>
              <c:f>D1_dataraj_sitting_Converted_se!$B$2:$B$3763</c:f>
              <c:numCache>
                <c:formatCode>General</c:formatCode>
                <c:ptCount val="3762"/>
                <c:pt idx="0">
                  <c:v>-3.4686999603548E-3</c:v>
                </c:pt>
                <c:pt idx="1">
                  <c:v>-3.3804666523529299E-3</c:v>
                </c:pt>
                <c:pt idx="2">
                  <c:v>-3.2719601339375199E-3</c:v>
                </c:pt>
                <c:pt idx="3">
                  <c:v>-3.1406551077686898E-3</c:v>
                </c:pt>
                <c:pt idx="4">
                  <c:v>-2.9841867530522701E-3</c:v>
                </c:pt>
                <c:pt idx="5">
                  <c:v>-2.8004019645048602E-3</c:v>
                </c:pt>
                <c:pt idx="6">
                  <c:v>-2.5874127457661202E-3</c:v>
                </c:pt>
                <c:pt idx="7">
                  <c:v>-2.3436503313490698E-3</c:v>
                </c:pt>
                <c:pt idx="8">
                  <c:v>-2.0679166819498902E-3</c:v>
                </c:pt>
                <c:pt idx="9">
                  <c:v>-1.75942883217854E-3</c:v>
                </c:pt>
                <c:pt idx="10">
                  <c:v>-1.41785176825033E-3</c:v>
                </c:pt>
                <c:pt idx="11">
                  <c:v>-1.0433170782830699E-3</c:v>
                </c:pt>
                <c:pt idx="12">
                  <c:v>-6.36426951657676E-4</c:v>
                </c:pt>
                <c:pt idx="13">
                  <c:v>-1.9824536547441901E-4</c:v>
                </c:pt>
                <c:pt idx="14">
                  <c:v>2.6972020979132601E-4</c:v>
                </c:pt>
                <c:pt idx="15">
                  <c:v>7.65542905285702E-4</c:v>
                </c:pt>
                <c:pt idx="16">
                  <c:v>1.28690351577903E-3</c:v>
                </c:pt>
                <c:pt idx="17">
                  <c:v>1.8311194238709199E-3</c:v>
                </c:pt>
                <c:pt idx="18">
                  <c:v>2.39517619940963E-3</c:v>
                </c:pt>
                <c:pt idx="19">
                  <c:v>2.9757639203548398E-3</c:v>
                </c:pt>
                <c:pt idx="20">
                  <c:v>3.5693202009956398E-3</c:v>
                </c:pt>
                <c:pt idx="21">
                  <c:v>4.1720805789056004E-3</c:v>
                </c:pt>
                <c:pt idx="22">
                  <c:v>4.7801349195355503E-3</c:v>
                </c:pt>
                <c:pt idx="23">
                  <c:v>5.38948669324801E-3</c:v>
                </c:pt>
                <c:pt idx="24">
                  <c:v>5.9961110521798699E-3</c:v>
                </c:pt>
                <c:pt idx="25">
                  <c:v>6.59600791922194E-3</c:v>
                </c:pt>
                <c:pt idx="26">
                  <c:v>7.1852477489088304E-3</c:v>
                </c:pt>
                <c:pt idx="27">
                  <c:v>7.7600098029558997E-3</c:v>
                </c:pt>
                <c:pt idx="28">
                  <c:v>8.31661495369896E-3</c:v>
                </c:pt>
                <c:pt idx="29">
                  <c:v>8.8515563405985494E-3</c:v>
                </c:pt>
                <c:pt idx="30">
                  <c:v>9.3615310945218792E-3</c:v>
                </c:pt>
                <c:pt idx="31">
                  <c:v>9.8434748462380792E-3</c:v>
                </c:pt>
                <c:pt idx="32">
                  <c:v>1.02945984882758E-2</c:v>
                </c:pt>
                <c:pt idx="33">
                  <c:v>1.07124245830434E-2</c:v>
                </c:pt>
                <c:pt idx="34">
                  <c:v>1.10948196844479E-2</c:v>
                </c:pt>
                <c:pt idx="35">
                  <c:v>1.14400190376234E-2</c:v>
                </c:pt>
                <c:pt idx="36">
                  <c:v>1.1746641555550099E-2</c:v>
                </c:pt>
                <c:pt idx="37">
                  <c:v>1.2013695157274301E-2</c:v>
                </c:pt>
                <c:pt idx="38">
                  <c:v>1.2240574709146201E-2</c:v>
                </c:pt>
                <c:pt idx="39">
                  <c:v>1.24270560771779E-2</c:v>
                </c:pt>
                <c:pt idx="40">
                  <c:v>1.25732896133078E-2</c:v>
                </c:pt>
                <c:pt idx="41">
                  <c:v>1.26797948427908E-2</c:v>
                </c:pt>
                <c:pt idx="42">
                  <c:v>1.2747455914657899E-2</c:v>
                </c:pt>
                <c:pt idx="43">
                  <c:v>1.27775154825738E-2</c:v>
                </c:pt>
                <c:pt idx="44">
                  <c:v>1.27715638190903E-2</c:v>
                </c:pt>
                <c:pt idx="45">
                  <c:v>1.27315203734817E-2</c:v>
                </c:pt>
                <c:pt idx="46">
                  <c:v>1.26596064673832E-2</c:v>
                </c:pt>
                <c:pt idx="47">
                  <c:v>1.2558309882815401E-2</c:v>
                </c:pt>
                <c:pt idx="48">
                  <c:v>1.2430344026683301E-2</c:v>
                </c:pt>
                <c:pt idx="49">
                  <c:v>1.22786054200552E-2</c:v>
                </c:pt>
                <c:pt idx="50">
                  <c:v>1.2106133030870001E-2</c:v>
                </c:pt>
                <c:pt idx="51">
                  <c:v>1.19160715755856E-2</c:v>
                </c:pt>
                <c:pt idx="52">
                  <c:v>1.17116389649291E-2</c:v>
                </c:pt>
                <c:pt idx="53">
                  <c:v>1.1496096319079401E-2</c:v>
                </c:pt>
                <c:pt idx="54">
                  <c:v>1.1272718041339501E-2</c:v>
                </c:pt>
                <c:pt idx="55">
                  <c:v>1.10447596264663E-2</c:v>
                </c:pt>
                <c:pt idx="56">
                  <c:v>1.08154221368545E-2</c:v>
                </c:pt>
                <c:pt idx="57">
                  <c:v>1.0587814187379601E-2</c:v>
                </c:pt>
                <c:pt idx="58">
                  <c:v>1.03649141234897E-2</c:v>
                </c:pt>
                <c:pt idx="59">
                  <c:v>1.0149536065455701E-2</c:v>
                </c:pt>
                <c:pt idx="60">
                  <c:v>9.9443031200301193E-3</c:v>
                </c:pt>
                <c:pt idx="61">
                  <c:v>9.7516294132173297E-3</c:v>
                </c:pt>
                <c:pt idx="62">
                  <c:v>9.5737103266855597E-3</c:v>
                </c:pt>
                <c:pt idx="63">
                  <c:v>9.4125182951952206E-3</c:v>
                </c:pt>
                <c:pt idx="64">
                  <c:v>9.2698004278926206E-3</c:v>
                </c:pt>
                <c:pt idx="65">
                  <c:v>9.1470743661449406E-3</c:v>
                </c:pt>
                <c:pt idx="66">
                  <c:v>9.0456201388263591E-3</c:v>
                </c:pt>
                <c:pt idx="67">
                  <c:v>8.9664679319284794E-3</c:v>
                </c:pt>
                <c:pt idx="68">
                  <c:v>8.9103839202270396E-3</c:v>
                </c:pt>
                <c:pt idx="69">
                  <c:v>8.8778577284711595E-3</c:v>
                </c:pt>
                <c:pt idx="70">
                  <c:v>8.8690950858162799E-3</c:v>
                </c:pt>
                <c:pt idx="71">
                  <c:v>8.88401783863438E-3</c:v>
                </c:pt>
                <c:pt idx="72">
                  <c:v>8.9222713381013098E-3</c:v>
                </c:pt>
                <c:pt idx="73">
                  <c:v>8.9832372038330197E-3</c:v>
                </c:pt>
                <c:pt idx="74">
                  <c:v>9.0660483110722792E-3</c:v>
                </c:pt>
                <c:pt idx="75">
                  <c:v>9.1696029316750294E-3</c:v>
                </c:pt>
                <c:pt idx="76">
                  <c:v>9.2925762567769993E-3</c:v>
                </c:pt>
                <c:pt idx="77">
                  <c:v>9.43342962686986E-3</c:v>
                </c:pt>
                <c:pt idx="78">
                  <c:v>9.5904199505813404E-3</c:v>
                </c:pt>
                <c:pt idx="79">
                  <c:v>9.7616131529015392E-3</c:v>
                </c:pt>
                <c:pt idx="80">
                  <c:v>9.9449054544628896E-3</c:v>
                </c:pt>
                <c:pt idx="81">
                  <c:v>1.0138054812065801E-2</c:v>
                </c:pt>
                <c:pt idx="82">
                  <c:v>1.0338722517170299E-2</c:v>
                </c:pt>
                <c:pt idx="83">
                  <c:v>1.05445226401082E-2</c:v>
                </c:pt>
                <c:pt idx="84">
                  <c:v>1.0753075523942199E-2</c:v>
                </c:pt>
                <c:pt idx="85">
                  <c:v>1.09620613160914E-2</c:v>
                </c:pt>
                <c:pt idx="86">
                  <c:v>1.11692705773741E-2</c:v>
                </c:pt>
                <c:pt idx="87">
                  <c:v>1.13726508813074E-2</c:v>
                </c:pt>
                <c:pt idx="88">
                  <c:v>1.15703501938321E-2</c:v>
                </c:pt>
                <c:pt idx="89">
                  <c:v>1.1760758803736299E-2</c:v>
                </c:pt>
                <c:pt idx="90">
                  <c:v>1.19425511475498E-2</c:v>
                </c:pt>
                <c:pt idx="91">
                  <c:v>1.21147272300951E-2</c:v>
                </c:pt>
                <c:pt idx="92">
                  <c:v>1.2276651230650099E-2</c:v>
                </c:pt>
                <c:pt idx="93">
                  <c:v>1.24280831749551E-2</c:v>
                </c:pt>
                <c:pt idx="94">
                  <c:v>1.2569198879443501E-2</c:v>
                </c:pt>
                <c:pt idx="95">
                  <c:v>1.27005940039284E-2</c:v>
                </c:pt>
                <c:pt idx="96">
                  <c:v>1.2823269878470701E-2</c:v>
                </c:pt>
                <c:pt idx="97">
                  <c:v>1.29386013231829E-2</c:v>
                </c:pt>
                <c:pt idx="98">
                  <c:v>1.3048289156343399E-2</c:v>
                </c:pt>
                <c:pt idx="99">
                  <c:v>1.31543016215024E-2</c:v>
                </c:pt>
                <c:pt idx="100">
                  <c:v>1.3258809078207499E-2</c:v>
                </c:pt>
                <c:pt idx="101">
                  <c:v>1.3364115183540699E-2</c:v>
                </c:pt>
                <c:pt idx="102">
                  <c:v>1.3472586137766199E-2</c:v>
                </c:pt>
                <c:pt idx="103">
                  <c:v>1.35865781518932E-2</c:v>
                </c:pt>
                <c:pt idx="104">
                  <c:v>1.3708362665810801E-2</c:v>
                </c:pt>
                <c:pt idx="105">
                  <c:v>1.38400492327053E-2</c:v>
                </c:pt>
                <c:pt idx="106">
                  <c:v>1.39835072978391E-2</c:v>
                </c:pt>
                <c:pt idx="107">
                  <c:v>1.41402899245481E-2</c:v>
                </c:pt>
                <c:pt idx="108">
                  <c:v>1.43115641582796E-2</c:v>
                </c:pt>
                <c:pt idx="109">
                  <c:v>1.4498053381006799E-2</c:v>
                </c:pt>
                <c:pt idx="110">
                  <c:v>1.4699996199117601E-2</c:v>
                </c:pt>
                <c:pt idx="111">
                  <c:v>1.49171242621768E-2</c:v>
                </c:pt>
                <c:pt idx="112">
                  <c:v>1.5148658664133299E-2</c:v>
                </c:pt>
                <c:pt idx="113">
                  <c:v>1.53933221826378E-2</c:v>
                </c:pt>
                <c:pt idx="114">
                  <c:v>1.5649363282940299E-2</c:v>
                </c:pt>
                <c:pt idx="115">
                  <c:v>1.591458781548E-2</c:v>
                </c:pt>
                <c:pt idx="116">
                  <c:v>1.6186395519697298E-2</c:v>
                </c:pt>
                <c:pt idx="117">
                  <c:v>1.6461820348093001E-2</c:v>
                </c:pt>
                <c:pt idx="118">
                  <c:v>1.6737575537032302E-2</c:v>
                </c:pt>
                <c:pt idx="119">
                  <c:v>1.70101054762028E-2</c:v>
                </c:pt>
                <c:pt idx="120">
                  <c:v>1.7275646218072802E-2</c:v>
                </c:pt>
                <c:pt idx="121">
                  <c:v>1.7530294954186499E-2</c:v>
                </c:pt>
                <c:pt idx="122">
                  <c:v>1.7770086593665298E-2</c:v>
                </c:pt>
                <c:pt idx="123">
                  <c:v>1.7991073596016299E-2</c:v>
                </c:pt>
                <c:pt idx="124">
                  <c:v>1.8189404168522501E-2</c:v>
                </c:pt>
                <c:pt idx="125">
                  <c:v>1.8361394189142299E-2</c:v>
                </c:pt>
                <c:pt idx="126">
                  <c:v>1.85035896848437E-2</c:v>
                </c:pt>
                <c:pt idx="127">
                  <c:v>1.8612818918795199E-2</c:v>
                </c:pt>
                <c:pt idx="128">
                  <c:v>1.8686235364445001E-2</c:v>
                </c:pt>
                <c:pt idx="129">
                  <c:v>1.8721354264603099E-2</c:v>
                </c:pt>
                <c:pt idx="130">
                  <c:v>1.8716085576807401E-2</c:v>
                </c:pt>
                <c:pt idx="131">
                  <c:v>1.8668764930112099E-2</c:v>
                </c:pt>
                <c:pt idx="132">
                  <c:v>1.8578182330600601E-2</c:v>
                </c:pt>
                <c:pt idx="133">
                  <c:v>1.8443606564028499E-2</c:v>
                </c:pt>
                <c:pt idx="134">
                  <c:v>1.8264802251244001E-2</c:v>
                </c:pt>
                <c:pt idx="135">
                  <c:v>1.8042036679263299E-2</c:v>
                </c:pt>
                <c:pt idx="136">
                  <c:v>1.77760748387428E-2</c:v>
                </c:pt>
                <c:pt idx="137">
                  <c:v>1.7468163152603699E-2</c:v>
                </c:pt>
                <c:pt idx="138">
                  <c:v>1.7120004452414302E-2</c:v>
                </c:pt>
                <c:pt idx="139">
                  <c:v>1.6733727998315299E-2</c:v>
                </c:pt>
                <c:pt idx="140">
                  <c:v>1.6311858178261598E-2</c:v>
                </c:pt>
                <c:pt idx="141">
                  <c:v>1.58572840165827E-2</c:v>
                </c:pt>
                <c:pt idx="142">
                  <c:v>1.5373229425596199E-2</c:v>
                </c:pt>
                <c:pt idx="143">
                  <c:v>1.4863222146370999E-2</c:v>
                </c:pt>
                <c:pt idx="144">
                  <c:v>1.4331058263222601E-2</c:v>
                </c:pt>
                <c:pt idx="145">
                  <c:v>1.3780759350401E-2</c:v>
                </c:pt>
                <c:pt idx="146">
                  <c:v>1.3216520627926999E-2</c:v>
                </c:pt>
                <c:pt idx="147">
                  <c:v>1.2642650548571501E-2</c:v>
                </c:pt>
                <c:pt idx="148">
                  <c:v>1.20635043178727E-2</c:v>
                </c:pt>
                <c:pt idx="149">
                  <c:v>1.14834151737457E-2</c:v>
                </c:pt>
                <c:pt idx="150">
                  <c:v>1.0906627294482E-2</c:v>
                </c:pt>
                <c:pt idx="151">
                  <c:v>1.0337233004576099E-2</c:v>
                </c:pt>
                <c:pt idx="152">
                  <c:v>9.7791150931661099E-3</c:v>
                </c:pt>
                <c:pt idx="153">
                  <c:v>9.2358933603909604E-3</c:v>
                </c:pt>
                <c:pt idx="154">
                  <c:v>8.7108736219407706E-3</c:v>
                </c:pt>
                <c:pt idx="155">
                  <c:v>8.2069976196738094E-3</c:v>
                </c:pt>
                <c:pt idx="156">
                  <c:v>7.7267935028792201E-3</c:v>
                </c:pt>
                <c:pt idx="157">
                  <c:v>7.2723283328518804E-3</c:v>
                </c:pt>
                <c:pt idx="158">
                  <c:v>6.8451657515091798E-3</c:v>
                </c:pt>
                <c:pt idx="159">
                  <c:v>6.44633282247395E-3</c:v>
                </c:pt>
                <c:pt idx="160">
                  <c:v>6.0762996729283002E-3</c:v>
                </c:pt>
                <c:pt idx="161">
                  <c:v>5.7349740455831504E-3</c:v>
                </c:pt>
                <c:pt idx="162">
                  <c:v>5.4217107835044E-3</c:v>
                </c:pt>
                <c:pt idx="163">
                  <c:v>5.13533435714529E-3</c:v>
                </c:pt>
                <c:pt idx="164">
                  <c:v>4.8741714222142697E-3</c:v>
                </c:pt>
                <c:pt idx="165">
                  <c:v>4.63609037822441E-3</c:v>
                </c:pt>
                <c:pt idx="166">
                  <c:v>4.4185459075732599E-3</c:v>
                </c:pt>
                <c:pt idx="167">
                  <c:v>4.2186280816222501E-3</c:v>
                </c:pt>
                <c:pt idx="168">
                  <c:v>4.0331171293908601E-3</c:v>
                </c:pt>
                <c:pt idx="169">
                  <c:v>3.8585456405600101E-3</c:v>
                </c:pt>
                <c:pt idx="170">
                  <c:v>3.6912693932278202E-3</c:v>
                </c:pt>
                <c:pt idx="171">
                  <c:v>3.5275463183649901E-3</c:v>
                </c:pt>
                <c:pt idx="172">
                  <c:v>3.3636210143643702E-3</c:v>
                </c:pt>
                <c:pt idx="173">
                  <c:v>3.1958105332188201E-3</c:v>
                </c:pt>
                <c:pt idx="174">
                  <c:v>3.0205864882020699E-3</c:v>
                </c:pt>
                <c:pt idx="175">
                  <c:v>2.8346491237228599E-3</c:v>
                </c:pt>
                <c:pt idx="176">
                  <c:v>2.6349906943032701E-3</c:v>
                </c:pt>
                <c:pt idx="177">
                  <c:v>2.4189477983514798E-3</c:v>
                </c:pt>
                <c:pt idx="178">
                  <c:v>2.1842444086041901E-3</c:v>
                </c:pt>
                <c:pt idx="179">
                  <c:v>1.92902846270615E-3</c:v>
                </c:pt>
                <c:pt idx="180">
                  <c:v>1.6519046500494299E-3</c:v>
                </c:pt>
                <c:pt idx="181">
                  <c:v>1.3519646662035799E-3</c:v>
                </c:pt>
                <c:pt idx="182">
                  <c:v>1.02881435942596E-3</c:v>
                </c:pt>
                <c:pt idx="183">
                  <c:v>6.8259561051041504E-4</c:v>
                </c:pt>
                <c:pt idx="184">
                  <c:v>3.1400000827163098E-4</c:v>
                </c:pt>
                <c:pt idx="185" formatCode="0.00E+00">
                  <c:v>-7.57283337773466E-5</c:v>
                </c:pt>
                <c:pt idx="186">
                  <c:v>-4.8480213031995898E-4</c:v>
                </c:pt>
                <c:pt idx="187">
                  <c:v>-9.1091167560338002E-4</c:v>
                </c:pt>
                <c:pt idx="188">
                  <c:v>-1.3512541115995101E-3</c:v>
                </c:pt>
                <c:pt idx="189">
                  <c:v>-1.8025670955572901E-3</c:v>
                </c:pt>
                <c:pt idx="190">
                  <c:v>-2.2611629982465802E-3</c:v>
                </c:pt>
                <c:pt idx="191">
                  <c:v>-2.7229614067085899E-3</c:v>
                </c:pt>
                <c:pt idx="192">
                  <c:v>-3.1835200223665201E-3</c:v>
                </c:pt>
                <c:pt idx="193">
                  <c:v>-3.63806614782987E-3</c:v>
                </c:pt>
                <c:pt idx="194">
                  <c:v>-4.0815321761109103E-3</c:v>
                </c:pt>
                <c:pt idx="195">
                  <c:v>-4.5085984867935004E-3</c:v>
                </c:pt>
                <c:pt idx="196">
                  <c:v>-4.9137458860946696E-3</c:v>
                </c:pt>
                <c:pt idx="197">
                  <c:v>-5.2913175806027996E-3</c:v>
                </c:pt>
                <c:pt idx="198">
                  <c:v>-5.6355884596689301E-3</c:v>
                </c:pt>
                <c:pt idx="199">
                  <c:v>-5.94083812001434E-3</c:v>
                </c:pt>
                <c:pt idx="200">
                  <c:v>-6.2014241347999599E-3</c:v>
                </c:pt>
                <c:pt idx="201">
                  <c:v>-6.41185337305193E-3</c:v>
                </c:pt>
                <c:pt idx="202">
                  <c:v>-6.5668510077604601E-3</c:v>
                </c:pt>
                <c:pt idx="203">
                  <c:v>-6.6614284158354404E-3</c:v>
                </c:pt>
                <c:pt idx="204">
                  <c:v>-6.6909519060243602E-3</c:v>
                </c:pt>
                <c:pt idx="205">
                  <c:v>-6.6512138592092701E-3</c:v>
                </c:pt>
                <c:pt idx="206">
                  <c:v>-6.5385064653502301E-3</c:v>
                </c:pt>
                <c:pt idx="207">
                  <c:v>-6.3496961583259003E-3</c:v>
                </c:pt>
                <c:pt idx="208">
                  <c:v>-6.0822948285152402E-3</c:v>
                </c:pt>
                <c:pt idx="209">
                  <c:v>-5.7345228470901503E-3</c:v>
                </c:pt>
                <c:pt idx="210">
                  <c:v>-5.30535943401126E-3</c:v>
                </c:pt>
                <c:pt idx="211">
                  <c:v>-4.7945777717103401E-3</c:v>
                </c:pt>
                <c:pt idx="212">
                  <c:v>-4.2027647184054804E-3</c:v>
                </c:pt>
                <c:pt idx="213">
                  <c:v>-3.5313270876006402E-3</c:v>
                </c:pt>
                <c:pt idx="214">
                  <c:v>-2.7824875948668699E-3</c:v>
                </c:pt>
                <c:pt idx="215">
                  <c:v>-1.9592735047652202E-3</c:v>
                </c:pt>
                <c:pt idx="216">
                  <c:v>-1.06549987068224E-3</c:v>
                </c:pt>
                <c:pt idx="217">
                  <c:v>-1.05747474069703E-4</c:v>
                </c:pt>
                <c:pt idx="218">
                  <c:v>9.1466616619246004E-4</c:v>
                </c:pt>
                <c:pt idx="219">
                  <c:v>1.9897252294366701E-3</c:v>
                </c:pt>
                <c:pt idx="220">
                  <c:v>3.11276551950455E-3</c:v>
                </c:pt>
                <c:pt idx="221">
                  <c:v>4.27653623339756E-3</c:v>
                </c:pt>
                <c:pt idx="222">
                  <c:v>5.47327173034288E-3</c:v>
                </c:pt>
                <c:pt idx="223">
                  <c:v>6.6947696934677899E-3</c:v>
                </c:pt>
                <c:pt idx="224">
                  <c:v>7.93247143135614E-3</c:v>
                </c:pt>
                <c:pt idx="225">
                  <c:v>9.1775407646560603E-3</c:v>
                </c:pt>
                <c:pt idx="226">
                  <c:v>1.04209397325178E-2</c:v>
                </c:pt>
                <c:pt idx="227">
                  <c:v>1.16535016263704E-2</c:v>
                </c:pt>
                <c:pt idx="228">
                  <c:v>1.28660038039004E-2</c:v>
                </c:pt>
                <c:pt idx="229">
                  <c:v>1.40492435915959E-2</c:v>
                </c:pt>
                <c:pt idx="230">
                  <c:v>1.5194119975346299E-2</c:v>
                </c:pt>
                <c:pt idx="231">
                  <c:v>1.6291721940247798E-2</c:v>
                </c:pt>
                <c:pt idx="232">
                  <c:v>1.7333421987447299E-2</c:v>
                </c:pt>
                <c:pt idx="233">
                  <c:v>1.8310971381636999E-2</c:v>
                </c:pt>
                <c:pt idx="234">
                  <c:v>1.9216592685402299E-2</c:v>
                </c:pt>
                <c:pt idx="235">
                  <c:v>2.0043065366845299E-2</c:v>
                </c:pt>
                <c:pt idx="236">
                  <c:v>2.0783801624377801E-2</c:v>
                </c:pt>
                <c:pt idx="237">
                  <c:v>2.1432911616307702E-2</c:v>
                </c:pt>
                <c:pt idx="238">
                  <c:v>2.19852592806721E-2</c:v>
                </c:pt>
                <c:pt idx="239">
                  <c:v>2.2436511096791598E-2</c:v>
                </c:pt>
                <c:pt idx="240">
                  <c:v>2.2783180017537302E-2</c:v>
                </c:pt>
                <c:pt idx="241">
                  <c:v>2.30226655140678E-2</c:v>
                </c:pt>
                <c:pt idx="242">
                  <c:v>2.3153288831541802E-2</c:v>
                </c:pt>
                <c:pt idx="243">
                  <c:v>2.3174320909504501E-2</c:v>
                </c:pt>
                <c:pt idx="244">
                  <c:v>2.3085999578515599E-2</c:v>
                </c:pt>
                <c:pt idx="245">
                  <c:v>2.2889532928542601E-2</c:v>
                </c:pt>
                <c:pt idx="246">
                  <c:v>2.2587087130772499E-2</c:v>
                </c:pt>
                <c:pt idx="247">
                  <c:v>2.21817590574079E-2</c:v>
                </c:pt>
                <c:pt idx="248">
                  <c:v>2.1677536030440502E-2</c:v>
                </c:pt>
                <c:pt idx="249">
                  <c:v>2.1079246147271899E-2</c:v>
                </c:pt>
                <c:pt idx="250">
                  <c:v>2.0392502436878599E-2</c:v>
                </c:pt>
                <c:pt idx="251">
                  <c:v>1.9623642749648E-2</c:v>
                </c:pt>
                <c:pt idx="252">
                  <c:v>1.87796654430268E-2</c:v>
                </c:pt>
                <c:pt idx="253">
                  <c:v>1.7868159411618699E-2</c:v>
                </c:pt>
                <c:pt idx="254">
                  <c:v>1.6897226414721501E-2</c:v>
                </c:pt>
                <c:pt idx="255">
                  <c:v>1.5875394171824798E-2</c:v>
                </c:pt>
                <c:pt idx="256">
                  <c:v>1.4811520174060899E-2</c:v>
                </c:pt>
                <c:pt idx="257">
                  <c:v>1.3714688161122901E-2</c:v>
                </c:pt>
                <c:pt idx="258">
                  <c:v>1.2594101036360101E-2</c:v>
                </c:pt>
                <c:pt idx="259">
                  <c:v>1.1458974846156199E-2</c:v>
                </c:pt>
                <c:pt idx="260">
                  <c:v>1.0318437878047799E-2</c:v>
                </c:pt>
                <c:pt idx="261">
                  <c:v>9.1814371435402602E-3</c:v>
                </c:pt>
                <c:pt idx="262">
                  <c:v>8.0566522610373194E-3</c:v>
                </c:pt>
                <c:pt idx="263">
                  <c:v>6.9524149135648397E-3</c:v>
                </c:pt>
                <c:pt idx="264">
                  <c:v>5.87663124823074E-3</c:v>
                </c:pt>
                <c:pt idx="265">
                  <c:v>4.8367050482324E-3</c:v>
                </c:pt>
                <c:pt idx="266">
                  <c:v>3.8394610954962101E-3</c:v>
                </c:pt>
                <c:pt idx="267">
                  <c:v>2.8910703266050602E-3</c:v>
                </c:pt>
                <c:pt idx="268">
                  <c:v>1.9969803343455501E-3</c:v>
                </c:pt>
                <c:pt idx="269">
                  <c:v>1.1618556382302001E-3</c:v>
                </c:pt>
                <c:pt idx="270">
                  <c:v>3.8953153436050803E-4</c:v>
                </c:pt>
                <c:pt idx="271">
                  <c:v>-3.1701648974001101E-4</c:v>
                </c:pt>
                <c:pt idx="272">
                  <c:v>-9.5568806705049201E-4</c:v>
                </c:pt>
                <c:pt idx="273">
                  <c:v>-1.52526018051259E-3</c:v>
                </c:pt>
                <c:pt idx="274">
                  <c:v>-2.0253794393982399E-3</c:v>
                </c:pt>
                <c:pt idx="275">
                  <c:v>-2.4565473020715799E-3</c:v>
                </c:pt>
                <c:pt idx="276">
                  <c:v>-2.8200999066121798E-3</c:v>
                </c:pt>
                <c:pt idx="277">
                  <c:v>-3.1181823962210501E-3</c:v>
                </c:pt>
                <c:pt idx="278">
                  <c:v>-3.3537160054491898E-3</c:v>
                </c:pt>
                <c:pt idx="279">
                  <c:v>-3.5303554073247102E-3</c:v>
                </c:pt>
                <c:pt idx="280">
                  <c:v>-3.6524342889237499E-3</c:v>
                </c:pt>
                <c:pt idx="281">
                  <c:v>-3.7248986472047901E-3</c:v>
                </c:pt>
                <c:pt idx="282">
                  <c:v>-3.75322925255318E-3</c:v>
                </c:pt>
                <c:pt idx="283">
                  <c:v>-3.7433563888815001E-3</c:v>
                </c:pt>
                <c:pt idx="284">
                  <c:v>-3.70157080237713E-3</c:v>
                </c:pt>
                <c:pt idx="285">
                  <c:v>-3.6344345040017398E-3</c:v>
                </c:pt>
                <c:pt idx="286">
                  <c:v>-3.5486937084022799E-3</c:v>
                </c:pt>
                <c:pt idx="287">
                  <c:v>-3.45119417164163E-3</c:v>
                </c:pt>
                <c:pt idx="288">
                  <c:v>-3.3487972903446699E-3</c:v>
                </c:pt>
                <c:pt idx="289">
                  <c:v>-3.2482943959948802E-3</c:v>
                </c:pt>
                <c:pt idx="290">
                  <c:v>-3.1563171942883099E-3</c:v>
                </c:pt>
                <c:pt idx="291">
                  <c:v>-3.0792440792928601E-3</c:v>
                </c:pt>
                <c:pt idx="292">
                  <c:v>-3.02310436742367E-3</c:v>
                </c:pt>
                <c:pt idx="293">
                  <c:v>-2.9934844585938702E-3</c:v>
                </c:pt>
                <c:pt idx="294">
                  <c:v>-2.9954408527615699E-3</c:v>
                </c:pt>
                <c:pt idx="295">
                  <c:v>-3.03342450024319E-3</c:v>
                </c:pt>
                <c:pt idx="296">
                  <c:v>-3.1112192202188702E-3</c:v>
                </c:pt>
                <c:pt idx="297">
                  <c:v>-3.23189441324371E-3</c:v>
                </c:pt>
                <c:pt idx="298">
                  <c:v>-3.3977699475100901E-3</c:v>
                </c:pt>
                <c:pt idx="299">
                  <c:v>-3.6103898992223601E-3</c:v>
                </c:pt>
                <c:pt idx="300">
                  <c:v>-3.8705022808623799E-3</c:v>
                </c:pt>
                <c:pt idx="301">
                  <c:v>-4.17804370544242E-3</c:v>
                </c:pt>
                <c:pt idx="302">
                  <c:v>-4.5321302126372304E-3</c:v>
                </c:pt>
                <c:pt idx="303">
                  <c:v>-4.9310572555909902E-3</c:v>
                </c:pt>
                <c:pt idx="304">
                  <c:v>-5.3723125045007196E-3</c:v>
                </c:pt>
                <c:pt idx="305">
                  <c:v>-5.8526044971926603E-3</c:v>
                </c:pt>
                <c:pt idx="306">
                  <c:v>-6.3679084399758199E-3</c:v>
                </c:pt>
                <c:pt idx="307">
                  <c:v>-6.9135281354772201E-3</c:v>
                </c:pt>
                <c:pt idx="308">
                  <c:v>-7.4841708778896898E-3</c:v>
                </c:pt>
                <c:pt idx="309">
                  <c:v>-8.0740310248342897E-3</c:v>
                </c:pt>
                <c:pt idx="310">
                  <c:v>-8.6768782265296395E-3</c:v>
                </c:pt>
                <c:pt idx="311">
                  <c:v>-9.2861477065952908E-3</c:v>
                </c:pt>
                <c:pt idx="312">
                  <c:v>-9.8950318100021507E-3</c:v>
                </c:pt>
                <c:pt idx="313">
                  <c:v>-1.0496573468469401E-2</c:v>
                </c:pt>
                <c:pt idx="314">
                  <c:v>-1.1083762746022199E-2</c:v>
                </c:pt>
                <c:pt idx="315">
                  <c:v>-1.16496370440089E-2</c:v>
                </c:pt>
                <c:pt idx="316">
                  <c:v>-1.2187384041065501E-2</c:v>
                </c:pt>
                <c:pt idx="317">
                  <c:v>-1.2690444521508399E-2</c:v>
                </c:pt>
                <c:pt idx="318">
                  <c:v>-1.31526106655999E-2</c:v>
                </c:pt>
                <c:pt idx="319">
                  <c:v>-1.3568114892519099E-2</c:v>
                </c:pt>
                <c:pt idx="320">
                  <c:v>-1.3931705301340001E-2</c:v>
                </c:pt>
                <c:pt idx="321">
                  <c:v>-1.42387058472198E-2</c:v>
                </c:pt>
                <c:pt idx="322">
                  <c:v>-1.4485061858438701E-2</c:v>
                </c:pt>
                <c:pt idx="323">
                  <c:v>-1.4667373517400099E-2</c:v>
                </c:pt>
                <c:pt idx="324">
                  <c:v>-1.47829209083021E-2</c:v>
                </c:pt>
                <c:pt idx="325">
                  <c:v>-1.48296839369189E-2</c:v>
                </c:pt>
                <c:pt idx="326">
                  <c:v>-1.4806358958659799E-2</c:v>
                </c:pt>
                <c:pt idx="327">
                  <c:v>-1.4712371783900601E-2</c:v>
                </c:pt>
                <c:pt idx="328">
                  <c:v>-1.4547884702751999E-2</c:v>
                </c:pt>
                <c:pt idx="329">
                  <c:v>-1.4313794203996999E-2</c:v>
                </c:pt>
                <c:pt idx="330">
                  <c:v>-1.40117166335227E-2</c:v>
                </c:pt>
                <c:pt idx="331">
                  <c:v>-1.3643960885418799E-2</c:v>
                </c:pt>
                <c:pt idx="332">
                  <c:v>-1.32134895428153E-2</c:v>
                </c:pt>
                <c:pt idx="333">
                  <c:v>-1.2723871798323599E-2</c:v>
                </c:pt>
                <c:pt idx="334">
                  <c:v>-1.2179232357531799E-2</c:v>
                </c:pt>
                <c:pt idx="335">
                  <c:v>-1.1584200112646201E-2</c:v>
                </c:pt>
                <c:pt idx="336">
                  <c:v>-1.09438587889605E-2</c:v>
                </c:pt>
                <c:pt idx="337">
                  <c:v>-1.0263699513901801E-2</c:v>
                </c:pt>
                <c:pt idx="338">
                  <c:v>-9.5495731724711697E-3</c:v>
                </c:pt>
                <c:pt idx="339">
                  <c:v>-8.8076393815798397E-3</c:v>
                </c:pt>
                <c:pt idx="340">
                  <c:v>-8.0443094041491303E-3</c:v>
                </c:pt>
                <c:pt idx="341">
                  <c:v>-7.2661820934711496E-3</c:v>
                </c:pt>
                <c:pt idx="342">
                  <c:v>-6.4799742335129602E-3</c:v>
                </c:pt>
                <c:pt idx="343">
                  <c:v>-5.6924485393190201E-3</c:v>
                </c:pt>
                <c:pt idx="344">
                  <c:v>-4.9103434562129001E-3</c:v>
                </c:pt>
                <c:pt idx="345">
                  <c:v>-4.1403084544905698E-3</c:v>
                </c:pt>
                <c:pt idx="346">
                  <c:v>-3.3888468484798602E-3</c:v>
                </c:pt>
                <c:pt idx="347">
                  <c:v>-2.6622657929842898E-3</c:v>
                </c:pt>
                <c:pt idx="348">
                  <c:v>-1.9666309065753699E-3</c:v>
                </c:pt>
                <c:pt idx="349">
                  <c:v>-1.3077218494542699E-3</c:v>
                </c:pt>
                <c:pt idx="350">
                  <c:v>-6.9098559779834595E-4</c:v>
                </c:pt>
                <c:pt idx="351">
                  <c:v>-1.21485843068002E-4</c:v>
                </c:pt>
                <c:pt idx="352">
                  <c:v>3.9615087181392802E-4</c:v>
                </c:pt>
                <c:pt idx="353">
                  <c:v>8.5778979675054301E-4</c:v>
                </c:pt>
                <c:pt idx="354">
                  <c:v>1.25983989370868E-3</c:v>
                </c:pt>
                <c:pt idx="355">
                  <c:v>1.59929960902684E-3</c:v>
                </c:pt>
                <c:pt idx="356">
                  <c:v>1.87379426929473E-3</c:v>
                </c:pt>
                <c:pt idx="357">
                  <c:v>2.0816047924687498E-3</c:v>
                </c:pt>
                <c:pt idx="358">
                  <c:v>2.22168927217148E-3</c:v>
                </c:pt>
                <c:pt idx="359">
                  <c:v>2.2936999416620098E-3</c:v>
                </c:pt>
                <c:pt idx="360">
                  <c:v>2.29799759783732E-3</c:v>
                </c:pt>
                <c:pt idx="361">
                  <c:v>2.23566396631995E-3</c:v>
                </c:pt>
                <c:pt idx="362">
                  <c:v>2.1085104319336599E-3</c:v>
                </c:pt>
                <c:pt idx="363">
                  <c:v>1.91907989343243E-3</c:v>
                </c:pt>
                <c:pt idx="364">
                  <c:v>1.67063786507615E-3</c:v>
                </c:pt>
                <c:pt idx="365">
                  <c:v>1.36714961315693E-3</c:v>
                </c:pt>
                <c:pt idx="366">
                  <c:v>1.01324196333965E-3</c:v>
                </c:pt>
                <c:pt idx="367">
                  <c:v>6.14150913341452E-4</c:v>
                </c:pt>
                <c:pt idx="368">
                  <c:v>1.7565845501610799E-4</c:v>
                </c:pt>
                <c:pt idx="369">
                  <c:v>-2.9597685027636298E-4</c:v>
                </c:pt>
                <c:pt idx="370">
                  <c:v>-7.94091424135494E-4</c:v>
                </c:pt>
                <c:pt idx="371">
                  <c:v>-1.31168794808029E-3</c:v>
                </c:pt>
                <c:pt idx="372">
                  <c:v>-1.84150618357985E-3</c:v>
                </c:pt>
                <c:pt idx="373">
                  <c:v>-2.3760950155002599E-3</c:v>
                </c:pt>
                <c:pt idx="374">
                  <c:v>-2.9078882863291999E-3</c:v>
                </c:pt>
                <c:pt idx="375">
                  <c:v>-3.4292866512686099E-3</c:v>
                </c:pt>
                <c:pt idx="376">
                  <c:v>-3.93274622330737E-3</c:v>
                </c:pt>
                <c:pt idx="377">
                  <c:v>-4.4108726521980297E-3</c:v>
                </c:pt>
                <c:pt idx="378">
                  <c:v>-4.8565172892209097E-3</c:v>
                </c:pt>
                <c:pt idx="379">
                  <c:v>-5.2628710915412803E-3</c:v>
                </c:pt>
                <c:pt idx="380">
                  <c:v>-5.6235523661456299E-3</c:v>
                </c:pt>
                <c:pt idx="381">
                  <c:v>-5.9326861133703604E-3</c:v>
                </c:pt>
                <c:pt idx="382">
                  <c:v>-6.1849748467883497E-3</c:v>
                </c:pt>
                <c:pt idx="383">
                  <c:v>-6.3757624473103902E-3</c:v>
                </c:pt>
                <c:pt idx="384">
                  <c:v>-6.5010932009609496E-3</c:v>
                </c:pt>
                <c:pt idx="385">
                  <c:v>-6.5577674879812196E-3</c:v>
                </c:pt>
                <c:pt idx="386">
                  <c:v>-6.54339394753513E-3</c:v>
                </c:pt>
                <c:pt idx="387">
                  <c:v>-6.45643599027001E-3</c:v>
                </c:pt>
                <c:pt idx="388">
                  <c:v>-6.2962490412709999E-3</c:v>
                </c:pt>
                <c:pt idx="389">
                  <c:v>-6.06310451134683E-3</c:v>
                </c:pt>
                <c:pt idx="390">
                  <c:v>-5.7581974603739504E-3</c:v>
                </c:pt>
                <c:pt idx="391">
                  <c:v>-5.3836369229579599E-3</c:v>
                </c:pt>
                <c:pt idx="392">
                  <c:v>-4.9424201746628201E-3</c:v>
                </c:pt>
                <c:pt idx="393">
                  <c:v>-4.4383940086047298E-3</c:v>
                </c:pt>
                <c:pt idx="394">
                  <c:v>-3.8762068061724002E-3</c:v>
                </c:pt>
                <c:pt idx="395">
                  <c:v>-3.2612546654392899E-3</c:v>
                </c:pt>
                <c:pt idx="396">
                  <c:v>-2.5996233172508099E-3</c:v>
                </c:pt>
                <c:pt idx="397">
                  <c:v>-1.8980255327650001E-3</c:v>
                </c:pt>
                <c:pt idx="398">
                  <c:v>-1.16373194914777E-3</c:v>
                </c:pt>
                <c:pt idx="399">
                  <c:v>-4.0449247726623299E-4</c:v>
                </c:pt>
                <c:pt idx="400">
                  <c:v>3.7155387549768699E-4</c:v>
                </c:pt>
                <c:pt idx="401">
                  <c:v>1.15598106195572E-3</c:v>
                </c:pt>
                <c:pt idx="402">
                  <c:v>1.9401879305416499E-3</c:v>
                </c:pt>
                <c:pt idx="403">
                  <c:v>2.71551619239346E-3</c:v>
                </c:pt>
                <c:pt idx="404">
                  <c:v>3.4733697368285001E-3</c:v>
                </c:pt>
                <c:pt idx="405">
                  <c:v>4.2053309620230499E-3</c:v>
                </c:pt>
                <c:pt idx="406">
                  <c:v>4.90327119110849E-3</c:v>
                </c:pt>
                <c:pt idx="407">
                  <c:v>5.5594542358673197E-3</c:v>
                </c:pt>
                <c:pt idx="408">
                  <c:v>6.1666339654496702E-3</c:v>
                </c:pt>
                <c:pt idx="409">
                  <c:v>6.7181475235140202E-3</c:v>
                </c:pt>
                <c:pt idx="410">
                  <c:v>7.2080052395537804E-3</c:v>
                </c:pt>
                <c:pt idx="411">
                  <c:v>7.6309766097456301E-3</c:v>
                </c:pt>
                <c:pt idx="412">
                  <c:v>7.9826697756767394E-3</c:v>
                </c:pt>
                <c:pt idx="413">
                  <c:v>8.2596005220119395E-3</c:v>
                </c:pt>
                <c:pt idx="414">
                  <c:v>8.4592464470420094E-3</c:v>
                </c:pt>
                <c:pt idx="415">
                  <c:v>8.5800827726562404E-3</c:v>
                </c:pt>
                <c:pt idx="416">
                  <c:v>8.6215980834332892E-3</c:v>
                </c:pt>
                <c:pt idx="417">
                  <c:v>8.5842906203226505E-3</c:v>
                </c:pt>
                <c:pt idx="418">
                  <c:v>8.4696478133521203E-3</c:v>
                </c:pt>
                <c:pt idx="419">
                  <c:v>8.2801127289031991E-3</c:v>
                </c:pt>
                <c:pt idx="420">
                  <c:v>8.0190406719460594E-3</c:v>
                </c:pt>
                <c:pt idx="421">
                  <c:v>7.6906476152224998E-3</c:v>
                </c:pt>
                <c:pt idx="422">
                  <c:v>7.2999501887359699E-3</c:v>
                </c:pt>
                <c:pt idx="423">
                  <c:v>6.8526954915895302E-3</c:v>
                </c:pt>
                <c:pt idx="424">
                  <c:v>6.35527857024531E-3</c:v>
                </c:pt>
                <c:pt idx="425">
                  <c:v>5.8146462268994304E-3</c:v>
                </c:pt>
                <c:pt idx="426">
                  <c:v>5.2381876437437502E-3</c:v>
                </c:pt>
                <c:pt idx="427">
                  <c:v>4.6336145334899296E-3</c:v>
                </c:pt>
                <c:pt idx="428">
                  <c:v>4.0088353341188399E-3</c:v>
                </c:pt>
                <c:pt idx="429">
                  <c:v>3.3718286240924898E-3</c:v>
                </c:pt>
                <c:pt idx="430">
                  <c:v>2.7305201727130198E-3</c:v>
                </c:pt>
                <c:pt idx="431">
                  <c:v>2.0926662030645101E-3</c:v>
                </c:pt>
                <c:pt idx="432">
                  <c:v>1.4657432901885399E-3</c:v>
                </c:pt>
                <c:pt idx="433">
                  <c:v>8.5684365361159403E-4</c:v>
                </c:pt>
                <c:pt idx="434">
                  <c:v>2.7257399863310998E-4</c:v>
                </c:pt>
                <c:pt idx="435">
                  <c:v>-2.8104330149828898E-4</c:v>
                </c:pt>
                <c:pt idx="436">
                  <c:v>-7.9866622865446696E-4</c:v>
                </c:pt>
                <c:pt idx="437">
                  <c:v>-1.27572379073726E-3</c:v>
                </c:pt>
                <c:pt idx="438">
                  <c:v>-1.70849708072937E-3</c:v>
                </c:pt>
                <c:pt idx="439">
                  <c:v>-2.0941859623976201E-3</c:v>
                </c:pt>
                <c:pt idx="440">
                  <c:v>-2.4309576252509102E-3</c:v>
                </c:pt>
                <c:pt idx="441">
                  <c:v>-2.71797536041465E-3</c:v>
                </c:pt>
                <c:pt idx="442">
                  <c:v>-2.9554082603344702E-3</c:v>
                </c:pt>
                <c:pt idx="443">
                  <c:v>-3.1444242768212298E-3</c:v>
                </c:pt>
                <c:pt idx="444">
                  <c:v>-3.2871696658868001E-3</c:v>
                </c:pt>
                <c:pt idx="445">
                  <c:v>-3.3867372327109598E-3</c:v>
                </c:pt>
                <c:pt idx="446">
                  <c:v>-3.4471242727292799E-3</c:v>
                </c:pt>
                <c:pt idx="447">
                  <c:v>-3.4731792724241699E-3</c:v>
                </c:pt>
                <c:pt idx="448">
                  <c:v>-3.47053505369574E-3</c:v>
                </c:pt>
                <c:pt idx="449">
                  <c:v>-3.4455258224881701E-3</c:v>
                </c:pt>
                <c:pt idx="450">
                  <c:v>-3.4050867752613398E-3</c:v>
                </c:pt>
                <c:pt idx="451">
                  <c:v>-3.3566371423226298E-3</c:v>
                </c:pt>
                <c:pt idx="452">
                  <c:v>-3.30794997961824E-3</c:v>
                </c:pt>
                <c:pt idx="453">
                  <c:v>-3.2670138123957501E-3</c:v>
                </c:pt>
                <c:pt idx="454">
                  <c:v>-3.2418918354347299E-3</c:v>
                </c:pt>
                <c:pt idx="455">
                  <c:v>-3.2405836502205701E-3</c:v>
                </c:pt>
                <c:pt idx="456">
                  <c:v>-3.2708927417233798E-3</c:v>
                </c:pt>
                <c:pt idx="457">
                  <c:v>-3.34030068571502E-3</c:v>
                </c:pt>
                <c:pt idx="458">
                  <c:v>-3.45584725694166E-3</c:v>
                </c:pt>
                <c:pt idx="459">
                  <c:v>-3.6240149203823598E-3</c:v>
                </c:pt>
                <c:pt idx="460">
                  <c:v>-3.85061691388606E-3</c:v>
                </c:pt>
                <c:pt idx="461">
                  <c:v>-4.1406898938206099E-3</c:v>
                </c:pt>
                <c:pt idx="462">
                  <c:v>-4.4983940853503598E-3</c:v>
                </c:pt>
                <c:pt idx="463">
                  <c:v>-4.9269252409606503E-3</c:v>
                </c:pt>
                <c:pt idx="464">
                  <c:v>-5.4284430055748702E-3</c:v>
                </c:pt>
                <c:pt idx="465">
                  <c:v>-6.0040194381019299E-3</c:v>
                </c:pt>
                <c:pt idx="466">
                  <c:v>-6.6536096584658396E-3</c:v>
                </c:pt>
                <c:pt idx="467">
                  <c:v>-7.3760443453344503E-3</c:v>
                </c:pt>
                <c:pt idx="468">
                  <c:v>-8.1690417900965005E-3</c:v>
                </c:pt>
                <c:pt idx="469">
                  <c:v>-9.0292361118371692E-3</c:v>
                </c:pt>
                <c:pt idx="470">
                  <c:v>-9.9522184244378205E-3</c:v>
                </c:pt>
                <c:pt idx="471">
                  <c:v>-1.0932589036735199E-2</c:v>
                </c:pt>
                <c:pt idx="472">
                  <c:v>-1.19640205014969E-2</c:v>
                </c:pt>
                <c:pt idx="473">
                  <c:v>-1.3039332717931101E-2</c:v>
                </c:pt>
                <c:pt idx="474">
                  <c:v>-1.41505817604418E-2</c:v>
                </c:pt>
                <c:pt idx="475">
                  <c:v>-1.5289163449583001E-2</c:v>
                </c:pt>
                <c:pt idx="476">
                  <c:v>-1.6445931079154201E-2</c:v>
                </c:pt>
                <c:pt idx="477">
                  <c:v>-1.7611324704744101E-2</c:v>
                </c:pt>
                <c:pt idx="478">
                  <c:v>-1.8775507763945001E-2</c:v>
                </c:pt>
                <c:pt idx="479">
                  <c:v>-1.9928506245594401E-2</c:v>
                </c:pt>
                <c:pt idx="480">
                  <c:v>-2.1060346408747301E-2</c:v>
                </c:pt>
                <c:pt idx="481">
                  <c:v>-2.21611888202289E-2</c:v>
                </c:pt>
                <c:pt idx="482">
                  <c:v>-2.3221458478867502E-2</c:v>
                </c:pt>
                <c:pt idx="483">
                  <c:v>-2.4231972240755E-2</c:v>
                </c:pt>
                <c:pt idx="484">
                  <c:v>-2.5184065135503898E-2</c:v>
                </c:pt>
                <c:pt idx="485">
                  <c:v>-2.6069716342380301E-2</c:v>
                </c:pt>
                <c:pt idx="486">
                  <c:v>-2.6881673842291402E-2</c:v>
                </c:pt>
                <c:pt idx="487">
                  <c:v>-2.76135746884025E-2</c:v>
                </c:pt>
                <c:pt idx="488">
                  <c:v>-2.8260056273810698E-2</c:v>
                </c:pt>
                <c:pt idx="489">
                  <c:v>-2.8816853633235402E-2</c:v>
                </c:pt>
                <c:pt idx="490">
                  <c:v>-2.92808788840761E-2</c:v>
                </c:pt>
                <c:pt idx="491">
                  <c:v>-2.9650280937890901E-2</c:v>
                </c:pt>
                <c:pt idx="492">
                  <c:v>-2.9924485810218698E-2</c:v>
                </c:pt>
                <c:pt idx="493">
                  <c:v>-3.0104219501920201E-2</c:v>
                </c:pt>
                <c:pt idx="494">
                  <c:v>-3.0191516058798901E-2</c:v>
                </c:pt>
                <c:pt idx="495">
                  <c:v>-3.0189712887112599E-2</c:v>
                </c:pt>
                <c:pt idx="496">
                  <c:v>-3.01034338954667E-2</c:v>
                </c:pt>
                <c:pt idx="497">
                  <c:v>-2.99385590916624E-2</c:v>
                </c:pt>
                <c:pt idx="498">
                  <c:v>-2.97021776998425E-2</c:v>
                </c:pt>
                <c:pt idx="499">
                  <c:v>-2.9402521447286601E-2</c:v>
                </c:pt>
                <c:pt idx="500">
                  <c:v>-2.9048875699857701E-2</c:v>
                </c:pt>
                <c:pt idx="501">
                  <c:v>-2.8651468242092502E-2</c:v>
                </c:pt>
                <c:pt idx="502">
                  <c:v>-2.8221337906955898E-2</c:v>
                </c:pt>
                <c:pt idx="503">
                  <c:v>-2.7770187142006599E-2</c:v>
                </c:pt>
                <c:pt idx="504">
                  <c:v>-2.73102234129785E-2</c:v>
                </c:pt>
                <c:pt idx="505">
                  <c:v>-2.6853993929653101E-2</c:v>
                </c:pt>
                <c:pt idx="506">
                  <c:v>-2.6414216739950799E-2</c:v>
                </c:pt>
                <c:pt idx="507">
                  <c:v>-2.6003609335922901E-2</c:v>
                </c:pt>
                <c:pt idx="508">
                  <c:v>-2.5634714358359002E-2</c:v>
                </c:pt>
                <c:pt idx="509">
                  <c:v>-2.53197215248251E-2</c:v>
                </c:pt>
                <c:pt idx="510">
                  <c:v>-2.5070285826060499E-2</c:v>
                </c:pt>
                <c:pt idx="511">
                  <c:v>-2.48973439797904E-2</c:v>
                </c:pt>
                <c:pt idx="512">
                  <c:v>-2.4810933300991499E-2</c:v>
                </c:pt>
                <c:pt idx="513">
                  <c:v>-2.4820018715196901E-2</c:v>
                </c:pt>
                <c:pt idx="514">
                  <c:v>-2.4932334059876899E-2</c:v>
                </c:pt>
                <c:pt idx="515">
                  <c:v>-2.5154242930779398E-2</c:v>
                </c:pt>
                <c:pt idx="516">
                  <c:v>-2.54906223758497E-2</c:v>
                </c:pt>
                <c:pt idx="517">
                  <c:v>-2.5944770332178801E-2</c:v>
                </c:pt>
                <c:pt idx="518">
                  <c:v>-2.65183356782656E-2</c:v>
                </c:pt>
                <c:pt idx="519">
                  <c:v>-2.72112688689089E-2</c:v>
                </c:pt>
                <c:pt idx="520">
                  <c:v>-2.8021791605448401E-2</c:v>
                </c:pt>
                <c:pt idx="521">
                  <c:v>-2.8946385534931299E-2</c:v>
                </c:pt>
                <c:pt idx="522">
                  <c:v>-2.9979801821124901E-2</c:v>
                </c:pt>
                <c:pt idx="523">
                  <c:v>-3.1115094805762002E-2</c:v>
                </c:pt>
                <c:pt idx="524">
                  <c:v>-3.2343683313534502E-2</c:v>
                </c:pt>
                <c:pt idx="525">
                  <c:v>-3.3655442162587701E-2</c:v>
                </c:pt>
                <c:pt idx="526">
                  <c:v>-3.5038824205152697E-2</c:v>
                </c:pt>
                <c:pt idx="527">
                  <c:v>-3.6481010321667E-2</c:v>
                </c:pt>
                <c:pt idx="528">
                  <c:v>-3.7968082194761901E-2</c:v>
                </c:pt>
                <c:pt idx="529">
                  <c:v>-3.9485211294341599E-2</c:v>
                </c:pt>
                <c:pt idx="530">
                  <c:v>-4.1016857656427201E-2</c:v>
                </c:pt>
                <c:pt idx="531">
                  <c:v>-4.2546973402379E-2</c:v>
                </c:pt>
                <c:pt idx="532">
                  <c:v>-4.4059207785335001E-2</c:v>
                </c:pt>
                <c:pt idx="533">
                  <c:v>-4.55371121296827E-2</c:v>
                </c:pt>
                <c:pt idx="534">
                  <c:v>-4.6964343834848203E-2</c:v>
                </c:pt>
                <c:pt idx="535">
                  <c:v>-4.8324868397038999E-2</c:v>
                </c:pt>
                <c:pt idx="536">
                  <c:v>-4.9603157221750301E-2</c:v>
                </c:pt>
                <c:pt idx="537">
                  <c:v>-5.0784377334619199E-2</c:v>
                </c:pt>
                <c:pt idx="538">
                  <c:v>-5.1854567797714003E-2</c:v>
                </c:pt>
                <c:pt idx="539">
                  <c:v>-5.2800797534103203E-2</c:v>
                </c:pt>
                <c:pt idx="540">
                  <c:v>-5.3611300653288299E-2</c:v>
                </c:pt>
                <c:pt idx="541">
                  <c:v>-5.4275587824711397E-2</c:v>
                </c:pt>
                <c:pt idx="542">
                  <c:v>-5.4784534892082501E-2</c:v>
                </c:pt>
                <c:pt idx="543">
                  <c:v>-5.5130451900411701E-2</c:v>
                </c:pt>
                <c:pt idx="544">
                  <c:v>-5.5307136485712498E-2</c:v>
                </c:pt>
                <c:pt idx="545">
                  <c:v>-5.5309915017569503E-2</c:v>
                </c:pt>
                <c:pt idx="546">
                  <c:v>-5.5135673219572801E-2</c:v>
                </c:pt>
                <c:pt idx="547">
                  <c:v>-5.4782875816260797E-2</c:v>
                </c:pt>
                <c:pt idx="548">
                  <c:v>-5.4251572939048899E-2</c:v>
                </c:pt>
                <c:pt idx="549">
                  <c:v>-5.3543390359772902E-2</c:v>
                </c:pt>
                <c:pt idx="550">
                  <c:v>-5.2661501362488899E-2</c:v>
                </c:pt>
                <c:pt idx="551">
                  <c:v>-5.1610579809376597E-2</c:v>
                </c:pt>
                <c:pt idx="552">
                  <c:v>-5.03967359489714E-2</c:v>
                </c:pt>
                <c:pt idx="553">
                  <c:v>-4.9027438023279898E-2</c:v>
                </c:pt>
                <c:pt idx="554">
                  <c:v>-4.7511423274374798E-2</c:v>
                </c:pt>
                <c:pt idx="555">
                  <c:v>-4.5858601402827201E-2</c:v>
                </c:pt>
                <c:pt idx="556">
                  <c:v>-4.4079952133846197E-2</c:v>
                </c:pt>
                <c:pt idx="557">
                  <c:v>-4.2187416869379303E-2</c:v>
                </c:pt>
                <c:pt idx="558">
                  <c:v>-4.0193783194435201E-2</c:v>
                </c:pt>
                <c:pt idx="559">
                  <c:v>-3.8112560887034103E-2</c:v>
                </c:pt>
                <c:pt idx="560">
                  <c:v>-3.5957849182188001E-2</c:v>
                </c:pt>
                <c:pt idx="561">
                  <c:v>-3.3744196892163299E-2</c:v>
                </c:pt>
                <c:pt idx="562">
                  <c:v>-3.1486458815800498E-2</c:v>
                </c:pt>
                <c:pt idx="563">
                  <c:v>-2.9199653006762E-2</c:v>
                </c:pt>
                <c:pt idx="564">
                  <c:v>-2.6898823536498698E-2</c:v>
                </c:pt>
                <c:pt idx="565">
                  <c:v>-2.45989122992698E-2</c:v>
                </c:pt>
                <c:pt idx="566">
                  <c:v>-2.2314641376265199E-2</c:v>
                </c:pt>
                <c:pt idx="567">
                  <c:v>-2.0060405060049299E-2</c:v>
                </c:pt>
                <c:pt idx="568">
                  <c:v>-1.7850168669906599E-2</c:v>
                </c:pt>
                <c:pt idx="569">
                  <c:v>-1.5697370548720401E-2</c:v>
                </c:pt>
                <c:pt idx="570">
                  <c:v>-1.36148244325044E-2</c:v>
                </c:pt>
                <c:pt idx="571">
                  <c:v>-1.16146213538542E-2</c:v>
                </c:pt>
                <c:pt idx="572">
                  <c:v>-9.70803253870379E-3</c:v>
                </c:pt>
                <c:pt idx="573">
                  <c:v>-7.9054165135243708E-3</c:v>
                </c:pt>
                <c:pt idx="574">
                  <c:v>-6.2161342900994201E-3</c:v>
                </c:pt>
                <c:pt idx="575">
                  <c:v>-4.6484758617481598E-3</c:v>
                </c:pt>
                <c:pt idx="576">
                  <c:v>-3.2095995549347202E-3</c:v>
                </c:pt>
                <c:pt idx="577">
                  <c:v>-1.9054836595751E-3</c:v>
                </c:pt>
                <c:pt idx="578">
                  <c:v>-7.4088807930250205E-4</c:v>
                </c:pt>
                <c:pt idx="579">
                  <c:v>2.8067675136143303E-4</c:v>
                </c:pt>
                <c:pt idx="580">
                  <c:v>1.15697550052506E-3</c:v>
                </c:pt>
                <c:pt idx="581">
                  <c:v>1.8870679893186E-3</c:v>
                </c:pt>
                <c:pt idx="582">
                  <c:v>2.47132139863236E-3</c:v>
                </c:pt>
                <c:pt idx="583">
                  <c:v>2.91141088667143E-3</c:v>
                </c:pt>
                <c:pt idx="584">
                  <c:v>3.2103045167294498E-3</c:v>
                </c:pt>
                <c:pt idx="585">
                  <c:v>3.3722293048210499E-3</c:v>
                </c:pt>
                <c:pt idx="586">
                  <c:v>3.4026171848430902E-3</c:v>
                </c:pt>
                <c:pt idx="587">
                  <c:v>3.3080321933241798E-3</c:v>
                </c:pt>
                <c:pt idx="588">
                  <c:v>3.0960823313437198E-3</c:v>
                </c:pt>
                <c:pt idx="589">
                  <c:v>2.7753205559645699E-3</c:v>
                </c:pt>
                <c:pt idx="590">
                  <c:v>2.3551388663276798E-3</c:v>
                </c:pt>
                <c:pt idx="591">
                  <c:v>1.84565781658732E-3</c:v>
                </c:pt>
                <c:pt idx="592">
                  <c:v>1.2576118055879701E-3</c:v>
                </c:pt>
                <c:pt idx="593">
                  <c:v>6.0222904155630204E-4</c:v>
                </c:pt>
                <c:pt idx="594">
                  <c:v>-1.08895219964334E-4</c:v>
                </c:pt>
                <c:pt idx="595">
                  <c:v>-8.6393255254450796E-4</c:v>
                </c:pt>
                <c:pt idx="596">
                  <c:v>-1.650960748647E-3</c:v>
                </c:pt>
                <c:pt idx="597">
                  <c:v>-2.4581049126879899E-3</c:v>
                </c:pt>
                <c:pt idx="598">
                  <c:v>-3.2736749403531498E-3</c:v>
                </c:pt>
                <c:pt idx="599">
                  <c:v>-4.0862939469986396E-3</c:v>
                </c:pt>
                <c:pt idx="600">
                  <c:v>-4.88501356446348E-3</c:v>
                </c:pt>
                <c:pt idx="601">
                  <c:v>-5.6594143378187701E-3</c:v>
                </c:pt>
                <c:pt idx="602">
                  <c:v>-6.3996919037191402E-3</c:v>
                </c:pt>
                <c:pt idx="603">
                  <c:v>-7.0967314540765804E-3</c:v>
                </c:pt>
                <c:pt idx="604">
                  <c:v>-7.7421736709025E-3</c:v>
                </c:pt>
                <c:pt idx="605">
                  <c:v>-8.3284746947974199E-3</c:v>
                </c:pt>
                <c:pt idx="606">
                  <c:v>-8.8489609853260494E-3</c:v>
                </c:pt>
                <c:pt idx="607">
                  <c:v>-9.2978777686041608E-3</c:v>
                </c:pt>
                <c:pt idx="608">
                  <c:v>-9.6704280553417295E-3</c:v>
                </c:pt>
                <c:pt idx="609">
                  <c:v>-9.96279878247237E-3</c:v>
                </c:pt>
                <c:pt idx="610">
                  <c:v>-1.0172171737859699E-2</c:v>
                </c:pt>
                <c:pt idx="611">
                  <c:v>-1.02967190565918E-2</c:v>
                </c:pt>
                <c:pt idx="612">
                  <c:v>-1.0335585274984901E-2</c:v>
                </c:pt>
                <c:pt idx="613">
                  <c:v>-1.02888593417815E-2</c:v>
                </c:pt>
                <c:pt idx="614">
                  <c:v>-1.0157540205960301E-2</c:v>
                </c:pt>
                <c:pt idx="615">
                  <c:v>-9.9434986844160606E-3</c:v>
                </c:pt>
                <c:pt idx="616">
                  <c:v>-9.6494366316634394E-3</c:v>
                </c:pt>
                <c:pt idx="617">
                  <c:v>-9.2788425537512192E-3</c:v>
                </c:pt>
                <c:pt idx="618">
                  <c:v>-8.8359414280656506E-3</c:v>
                </c:pt>
                <c:pt idx="619">
                  <c:v>-8.3256362340863692E-3</c:v>
                </c:pt>
                <c:pt idx="620">
                  <c:v>-7.7534397506881297E-3</c:v>
                </c:pt>
                <c:pt idx="621">
                  <c:v>-7.12539709988838E-3</c:v>
                </c:pt>
                <c:pt idx="622">
                  <c:v>-6.4480015115269598E-3</c:v>
                </c:pt>
                <c:pt idx="623">
                  <c:v>-5.7281070977195699E-3</c:v>
                </c:pt>
                <c:pt idx="624">
                  <c:v>-4.9728426132221101E-3</c:v>
                </c:pt>
                <c:pt idx="625">
                  <c:v>-4.18952914467185E-3</c:v>
                </c:pt>
                <c:pt idx="626">
                  <c:v>-3.3856026982523098E-3</c:v>
                </c:pt>
                <c:pt idx="627">
                  <c:v>-2.5685404085023299E-3</c:v>
                </c:pt>
                <c:pt idx="628">
                  <c:v>-1.74578746276266E-3</c:v>
                </c:pt>
                <c:pt idx="629">
                  <c:v>-9.2468154666401799E-4</c:v>
                </c:pt>
                <c:pt idx="630">
                  <c:v>-1.12372810067248E-4</c:v>
                </c:pt>
                <c:pt idx="631">
                  <c:v>6.8426049390161395E-4</c:v>
                </c:pt>
                <c:pt idx="632">
                  <c:v>1.45869830827859E-3</c:v>
                </c:pt>
                <c:pt idx="633">
                  <c:v>2.20486307580463E-3</c:v>
                </c:pt>
                <c:pt idx="634">
                  <c:v>2.9171976867766198E-3</c:v>
                </c:pt>
                <c:pt idx="635">
                  <c:v>3.5907335105883399E-3</c:v>
                </c:pt>
                <c:pt idx="636">
                  <c:v>4.2211467634354696E-3</c:v>
                </c:pt>
                <c:pt idx="637">
                  <c:v>4.8048037034279303E-3</c:v>
                </c:pt>
                <c:pt idx="638">
                  <c:v>5.3387969375027202E-3</c:v>
                </c:pt>
                <c:pt idx="639">
                  <c:v>5.8209756937368804E-3</c:v>
                </c:pt>
                <c:pt idx="640">
                  <c:v>6.2499720130823697E-3</c:v>
                </c:pt>
                <c:pt idx="641">
                  <c:v>6.6252228872114701E-3</c:v>
                </c:pt>
                <c:pt idx="642">
                  <c:v>6.9469862668992298E-3</c:v>
                </c:pt>
                <c:pt idx="643">
                  <c:v>7.21634739827393E-3</c:v>
                </c:pt>
                <c:pt idx="644">
                  <c:v>7.43521161464244E-3</c:v>
                </c:pt>
                <c:pt idx="645">
                  <c:v>7.6062806841484601E-3</c:v>
                </c:pt>
                <c:pt idx="646">
                  <c:v>7.7330118835656804E-3</c:v>
                </c:pt>
                <c:pt idx="647">
                  <c:v>7.8195614839186595E-3</c:v>
                </c:pt>
                <c:pt idx="648">
                  <c:v>7.8707163317541292E-3</c:v>
                </c:pt>
                <c:pt idx="649">
                  <c:v>7.8918178893086794E-3</c:v>
                </c:pt>
                <c:pt idx="650">
                  <c:v>7.8886822939684201E-3</c:v>
                </c:pt>
                <c:pt idx="651">
                  <c:v>7.8675182369535093E-3</c:v>
                </c:pt>
                <c:pt idx="652">
                  <c:v>7.8348425794612705E-3</c:v>
                </c:pt>
                <c:pt idx="653">
                  <c:v>7.7973923442846201E-3</c:v>
                </c:pt>
                <c:pt idx="654">
                  <c:v>7.7620314462486699E-3</c:v>
                </c:pt>
                <c:pt idx="655">
                  <c:v>7.7356513274893001E-3</c:v>
                </c:pt>
                <c:pt idx="656">
                  <c:v>7.7250663143190396E-3</c:v>
                </c:pt>
                <c:pt idx="657">
                  <c:v>7.7369064771769698E-3</c:v>
                </c:pt>
                <c:pt idx="658">
                  <c:v>7.7775122793069702E-3</c:v>
                </c:pt>
                <c:pt idx="659">
                  <c:v>7.8528356361366493E-3</c:v>
                </c:pt>
                <c:pt idx="660">
                  <c:v>7.9683509679011697E-3</c:v>
                </c:pt>
                <c:pt idx="661">
                  <c:v>8.1289778553359504E-3</c:v>
                </c:pt>
                <c:pt idx="662">
                  <c:v>8.3390148228591407E-3</c:v>
                </c:pt>
                <c:pt idx="663">
                  <c:v>8.6020823593011692E-3</c:v>
                </c:pt>
                <c:pt idx="664">
                  <c:v>8.9210730070460095E-3</c:v>
                </c:pt>
                <c:pt idx="665">
                  <c:v>9.2981072491429093E-3</c:v>
                </c:pt>
                <c:pt idx="666">
                  <c:v>9.7344956392303797E-3</c:v>
                </c:pt>
                <c:pt idx="667">
                  <c:v>1.02307094599527E-2</c:v>
                </c:pt>
                <c:pt idx="668">
                  <c:v>1.07863633247439E-2</c:v>
                </c:pt>
                <c:pt idx="669">
                  <c:v>1.14002129491546E-2</c:v>
                </c:pt>
                <c:pt idx="670">
                  <c:v>1.20701698040035E-2</c:v>
                </c:pt>
                <c:pt idx="671">
                  <c:v>1.27933321095615E-2</c:v>
                </c:pt>
                <c:pt idx="672">
                  <c:v>1.35660294473738E-2</c:v>
                </c:pt>
                <c:pt idx="673">
                  <c:v>1.43838768249303E-2</c:v>
                </c:pt>
                <c:pt idx="674">
                  <c:v>1.52418337135663E-2</c:v>
                </c:pt>
                <c:pt idx="675">
                  <c:v>1.61342644703132E-2</c:v>
                </c:pt>
                <c:pt idx="676">
                  <c:v>1.7054998402502401E-2</c:v>
                </c:pt>
                <c:pt idx="677">
                  <c:v>1.7997389946334302E-2</c:v>
                </c:pt>
                <c:pt idx="678">
                  <c:v>1.8954381174246401E-2</c:v>
                </c:pt>
                <c:pt idx="679">
                  <c:v>1.9918569399706699E-2</c:v>
                </c:pt>
                <c:pt idx="680">
                  <c:v>2.0882281835672499E-2</c:v>
                </c:pt>
                <c:pt idx="681">
                  <c:v>2.1837657571862901E-2</c:v>
                </c:pt>
                <c:pt idx="682">
                  <c:v>2.2776735379319998E-2</c:v>
                </c:pt>
                <c:pt idx="683">
                  <c:v>2.36915446917055E-2</c:v>
                </c:pt>
                <c:pt idx="684">
                  <c:v>2.4574196853532598E-2</c:v>
                </c:pt>
                <c:pt idx="685">
                  <c:v>2.5416974390936199E-2</c:v>
                </c:pt>
                <c:pt idx="686">
                  <c:v>2.6212417479128398E-2</c:v>
                </c:pt>
                <c:pt idx="687">
                  <c:v>2.6953408502902201E-2</c:v>
                </c:pt>
                <c:pt idx="688">
                  <c:v>2.76332568909641E-2</c:v>
                </c:pt>
                <c:pt idx="689">
                  <c:v>2.8245786535262801E-2</c:v>
                </c:pt>
                <c:pt idx="690">
                  <c:v>2.8785426874071301E-2</c:v>
                </c:pt>
                <c:pt idx="691">
                  <c:v>2.9247306599913099E-2</c:v>
                </c:pt>
                <c:pt idx="692">
                  <c:v>2.96273467960813E-2</c:v>
                </c:pt>
                <c:pt idx="693">
                  <c:v>2.9922348840974399E-2</c:v>
                </c:pt>
                <c:pt idx="694">
                  <c:v>3.0130072049956502E-2</c:v>
                </c:pt>
                <c:pt idx="695">
                  <c:v>3.0249296860520199E-2</c:v>
                </c:pt>
                <c:pt idx="696">
                  <c:v>3.0279871225239299E-2</c:v>
                </c:pt>
                <c:pt idx="697">
                  <c:v>3.0222740194263801E-2</c:v>
                </c:pt>
                <c:pt idx="698">
                  <c:v>3.0079960583780801E-2</c:v>
                </c:pt>
                <c:pt idx="699">
                  <c:v>2.9854703356668299E-2</c:v>
                </c:pt>
                <c:pt idx="700">
                  <c:v>2.9551245623908901E-2</c:v>
                </c:pt>
                <c:pt idx="701">
                  <c:v>2.9174952427346201E-2</c:v>
                </c:pt>
                <c:pt idx="702">
                  <c:v>2.8732246536137498E-2</c:v>
                </c:pt>
                <c:pt idx="703">
                  <c:v>2.82305632243934E-2</c:v>
                </c:pt>
                <c:pt idx="704">
                  <c:v>2.76782869201657E-2</c:v>
                </c:pt>
                <c:pt idx="705">
                  <c:v>2.7084667829291802E-2</c:v>
                </c:pt>
                <c:pt idx="706">
                  <c:v>2.6459718811508399E-2</c:v>
                </c:pt>
                <c:pt idx="707">
                  <c:v>2.5814095199948602E-2</c:v>
                </c:pt>
                <c:pt idx="708">
                  <c:v>2.5158962010777601E-2</c:v>
                </c:pt>
                <c:pt idx="709">
                  <c:v>2.45058534222235E-2</c:v>
                </c:pt>
                <c:pt idx="710">
                  <c:v>2.3866528446986501E-2</c:v>
                </c:pt>
                <c:pt idx="711">
                  <c:v>2.3252824935476001E-2</c:v>
                </c:pt>
                <c:pt idx="712">
                  <c:v>2.26765122764809E-2</c:v>
                </c:pt>
                <c:pt idx="713">
                  <c:v>2.21491421428835E-2</c:v>
                </c:pt>
                <c:pt idx="714">
                  <c:v>2.1681896743012501E-2</c:v>
                </c:pt>
                <c:pt idx="715">
                  <c:v>2.1285435258091099E-2</c:v>
                </c:pt>
                <c:pt idx="716">
                  <c:v>2.09697411103845E-2</c:v>
                </c:pt>
                <c:pt idx="717">
                  <c:v>2.0743974776076601E-2</c:v>
                </c:pt>
                <c:pt idx="718">
                  <c:v>2.0616338210899299E-2</c:v>
                </c:pt>
                <c:pt idx="719">
                  <c:v>2.0593956909251799E-2</c:v>
                </c:pt>
                <c:pt idx="720">
                  <c:v>2.0682784043918101E-2</c:v>
                </c:pt>
                <c:pt idx="721">
                  <c:v>2.0887528578350099E-2</c:v>
                </c:pt>
                <c:pt idx="722">
                  <c:v>2.1211606597686599E-2</c:v>
                </c:pt>
                <c:pt idx="723">
                  <c:v>2.1657113176879898E-2</c:v>
                </c:pt>
                <c:pt idx="724">
                  <c:v>2.22248113613089E-2</c:v>
                </c:pt>
                <c:pt idx="725">
                  <c:v>2.2914135335271701E-2</c:v>
                </c:pt>
                <c:pt idx="726">
                  <c:v>2.3723206290382201E-2</c:v>
                </c:pt>
                <c:pt idx="727">
                  <c:v>2.4648861268291501E-2</c:v>
                </c:pt>
                <c:pt idx="728">
                  <c:v>2.56866965418515E-2</c:v>
                </c:pt>
                <c:pt idx="729">
                  <c:v>2.6831127241002999E-2</c:v>
                </c:pt>
                <c:pt idx="730">
                  <c:v>2.8075463761339001E-2</c:v>
                </c:pt>
                <c:pt idx="731">
                  <c:v>2.9412003480800902E-2</c:v>
                </c:pt>
                <c:pt idx="732">
                  <c:v>3.0832134289852299E-2</c:v>
                </c:pt>
                <c:pt idx="733">
                  <c:v>3.2326445219083497E-2</c:v>
                </c:pt>
                <c:pt idx="734">
                  <c:v>3.38848394982596E-2</c:v>
                </c:pt>
                <c:pt idx="735">
                  <c:v>3.5496646712933899E-2</c:v>
                </c:pt>
                <c:pt idx="736">
                  <c:v>3.7150732910900298E-2</c:v>
                </c:pt>
                <c:pt idx="737">
                  <c:v>3.8835609804941003E-2</c:v>
                </c:pt>
                <c:pt idx="738">
                  <c:v>4.0539545765566697E-2</c:v>
                </c:pt>
                <c:pt idx="739">
                  <c:v>4.22506814540324E-2</c:v>
                </c:pt>
                <c:pt idx="740">
                  <c:v>4.3957151605527302E-2</c:v>
                </c:pt>
                <c:pt idx="741">
                  <c:v>4.5647212156825698E-2</c:v>
                </c:pt>
                <c:pt idx="742">
                  <c:v>4.7309369515040098E-2</c:v>
                </c:pt>
                <c:pt idx="743">
                  <c:v>4.89325071361962E-2</c:v>
                </c:pt>
                <c:pt idx="744">
                  <c:v>5.0506004247360098E-2</c:v>
                </c:pt>
                <c:pt idx="745">
                  <c:v>5.2019842604463198E-2</c:v>
                </c:pt>
                <c:pt idx="746">
                  <c:v>5.3464699302761702E-2</c:v>
                </c:pt>
                <c:pt idx="747">
                  <c:v>5.4832026142114902E-2</c:v>
                </c:pt>
                <c:pt idx="748">
                  <c:v>5.6114117988853698E-2</c:v>
                </c:pt>
                <c:pt idx="749">
                  <c:v>5.73041732097333E-2</c:v>
                </c:pt>
                <c:pt idx="750">
                  <c:v>5.8396348350184001E-2</c:v>
                </c:pt>
                <c:pt idx="751">
                  <c:v>5.9385807238661797E-2</c:v>
                </c:pt>
                <c:pt idx="752">
                  <c:v>6.0268762510580803E-2</c:v>
                </c:pt>
                <c:pt idx="753">
                  <c:v>6.1042506039438602E-2</c:v>
                </c:pt>
                <c:pt idx="754">
                  <c:v>6.1705424506647698E-2</c:v>
                </c:pt>
                <c:pt idx="755">
                  <c:v>6.2256997493382198E-2</c:v>
                </c:pt>
                <c:pt idx="756">
                  <c:v>6.2697777719524395E-2</c:v>
                </c:pt>
                <c:pt idx="757">
                  <c:v>6.3029355581906296E-2</c:v>
                </c:pt>
                <c:pt idx="758">
                  <c:v>6.3254311931212795E-2</c:v>
                </c:pt>
                <c:pt idx="759">
                  <c:v>6.3376163336256799E-2</c:v>
                </c:pt>
                <c:pt idx="760">
                  <c:v>6.3399302854126302E-2</c:v>
                </c:pt>
                <c:pt idx="761">
                  <c:v>6.3328937156273593E-2</c:v>
                </c:pt>
                <c:pt idx="762">
                  <c:v>6.3171018672554896E-2</c:v>
                </c:pt>
                <c:pt idx="763">
                  <c:v>6.2932170042210606E-2</c:v>
                </c:pt>
                <c:pt idx="764">
                  <c:v>6.2619598089537806E-2</c:v>
                </c:pt>
                <c:pt idx="765">
                  <c:v>6.22409958043669E-2</c:v>
                </c:pt>
                <c:pt idx="766">
                  <c:v>6.1804432988422899E-2</c:v>
                </c:pt>
                <c:pt idx="767">
                  <c:v>6.1318238570240102E-2</c:v>
                </c:pt>
                <c:pt idx="768">
                  <c:v>6.0790879218376302E-2</c:v>
                </c:pt>
                <c:pt idx="769">
                  <c:v>6.0230839158440498E-2</c:v>
                </c:pt>
                <c:pt idx="770">
                  <c:v>5.96465049486299E-2</c:v>
                </c:pt>
                <c:pt idx="771">
                  <c:v>5.9046056919514103E-2</c:v>
                </c:pt>
                <c:pt idx="772">
                  <c:v>5.84373669010868E-2</c:v>
                </c:pt>
                <c:pt idx="773">
                  <c:v>5.7827900567532599E-2</c:v>
                </c:pt>
                <c:pt idx="774">
                  <c:v>5.7224622710278401E-2</c:v>
                </c:pt>
                <c:pt idx="775">
                  <c:v>5.6633905003042502E-2</c:v>
                </c:pt>
                <c:pt idx="776">
                  <c:v>5.6061437889924098E-2</c:v>
                </c:pt>
                <c:pt idx="777">
                  <c:v>5.5512150326325803E-2</c:v>
                </c:pt>
                <c:pt idx="778">
                  <c:v>5.4990142375848199E-2</c:v>
                </c:pt>
                <c:pt idx="779">
                  <c:v>5.4498635543324299E-2</c:v>
                </c:pt>
                <c:pt idx="780">
                  <c:v>5.4039944197343197E-2</c:v>
                </c:pt>
                <c:pt idx="781">
                  <c:v>5.3615469040526303E-2</c:v>
                </c:pt>
                <c:pt idx="782">
                  <c:v>5.3225711130375102E-2</c:v>
                </c:pt>
                <c:pt idx="783">
                  <c:v>5.2870303193635199E-2</c:v>
                </c:pt>
                <c:pt idx="784">
                  <c:v>5.2548054367060303E-2</c:v>
                </c:pt>
                <c:pt idx="785">
                  <c:v>5.2257005084742701E-2</c:v>
                </c:pt>
                <c:pt idx="786">
                  <c:v>5.1994490295345003E-2</c:v>
                </c:pt>
                <c:pt idx="787">
                  <c:v>5.1757210924198202E-2</c:v>
                </c:pt>
                <c:pt idx="788">
                  <c:v>5.1541314729214999E-2</c:v>
                </c:pt>
                <c:pt idx="789">
                  <c:v>5.1342487799494498E-2</c:v>
                </c:pt>
                <c:pt idx="790">
                  <c:v>5.1156056763621498E-2</c:v>
                </c:pt>
                <c:pt idx="791">
                  <c:v>5.09770997616164E-2</c:v>
                </c:pt>
                <c:pt idx="792">
                  <c:v>5.0800562184341001E-2</c:v>
                </c:pt>
                <c:pt idx="793">
                  <c:v>5.0621371856034998E-2</c:v>
                </c:pt>
                <c:pt idx="794">
                  <c:v>5.0434548210171903E-2</c:v>
                </c:pt>
                <c:pt idx="795">
                  <c:v>5.02353011961734E-2</c:v>
                </c:pt>
                <c:pt idx="796">
                  <c:v>5.0019117849336499E-2</c:v>
                </c:pt>
                <c:pt idx="797">
                  <c:v>4.9781836945189298E-2</c:v>
                </c:pt>
                <c:pt idx="798">
                  <c:v>4.9519714015148902E-2</c:v>
                </c:pt>
                <c:pt idx="799">
                  <c:v>4.9229479494643603E-2</c:v>
                </c:pt>
                <c:pt idx="800">
                  <c:v>4.8908391779925203E-2</c:v>
                </c:pt>
                <c:pt idx="801">
                  <c:v>4.8554285033165001E-2</c:v>
                </c:pt>
                <c:pt idx="802">
                  <c:v>4.81656096010551E-2</c:v>
                </c:pt>
                <c:pt idx="803">
                  <c:v>4.7741461710524E-2</c:v>
                </c:pt>
                <c:pt idx="804">
                  <c:v>4.7281599125741099E-2</c:v>
                </c:pt>
                <c:pt idx="805">
                  <c:v>4.67864407336668E-2</c:v>
                </c:pt>
                <c:pt idx="806">
                  <c:v>4.6257050210319499E-2</c:v>
                </c:pt>
                <c:pt idx="807">
                  <c:v>4.5695106281267203E-2</c:v>
                </c:pt>
                <c:pt idx="808">
                  <c:v>4.5102863744079597E-2</c:v>
                </c:pt>
                <c:pt idx="809">
                  <c:v>4.4483109717288798E-2</c:v>
                </c:pt>
                <c:pt idx="810">
                  <c:v>4.3839118443211998E-2</c:v>
                </c:pt>
                <c:pt idx="811">
                  <c:v>4.3174605924922803E-2</c:v>
                </c:pt>
                <c:pt idx="812">
                  <c:v>4.2493683541907697E-2</c:v>
                </c:pt>
                <c:pt idx="813">
                  <c:v>4.1800808299525899E-2</c:v>
                </c:pt>
                <c:pt idx="814">
                  <c:v>4.1100726962859997E-2</c:v>
                </c:pt>
                <c:pt idx="815">
                  <c:v>4.0398412118117497E-2</c:v>
                </c:pt>
                <c:pt idx="816">
                  <c:v>3.9698989974948903E-2</c:v>
                </c:pt>
                <c:pt idx="817">
                  <c:v>3.9007661888729402E-2</c:v>
                </c:pt>
                <c:pt idx="818">
                  <c:v>3.8329623297042897E-2</c:v>
                </c:pt>
                <c:pt idx="819">
                  <c:v>3.7669984284678999E-2</c:v>
                </c:pt>
                <c:pt idx="820">
                  <c:v>3.7033695116133698E-2</c:v>
                </c:pt>
                <c:pt idx="821">
                  <c:v>3.6425478275575802E-2</c:v>
                </c:pt>
                <c:pt idx="822">
                  <c:v>3.5849766669407299E-2</c:v>
                </c:pt>
                <c:pt idx="823">
                  <c:v>3.53106464291719E-2</c:v>
                </c:pt>
                <c:pt idx="824">
                  <c:v>3.4811802596778497E-2</c:v>
                </c:pt>
                <c:pt idx="825">
                  <c:v>3.4356466874012198E-2</c:v>
                </c:pt>
                <c:pt idx="826">
                  <c:v>3.3947368222463699E-2</c:v>
                </c:pt>
                <c:pt idx="827">
                  <c:v>3.3586688769916599E-2</c:v>
                </c:pt>
                <c:pt idx="828">
                  <c:v>3.3276028451586698E-2</c:v>
                </c:pt>
                <c:pt idx="829">
                  <c:v>3.30163815511701E-2</c:v>
                </c:pt>
                <c:pt idx="830">
                  <c:v>3.2808126825489198E-2</c:v>
                </c:pt>
                <c:pt idx="831">
                  <c:v>3.2651030771124301E-2</c:v>
                </c:pt>
                <c:pt idx="832">
                  <c:v>3.25442616265793E-2</c:v>
                </c:pt>
                <c:pt idx="833">
                  <c:v>3.2486410576889099E-2</c:v>
                </c:pt>
                <c:pt idx="834">
                  <c:v>3.2475516690779298E-2</c:v>
                </c:pt>
                <c:pt idx="835">
                  <c:v>3.2509093352554801E-2</c:v>
                </c:pt>
                <c:pt idx="836">
                  <c:v>3.2584155976794003E-2</c:v>
                </c:pt>
                <c:pt idx="837">
                  <c:v>3.2697252918808102E-2</c:v>
                </c:pt>
                <c:pt idx="838">
                  <c:v>3.2844502855094403E-2</c:v>
                </c:pt>
                <c:pt idx="839">
                  <c:v>3.3021641853320599E-2</c:v>
                </c:pt>
                <c:pt idx="840">
                  <c:v>3.3224081830349E-2</c:v>
                </c:pt>
                <c:pt idx="841">
                  <c:v>3.3446979703104299E-2</c:v>
                </c:pt>
                <c:pt idx="842">
                  <c:v>3.3685314181310599E-2</c:v>
                </c:pt>
                <c:pt idx="843">
                  <c:v>3.3933965654230097E-2</c:v>
                </c:pt>
                <c:pt idx="844">
                  <c:v>3.4187794438266597E-2</c:v>
                </c:pt>
                <c:pt idx="845">
                  <c:v>3.44417137668614E-2</c:v>
                </c:pt>
                <c:pt idx="846">
                  <c:v>3.4690755903932002E-2</c:v>
                </c:pt>
                <c:pt idx="847">
                  <c:v>3.4930131950383102E-2</c:v>
                </c:pt>
                <c:pt idx="848">
                  <c:v>3.51552874708684E-2</c:v>
                </c:pt>
                <c:pt idx="849">
                  <c:v>3.5361956359282E-2</c:v>
                </c:pt>
                <c:pt idx="850">
                  <c:v>3.5546214298533003E-2</c:v>
                </c:pt>
                <c:pt idx="851">
                  <c:v>3.57045312939437E-2</c:v>
                </c:pt>
                <c:pt idx="852">
                  <c:v>3.5833820915526601E-2</c:v>
                </c:pt>
                <c:pt idx="853">
                  <c:v>3.5931482798312001E-2</c:v>
                </c:pt>
                <c:pt idx="854">
                  <c:v>3.5995435013102497E-2</c:v>
                </c:pt>
                <c:pt idx="855">
                  <c:v>3.60241341579427E-2</c:v>
                </c:pt>
                <c:pt idx="856">
                  <c:v>3.6016583089971299E-2</c:v>
                </c:pt>
                <c:pt idx="857">
                  <c:v>3.59723284370045E-2</c:v>
                </c:pt>
                <c:pt idx="858">
                  <c:v>3.5891451564264501E-2</c:v>
                </c:pt>
                <c:pt idx="859">
                  <c:v>3.5774556893349997E-2</c:v>
                </c:pt>
                <c:pt idx="860">
                  <c:v>3.5622760295599E-2</c:v>
                </c:pt>
                <c:pt idx="861">
                  <c:v>3.5437678244495299E-2</c:v>
                </c:pt>
                <c:pt idx="862">
                  <c:v>3.5221416362664702E-2</c:v>
                </c:pt>
                <c:pt idx="863">
                  <c:v>3.4976554685209403E-2</c:v>
                </c:pt>
                <c:pt idx="864">
                  <c:v>3.47061268019873E-2</c:v>
                </c:pt>
                <c:pt idx="865">
                  <c:v>3.4413591098606998E-2</c:v>
                </c:pt>
                <c:pt idx="866">
                  <c:v>3.4102794258896299E-2</c:v>
                </c:pt>
                <c:pt idx="867">
                  <c:v>3.3777929291343198E-2</c:v>
                </c:pt>
                <c:pt idx="868">
                  <c:v>3.34434916996037E-2</c:v>
                </c:pt>
                <c:pt idx="869">
                  <c:v>3.3104237403134E-2</c:v>
                </c:pt>
                <c:pt idx="870">
                  <c:v>3.2765144610860102E-2</c:v>
                </c:pt>
                <c:pt idx="871">
                  <c:v>3.2431379639085801E-2</c:v>
                </c:pt>
                <c:pt idx="872">
                  <c:v>3.2108264488754701E-2</c:v>
                </c:pt>
                <c:pt idx="873">
                  <c:v>3.1801242587352799E-2</c:v>
                </c:pt>
                <c:pt idx="874">
                  <c:v>3.15158388884237E-2</c:v>
                </c:pt>
                <c:pt idx="875">
                  <c:v>3.1257611606232298E-2</c:v>
                </c:pt>
                <c:pt idx="876">
                  <c:v>3.1032094957640199E-2</c:v>
                </c:pt>
                <c:pt idx="877">
                  <c:v>3.0844734662733599E-2</c:v>
                </c:pt>
                <c:pt idx="878">
                  <c:v>3.0700819653596799E-2</c:v>
                </c:pt>
                <c:pt idx="879">
                  <c:v>3.0605413748617701E-2</c:v>
                </c:pt>
                <c:pt idx="880">
                  <c:v>3.0563289947400402E-2</c:v>
                </c:pt>
                <c:pt idx="881">
                  <c:v>3.0578868117590599E-2</c:v>
                </c:pt>
                <c:pt idx="882">
                  <c:v>3.0656155034192101E-2</c:v>
                </c:pt>
                <c:pt idx="883">
                  <c:v>3.0798684667793501E-2</c:v>
                </c:pt>
                <c:pt idx="884">
                  <c:v>3.10094566268918E-2</c:v>
                </c:pt>
                <c:pt idx="885">
                  <c:v>3.1290871732117802E-2</c:v>
                </c:pt>
                <c:pt idx="886">
                  <c:v>3.1644665531621798E-2</c:v>
                </c:pt>
                <c:pt idx="887">
                  <c:v>3.2071842561335002E-2</c:v>
                </c:pt>
                <c:pt idx="888">
                  <c:v>3.2572615526562002E-2</c:v>
                </c:pt>
                <c:pt idx="889">
                  <c:v>3.3146353697872701E-2</c:v>
                </c:pt>
                <c:pt idx="890">
                  <c:v>3.3791543574361101E-2</c:v>
                </c:pt>
                <c:pt idx="891">
                  <c:v>3.4505762772827402E-2</c:v>
                </c:pt>
                <c:pt idx="892">
                  <c:v>3.5285665965140198E-2</c:v>
                </c:pt>
                <c:pt idx="893">
                  <c:v>3.6126980256924499E-2</c:v>
                </c:pt>
                <c:pt idx="894">
                  <c:v>3.7024507123200198E-2</c:v>
                </c:pt>
                <c:pt idx="895">
                  <c:v>3.7972128950766897E-2</c:v>
                </c:pt>
                <c:pt idx="896">
                  <c:v>3.8962820057496197E-2</c:v>
                </c:pt>
                <c:pt idx="897">
                  <c:v>3.9988664076048799E-2</c:v>
                </c:pt>
                <c:pt idx="898">
                  <c:v>4.1040880914300797E-2</c:v>
                </c:pt>
                <c:pt idx="899">
                  <c:v>4.21098664698209E-2</c:v>
                </c:pt>
                <c:pt idx="900">
                  <c:v>4.3185246867858303E-2</c:v>
                </c:pt>
                <c:pt idx="901">
                  <c:v>4.4255946863463701E-2</c:v>
                </c:pt>
                <c:pt idx="902">
                  <c:v>4.5310270093227599E-2</c:v>
                </c:pt>
                <c:pt idx="903">
                  <c:v>4.6335987772546203E-2</c:v>
                </c:pt>
                <c:pt idx="904">
                  <c:v>4.7320432517543497E-2</c:v>
                </c:pt>
                <c:pt idx="905">
                  <c:v>4.8250595163691901E-2</c:v>
                </c:pt>
                <c:pt idx="906">
                  <c:v>4.91132243640066E-2</c:v>
                </c:pt>
                <c:pt idx="907">
                  <c:v>4.9894930705873898E-2</c:v>
                </c:pt>
                <c:pt idx="908">
                  <c:v>5.0582298298901103E-2</c:v>
                </c:pt>
                <c:pt idx="909">
                  <c:v>5.1162006680051199E-2</c:v>
                </c:pt>
                <c:pt idx="910">
                  <c:v>5.1620964415465501E-2</c:v>
                </c:pt>
                <c:pt idx="911">
                  <c:v>5.1946453503161003E-2</c:v>
                </c:pt>
                <c:pt idx="912">
                  <c:v>5.2126281456551397E-2</c:v>
                </c:pt>
                <c:pt idx="913">
                  <c:v>5.2148936532130603E-2</c:v>
                </c:pt>
                <c:pt idx="914">
                  <c:v>5.2003741362603301E-2</c:v>
                </c:pt>
                <c:pt idx="915">
                  <c:v>5.16810012743655E-2</c:v>
                </c:pt>
                <c:pt idx="916">
                  <c:v>5.1172145410929799E-2</c:v>
                </c:pt>
                <c:pt idx="917">
                  <c:v>5.0469860715981703E-2</c:v>
                </c:pt>
                <c:pt idx="918">
                  <c:v>4.9568220011258803E-2</c:v>
                </c:pt>
                <c:pt idx="919">
                  <c:v>4.8462805271477997E-2</c:v>
                </c:pt>
                <c:pt idx="920">
                  <c:v>4.7150825760198301E-2</c:v>
                </c:pt>
                <c:pt idx="921">
                  <c:v>4.5631228529564999E-2</c:v>
                </c:pt>
                <c:pt idx="922">
                  <c:v>4.3904796746414898E-2</c:v>
                </c:pt>
                <c:pt idx="923">
                  <c:v>4.1974230096842299E-2</c:v>
                </c:pt>
                <c:pt idx="924">
                  <c:v>3.98442015212086E-2</c:v>
                </c:pt>
                <c:pt idx="925">
                  <c:v>3.7521385787611203E-2</c:v>
                </c:pt>
                <c:pt idx="926">
                  <c:v>3.5014457612461997E-2</c:v>
                </c:pt>
                <c:pt idx="927">
                  <c:v>3.2334059475053897E-2</c:v>
                </c:pt>
                <c:pt idx="928">
                  <c:v>2.9492741032141199E-2</c:v>
                </c:pt>
                <c:pt idx="929">
                  <c:v>2.65048724571877E-2</c:v>
                </c:pt>
                <c:pt idx="930">
                  <c:v>2.3386533110395201E-2</c:v>
                </c:pt>
                <c:pt idx="931">
                  <c:v>2.01553753322989E-2</c:v>
                </c:pt>
                <c:pt idx="932">
                  <c:v>1.6830461714510699E-2</c:v>
                </c:pt>
                <c:pt idx="933">
                  <c:v>1.34320736301365E-2</c:v>
                </c:pt>
                <c:pt idx="934">
                  <c:v>9.9814894617366295E-3</c:v>
                </c:pt>
                <c:pt idx="935">
                  <c:v>6.5007328518663799E-3</c:v>
                </c:pt>
                <c:pt idx="936">
                  <c:v>3.0122940616250701E-3</c:v>
                </c:pt>
                <c:pt idx="937">
                  <c:v>-4.6116955334629E-4</c:v>
                </c:pt>
                <c:pt idx="938">
                  <c:v>-3.8971457271500401E-3</c:v>
                </c:pt>
                <c:pt idx="939">
                  <c:v>-7.2735830358641599E-3</c:v>
                </c:pt>
                <c:pt idx="940">
                  <c:v>-1.0569201637957E-2</c:v>
                </c:pt>
                <c:pt idx="941">
                  <c:v>-1.37637918271556E-2</c:v>
                </c:pt>
                <c:pt idx="942">
                  <c:v>-1.6838494870792999E-2</c:v>
                </c:pt>
                <c:pt idx="943">
                  <c:v>-1.9776061980968099E-2</c:v>
                </c:pt>
                <c:pt idx="944">
                  <c:v>-2.2561088019159001E-2</c:v>
                </c:pt>
                <c:pt idx="945">
                  <c:v>-2.5180216498417202E-2</c:v>
                </c:pt>
                <c:pt idx="946">
                  <c:v>-2.7622311750316E-2</c:v>
                </c:pt>
                <c:pt idx="947">
                  <c:v>-2.9878593315374902E-2</c:v>
                </c:pt>
                <c:pt idx="948">
                  <c:v>-3.1942727516330899E-2</c:v>
                </c:pt>
                <c:pt idx="949">
                  <c:v>-3.3810872393581499E-2</c:v>
                </c:pt>
                <c:pt idx="950">
                  <c:v>-3.5481674676932098E-2</c:v>
                </c:pt>
                <c:pt idx="951">
                  <c:v>-3.6956220555782099E-2</c:v>
                </c:pt>
                <c:pt idx="952">
                  <c:v>-3.8237944781993403E-2</c:v>
                </c:pt>
                <c:pt idx="953">
                  <c:v>-3.9332504365071901E-2</c:v>
                </c:pt>
                <c:pt idx="954">
                  <c:v>-4.0247623452507902E-2</c:v>
                </c:pt>
                <c:pt idx="955">
                  <c:v>-4.0992915026080601E-2</c:v>
                </c:pt>
                <c:pt idx="956">
                  <c:v>-4.1579683285254E-2</c:v>
                </c:pt>
                <c:pt idx="957">
                  <c:v>-4.20207088056061E-2</c:v>
                </c:pt>
                <c:pt idx="958">
                  <c:v>-4.2330017573100003E-2</c:v>
                </c:pt>
                <c:pt idx="959">
                  <c:v>-4.25226353100207E-2</c:v>
                </c:pt>
                <c:pt idx="960">
                  <c:v>-4.2614330009142803E-2</c:v>
                </c:pt>
                <c:pt idx="961">
                  <c:v>-4.2621347582864302E-2</c:v>
                </c:pt>
                <c:pt idx="962">
                  <c:v>-4.25601471511955E-2</c:v>
                </c:pt>
                <c:pt idx="963">
                  <c:v>-4.2447143139303201E-2</c:v>
                </c:pt>
                <c:pt idx="964">
                  <c:v>-4.2298460837204899E-2</c:v>
                </c:pt>
                <c:pt idx="965">
                  <c:v>-4.21297105039228E-2</c:v>
                </c:pt>
                <c:pt idx="966">
                  <c:v>-4.1955782833269901E-2</c:v>
                </c:pt>
                <c:pt idx="967">
                  <c:v>-4.1790666270927E-2</c:v>
                </c:pt>
                <c:pt idx="968">
                  <c:v>-4.16472850827483E-2</c:v>
                </c:pt>
                <c:pt idx="969">
                  <c:v>-4.15373568117487E-2</c:v>
                </c:pt>
                <c:pt idx="970">
                  <c:v>-4.14712688156239E-2</c:v>
                </c:pt>
                <c:pt idx="971">
                  <c:v>-4.14579753134161E-2</c:v>
                </c:pt>
                <c:pt idx="972">
                  <c:v>-4.1504917903363803E-2</c:v>
                </c:pt>
                <c:pt idx="973">
                  <c:v>-4.1617973140465399E-2</c:v>
                </c:pt>
                <c:pt idx="974">
                  <c:v>-4.18014301520604E-2</c:v>
                </c:pt>
                <c:pt idx="975">
                  <c:v>-4.2057999461027097E-2</c:v>
                </c:pt>
                <c:pt idx="976">
                  <c:v>-4.2388851585846897E-2</c:v>
                </c:pt>
                <c:pt idx="977">
                  <c:v>-4.2793681361574798E-2</c:v>
                </c:pt>
                <c:pt idx="978">
                  <c:v>-4.3270792187737502E-2</c:v>
                </c:pt>
                <c:pt idx="979">
                  <c:v>-4.3817194184187301E-2</c:v>
                </c:pt>
                <c:pt idx="980">
                  <c:v>-4.4428711504100202E-2</c:v>
                </c:pt>
                <c:pt idx="981">
                  <c:v>-4.5100096167947898E-2</c:v>
                </c:pt>
                <c:pt idx="982">
                  <c:v>-4.58251478570849E-2</c:v>
                </c:pt>
                <c:pt idx="983">
                  <c:v>-4.6596840433948801E-2</c:v>
                </c:pt>
                <c:pt idx="984">
                  <c:v>-4.7407456180950401E-2</c:v>
                </c:pt>
                <c:pt idx="985">
                  <c:v>-4.8248727848078203E-2</c:v>
                </c:pt>
                <c:pt idx="986">
                  <c:v>-4.9111986880570203E-2</c:v>
                </c:pt>
                <c:pt idx="987">
                  <c:v>-4.9988314326923397E-2</c:v>
                </c:pt>
                <c:pt idx="988">
                  <c:v>-5.08686897567961E-2</c:v>
                </c:pt>
                <c:pt idx="989">
                  <c:v>-5.1744133672928197E-2</c:v>
                </c:pt>
                <c:pt idx="990">
                  <c:v>-5.2605840387150701E-2</c:v>
                </c:pt>
                <c:pt idx="991">
                  <c:v>-5.3445300522732803E-2</c:v>
                </c:pt>
                <c:pt idx="992">
                  <c:v>-5.4254414318574501E-2</c:v>
                </c:pt>
                <c:pt idx="993">
                  <c:v>-5.50255980301168E-2</c:v>
                </c:pt>
                <c:pt idx="994">
                  <c:v>-5.5751885618159899E-2</c:v>
                </c:pt>
                <c:pt idx="995">
                  <c:v>-5.6427026650118603E-2</c:v>
                </c:pt>
                <c:pt idx="996">
                  <c:v>-5.7045579316126097E-2</c:v>
                </c:pt>
                <c:pt idx="997">
                  <c:v>-5.76029954151464E-2</c:v>
                </c:pt>
                <c:pt idx="998">
                  <c:v>-5.8095692973396798E-2</c:v>
                </c:pt>
                <c:pt idx="999">
                  <c:v>-5.8521112425804399E-2</c:v>
                </c:pt>
                <c:pt idx="1000">
                  <c:v>-5.8877753975344199E-2</c:v>
                </c:pt>
                <c:pt idx="1001">
                  <c:v>-5.91651961727412E-2</c:v>
                </c:pt>
                <c:pt idx="1002">
                  <c:v>-5.9384098008470401E-2</c:v>
                </c:pt>
                <c:pt idx="1003">
                  <c:v>-5.9536188120147299E-2</c:v>
                </c:pt>
                <c:pt idx="1004">
                  <c:v>-5.9624244739931997E-2</c:v>
                </c:pt>
                <c:pt idx="1005">
                  <c:v>-5.9652068831421802E-2</c:v>
                </c:pt>
                <c:pt idx="1006">
                  <c:v>-5.9624450932580203E-2</c:v>
                </c:pt>
                <c:pt idx="1007">
                  <c:v>-5.9547130222323198E-2</c:v>
                </c:pt>
                <c:pt idx="1008">
                  <c:v>-5.9426743063115801E-2</c:v>
                </c:pt>
                <c:pt idx="1009">
                  <c:v>-5.92707583027949E-2</c:v>
                </c:pt>
                <c:pt idx="1010">
                  <c:v>-5.9087397921177898E-2</c:v>
                </c:pt>
                <c:pt idx="1011">
                  <c:v>-5.8885543584075599E-2</c:v>
                </c:pt>
                <c:pt idx="1012">
                  <c:v>-5.8674631511356698E-2</c:v>
                </c:pt>
                <c:pt idx="1013">
                  <c:v>-5.8464539128097202E-2</c:v>
                </c:pt>
                <c:pt idx="1014">
                  <c:v>-5.8265466942678597E-2</c:v>
                </c:pt>
                <c:pt idx="1015">
                  <c:v>-5.80878180445989E-2</c:v>
                </c:pt>
                <c:pt idx="1016">
                  <c:v>-5.7942075926196303E-2</c:v>
                </c:pt>
                <c:pt idx="1017">
                  <c:v>-5.7838679663493202E-2</c:v>
                </c:pt>
                <c:pt idx="1018">
                  <c:v>-5.7787894606444498E-2</c:v>
                </c:pt>
                <c:pt idx="1019">
                  <c:v>-5.7799677154973098E-2</c:v>
                </c:pt>
                <c:pt idx="1020">
                  <c:v>-5.7883533884277201E-2</c:v>
                </c:pt>
                <c:pt idx="1021">
                  <c:v>-5.8048377593965299E-2</c:v>
                </c:pt>
                <c:pt idx="1022">
                  <c:v>-5.8302384920839598E-2</c:v>
                </c:pt>
                <c:pt idx="1023">
                  <c:v>-5.86528612788252E-2</c:v>
                </c:pt>
                <c:pt idx="1024">
                  <c:v>-5.9106118735406298E-2</c:v>
                </c:pt>
                <c:pt idx="1025">
                  <c:v>-5.9667371032311102E-2</c:v>
                </c:pt>
                <c:pt idx="1026">
                  <c:v>-6.03406477120981E-2</c:v>
                </c:pt>
                <c:pt idx="1027">
                  <c:v>-6.1128726979204601E-2</c:v>
                </c:pt>
                <c:pt idx="1028">
                  <c:v>-6.20330853856738E-2</c:v>
                </c:pt>
                <c:pt idx="1029">
                  <c:v>-6.3053862258032403E-2</c:v>
                </c:pt>
                <c:pt idx="1030">
                  <c:v>-6.4189837902816002E-2</c:v>
                </c:pt>
                <c:pt idx="1031">
                  <c:v>-6.5438426404355904E-2</c:v>
                </c:pt>
                <c:pt idx="1032">
                  <c:v>-6.6795685435438706E-2</c:v>
                </c:pt>
                <c:pt idx="1033">
                  <c:v>-6.8256346287328698E-2</c:v>
                </c:pt>
                <c:pt idx="1034">
                  <c:v>-6.9813866949370806E-2</c:v>
                </c:pt>
                <c:pt idx="1035">
                  <c:v>-7.1460509532119895E-2</c:v>
                </c:pt>
                <c:pt idx="1036">
                  <c:v>-7.3187441027807096E-2</c:v>
                </c:pt>
                <c:pt idx="1037">
                  <c:v>-7.4984854101762699E-2</c:v>
                </c:pt>
                <c:pt idx="1038">
                  <c:v>-7.6842103173030293E-2</c:v>
                </c:pt>
                <c:pt idx="1039">
                  <c:v>-7.8747850995932595E-2</c:v>
                </c:pt>
                <c:pt idx="1040">
                  <c:v>-8.0690222183073895E-2</c:v>
                </c:pt>
                <c:pt idx="1041">
                  <c:v>-8.2656961962581793E-2</c:v>
                </c:pt>
                <c:pt idx="1042">
                  <c:v>-8.4635600131530098E-2</c:v>
                </c:pt>
                <c:pt idx="1043">
                  <c:v>-8.6613621020053794E-2</c:v>
                </c:pt>
                <c:pt idx="1044">
                  <c:v>-8.8578639980511895E-2</c:v>
                </c:pt>
                <c:pt idx="1045">
                  <c:v>-9.0518585462321804E-2</c:v>
                </c:pt>
                <c:pt idx="1046">
                  <c:v>-9.2421883517978407E-2</c:v>
                </c:pt>
                <c:pt idx="1047">
                  <c:v>-9.4277639378855096E-2</c:v>
                </c:pt>
                <c:pt idx="1048">
                  <c:v>-9.6075809435982706E-2</c:v>
                </c:pt>
                <c:pt idx="1049">
                  <c:v>-9.7807357131839301E-2</c:v>
                </c:pt>
                <c:pt idx="1050">
                  <c:v>-9.94643878262743E-2</c:v>
                </c:pt>
                <c:pt idx="1051">
                  <c:v>-0.101040259961908</c:v>
                </c:pt>
                <c:pt idx="1052">
                  <c:v>-0.10252967194453499</c:v>
                </c:pt>
                <c:pt idx="1053">
                  <c:v>-0.10392872541680399</c:v>
                </c:pt>
                <c:pt idx="1054">
                  <c:v>-0.105234965805905</c:v>
                </c:pt>
                <c:pt idx="1055">
                  <c:v>-0.106447400315373</c:v>
                </c:pt>
                <c:pt idx="1056">
                  <c:v>-0.107566492305228</c:v>
                </c:pt>
                <c:pt idx="1057">
                  <c:v>-0.10859412984428</c:v>
                </c:pt>
                <c:pt idx="1058">
                  <c:v>-0.10953356579704</c:v>
                </c:pt>
                <c:pt idx="1059">
                  <c:v>-0.11038932761034601</c:v>
                </c:pt>
                <c:pt idx="1060">
                  <c:v>-0.111167096962227</c:v>
                </c:pt>
                <c:pt idx="1061">
                  <c:v>-0.11187356204686601</c:v>
                </c:pt>
                <c:pt idx="1062">
                  <c:v>-0.112516247668612</c:v>
                </c:pt>
                <c:pt idx="1063">
                  <c:v>-0.113103329815144</c:v>
                </c:pt>
                <c:pt idx="1064">
                  <c:v>-0.11364344163911901</c:v>
                </c:pt>
                <c:pt idx="1065">
                  <c:v>-0.114145476847484</c:v>
                </c:pt>
                <c:pt idx="1066">
                  <c:v>-0.11461839477428901</c:v>
                </c:pt>
                <c:pt idx="1067">
                  <c:v>-0.115071029592791</c:v>
                </c:pt>
                <c:pt idx="1068">
                  <c:v>-0.11551190500911</c:v>
                </c:pt>
                <c:pt idx="1069">
                  <c:v>-0.115949055880849</c:v>
                </c:pt>
                <c:pt idx="1070">
                  <c:v>-0.116389859403204</c:v>
                </c:pt>
                <c:pt idx="1071">
                  <c:v>-0.116840880139369</c:v>
                </c:pt>
                <c:pt idx="1072">
                  <c:v>-0.11730773443388599</c:v>
                </c:pt>
                <c:pt idx="1073">
                  <c:v>-0.117794980043437</c:v>
                </c:pt>
                <c:pt idx="1074">
                  <c:v>-0.118306035907749</c:v>
                </c:pt>
                <c:pt idx="1075">
                  <c:v>-0.11884313497792599</c:v>
                </c:pt>
                <c:pt idx="1076">
                  <c:v>-0.119407310372094</c:v>
                </c:pt>
                <c:pt idx="1077">
                  <c:v>-0.11999841256093</c:v>
                </c:pt>
                <c:pt idx="1078">
                  <c:v>-0.12061515356427401</c:v>
                </c:pt>
                <c:pt idx="1079">
                  <c:v>-0.12125517371400001</c:v>
                </c:pt>
                <c:pt idx="1080">
                  <c:v>-0.121915127288358</c:v>
                </c:pt>
                <c:pt idx="1081">
                  <c:v>-0.12259078463735899</c:v>
                </c:pt>
                <c:pt idx="1082">
                  <c:v>-0.123277149538789</c:v>
                </c:pt>
                <c:pt idx="1083">
                  <c:v>-0.12396859089107699</c:v>
                </c:pt>
                <c:pt idx="1084">
                  <c:v>-0.124658987248979</c:v>
                </c:pt>
                <c:pt idx="1085">
                  <c:v>-0.125341881262993</c:v>
                </c:pt>
                <c:pt idx="1086">
                  <c:v>-0.12601063922570099</c:v>
                </c:pt>
                <c:pt idx="1087">
                  <c:v>-0.12665860935548101</c:v>
                </c:pt>
                <c:pt idx="1088">
                  <c:v>-0.12727927191712601</c:v>
                </c:pt>
                <c:pt idx="1089">
                  <c:v>-0.12786637522935099</c:v>
                </c:pt>
                <c:pt idx="1090">
                  <c:v>-0.128414053867169</c:v>
                </c:pt>
                <c:pt idx="1091">
                  <c:v>-0.12891692821054901</c:v>
                </c:pt>
                <c:pt idx="1092">
                  <c:v>-0.12937018703739001</c:v>
                </c:pt>
                <c:pt idx="1093">
                  <c:v>-0.129769656434432</c:v>
                </c:pt>
                <c:pt idx="1094">
                  <c:v>-0.13011185855503299</c:v>
                </c:pt>
                <c:pt idx="1095">
                  <c:v>-0.130394062672919</c:v>
                </c:pt>
                <c:pt idx="1096">
                  <c:v>-0.130614328962359</c:v>
                </c:pt>
                <c:pt idx="1097">
                  <c:v>-0.130771543291794</c:v>
                </c:pt>
                <c:pt idx="1098">
                  <c:v>-0.13086543998726499</c:v>
                </c:pt>
                <c:pt idx="1099">
                  <c:v>-0.130896609581308</c:v>
                </c:pt>
                <c:pt idx="1100">
                  <c:v>-0.130866489931767</c:v>
                </c:pt>
                <c:pt idx="1101">
                  <c:v>-0.130777341140485</c:v>
                </c:pt>
                <c:pt idx="1102">
                  <c:v>-0.13063220660741501</c:v>
                </c:pt>
                <c:pt idx="1103">
                  <c:v>-0.13043486367070301</c:v>
                </c:pt>
                <c:pt idx="1104">
                  <c:v>-0.13018976729442999</c:v>
                </c:pt>
                <c:pt idx="1105">
                  <c:v>-0.12990198922801499</c:v>
                </c:pt>
                <c:pt idx="1106">
                  <c:v>-0.12957715338147799</c:v>
                </c:pt>
                <c:pt idx="1107">
                  <c:v>-0.12922136652039401</c:v>
                </c:pt>
                <c:pt idx="1108">
                  <c:v>-0.12884114250985401</c:v>
                </c:pt>
                <c:pt idx="1109">
                  <c:v>-0.12844331866037401</c:v>
                </c:pt>
                <c:pt idx="1110">
                  <c:v>-0.12803496415825599</c:v>
                </c:pt>
                <c:pt idx="1111">
                  <c:v>-0.12762328253154701</c:v>
                </c:pt>
                <c:pt idx="1112">
                  <c:v>-0.127215511841896</c:v>
                </c:pt>
                <c:pt idx="1113">
                  <c:v>-0.126818827148208</c:v>
                </c:pt>
                <c:pt idx="1114">
                  <c:v>-0.126440249426686</c:v>
                </c:pt>
                <c:pt idx="1115">
                  <c:v>-0.126086563599143</c:v>
                </c:pt>
                <c:pt idx="1116">
                  <c:v>-0.12576424603859099</c:v>
                </c:pt>
                <c:pt idx="1117">
                  <c:v>-0.12547939965876601</c:v>
                </c:pt>
                <c:pt idx="1118">
                  <c:v>-0.12523769335152399</c:v>
                </c:pt>
                <c:pt idx="1119">
                  <c:v>-0.125044302663048</c:v>
                </c:pt>
                <c:pt idx="1120">
                  <c:v>-0.124903850032829</c:v>
                </c:pt>
                <c:pt idx="1121">
                  <c:v>-0.124820344910045</c:v>
                </c:pt>
                <c:pt idx="1122">
                  <c:v>-0.124797125756823</c:v>
                </c:pt>
                <c:pt idx="1123">
                  <c:v>-0.124836806779919</c:v>
                </c:pt>
                <c:pt idx="1124">
                  <c:v>-0.124941232022073</c:v>
                </c:pt>
                <c:pt idx="1125">
                  <c:v>-0.12511143833144101</c:v>
                </c:pt>
                <c:pt idx="1126">
                  <c:v>-0.12534762710232999</c:v>
                </c:pt>
                <c:pt idx="1127">
                  <c:v>-0.12564914314218201</c:v>
                </c:pt>
                <c:pt idx="1128">
                  <c:v>-0.12601445823732199</c:v>
                </c:pt>
                <c:pt idx="1129">
                  <c:v>-0.12644115739648601</c:v>
                </c:pt>
                <c:pt idx="1130">
                  <c:v>-0.12692592725232199</c:v>
                </c:pt>
                <c:pt idx="1131">
                  <c:v>-0.127464548078429</c:v>
                </c:pt>
                <c:pt idx="1132">
                  <c:v>-0.128051892518393</c:v>
                </c:pt>
                <c:pt idx="1133">
                  <c:v>-0.128681934790218</c:v>
                </c:pt>
                <c:pt idx="1134">
                  <c:v>-0.12934777356116101</c:v>
                </c:pt>
                <c:pt idx="1135">
                  <c:v>-0.13004167001460301</c:v>
                </c:pt>
                <c:pt idx="1136">
                  <c:v>-0.13075510035301199</c:v>
                </c:pt>
                <c:pt idx="1137">
                  <c:v>-0.13147881987402801</c:v>
                </c:pt>
                <c:pt idx="1138">
                  <c:v>-0.13220293460541399</c:v>
                </c:pt>
                <c:pt idx="1139">
                  <c:v>-0.132916976718774</c:v>
                </c:pt>
                <c:pt idx="1140">
                  <c:v>-0.13360998140777799</c:v>
                </c:pt>
                <c:pt idx="1141">
                  <c:v>-0.13427056496569401</c:v>
                </c:pt>
                <c:pt idx="1142">
                  <c:v>-0.13488700561883499</c:v>
                </c:pt>
                <c:pt idx="1143">
                  <c:v>-0.13544732961674599</c:v>
                </c:pt>
                <c:pt idx="1144">
                  <c:v>-0.13593940480894401</c:v>
                </c:pt>
                <c:pt idx="1145">
                  <c:v>-0.136351042477381</c:v>
                </c:pt>
                <c:pt idx="1146">
                  <c:v>-0.13667010598738699</c:v>
                </c:pt>
                <c:pt idx="1147">
                  <c:v>-0.136884622696682</c:v>
                </c:pt>
                <c:pt idx="1148">
                  <c:v>-0.13698289443634701</c:v>
                </c:pt>
                <c:pt idx="1149">
                  <c:v>-0.13695360226971201</c:v>
                </c:pt>
                <c:pt idx="1150">
                  <c:v>-0.136785902966714</c:v>
                </c:pt>
                <c:pt idx="1151">
                  <c:v>-0.13646951694784201</c:v>
                </c:pt>
                <c:pt idx="1152">
                  <c:v>-0.13599480944144199</c:v>
                </c:pt>
                <c:pt idx="1153">
                  <c:v>-0.135352867584734</c:v>
                </c:pt>
                <c:pt idx="1154">
                  <c:v>-0.134535575919151</c:v>
                </c:pt>
                <c:pt idx="1155">
                  <c:v>-0.133535691331433</c:v>
                </c:pt>
                <c:pt idx="1156">
                  <c:v>-0.13234691647045599</c:v>
                </c:pt>
                <c:pt idx="1157">
                  <c:v>-0.13096396879621</c:v>
                </c:pt>
                <c:pt idx="1158">
                  <c:v>-0.12938264152683901</c:v>
                </c:pt>
                <c:pt idx="1159">
                  <c:v>-0.127599853348144</c:v>
                </c:pt>
                <c:pt idx="1160">
                  <c:v>-0.12561368567346201</c:v>
                </c:pt>
                <c:pt idx="1161">
                  <c:v>-0.123423408699424</c:v>
                </c:pt>
                <c:pt idx="1162">
                  <c:v>-0.121029499505312</c:v>
                </c:pt>
                <c:pt idx="1163">
                  <c:v>-0.118433656275547</c:v>
                </c:pt>
                <c:pt idx="1164">
                  <c:v>-0.11563881216105699</c:v>
                </c:pt>
                <c:pt idx="1165">
                  <c:v>-0.112649150548134</c:v>
                </c:pt>
                <c:pt idx="1166">
                  <c:v>-0.10947012110684901</c:v>
                </c:pt>
                <c:pt idx="1167">
                  <c:v>-0.106108453717682</c:v>
                </c:pt>
                <c:pt idx="1168">
                  <c:v>-0.10257216604536</c:v>
                </c:pt>
                <c:pt idx="1169">
                  <c:v>-9.8870560627455598E-2</c:v>
                </c:pt>
                <c:pt idx="1170">
                  <c:v>-9.5014208710340997E-2</c:v>
                </c:pt>
                <c:pt idx="1171">
                  <c:v>-9.1014919977362302E-2</c:v>
                </c:pt>
                <c:pt idx="1172">
                  <c:v>-8.6885698923787003E-2</c:v>
                </c:pt>
                <c:pt idx="1173">
                  <c:v>-8.2640689358046401E-2</c:v>
                </c:pt>
                <c:pt idx="1174">
                  <c:v>-7.8295108165456304E-2</c:v>
                </c:pt>
                <c:pt idx="1175">
                  <c:v>-7.3865168210128507E-2</c:v>
                </c:pt>
                <c:pt idx="1176">
                  <c:v>-6.9367988503862096E-2</c:v>
                </c:pt>
                <c:pt idx="1177">
                  <c:v>-6.4821488225467294E-2</c:v>
                </c:pt>
                <c:pt idx="1178">
                  <c:v>-6.0244260597542398E-2</c:v>
                </c:pt>
                <c:pt idx="1179">
                  <c:v>-5.5655423487055003E-2</c:v>
                </c:pt>
                <c:pt idx="1180">
                  <c:v>-5.10744457564688E-2</c:v>
                </c:pt>
                <c:pt idx="1181">
                  <c:v>-4.6520951168360802E-2</c:v>
                </c:pt>
                <c:pt idx="1182">
                  <c:v>-4.2014504162146103E-2</c:v>
                </c:pt>
                <c:pt idx="1183">
                  <c:v>-3.7574383409665998E-2</c:v>
                </c:pt>
                <c:pt idx="1184">
                  <c:v>-3.3219349463557001E-2</c:v>
                </c:pt>
                <c:pt idx="1185">
                  <c:v>-2.89674121785117E-2</c:v>
                </c:pt>
                <c:pt idx="1186">
                  <c:v>-2.4835602348611201E-2</c:v>
                </c:pt>
                <c:pt idx="1187">
                  <c:v>-2.08397508023444E-2</c:v>
                </c:pt>
                <c:pt idx="1188">
                  <c:v>-1.6994277672204201E-2</c:v>
                </c:pt>
                <c:pt idx="1189">
                  <c:v>-1.3311995037310599E-2</c:v>
                </c:pt>
                <c:pt idx="1190">
                  <c:v>-9.80392742917904E-3</c:v>
                </c:pt>
                <c:pt idx="1191">
                  <c:v>-6.47915616391905E-3</c:v>
                </c:pt>
                <c:pt idx="1192">
                  <c:v>-3.3446943832440299E-3</c:v>
                </c:pt>
                <c:pt idx="1193">
                  <c:v>-4.05399512164297E-4</c:v>
                </c:pt>
                <c:pt idx="1194">
                  <c:v>2.33607163941518E-3</c:v>
                </c:pt>
                <c:pt idx="1195">
                  <c:v>4.8792625580270903E-3</c:v>
                </c:pt>
                <c:pt idx="1196">
                  <c:v>7.2258722508234301E-3</c:v>
                </c:pt>
                <c:pt idx="1197">
                  <c:v>9.3796699627351193E-3</c:v>
                </c:pt>
                <c:pt idx="1198">
                  <c:v>1.13463754873278E-2</c:v>
                </c:pt>
                <c:pt idx="1199">
                  <c:v>1.31335117534041E-2</c:v>
                </c:pt>
                <c:pt idx="1200">
                  <c:v>1.4750235515224501E-2</c:v>
                </c:pt>
                <c:pt idx="1201">
                  <c:v>1.62071503661705E-2</c:v>
                </c:pt>
                <c:pt idx="1202">
                  <c:v>1.7516104769077799E-2</c:v>
                </c:pt>
                <c:pt idx="1203">
                  <c:v>1.8689976999039098E-2</c:v>
                </c:pt>
                <c:pt idx="1204">
                  <c:v>1.9742449140245699E-2</c:v>
                </c:pt>
                <c:pt idx="1205">
                  <c:v>2.0687773510368601E-2</c:v>
                </c:pt>
                <c:pt idx="1206">
                  <c:v>2.1540536663306901E-2</c:v>
                </c:pt>
                <c:pt idx="1207">
                  <c:v>2.23154276847321E-2</c:v>
                </c:pt>
                <c:pt idx="1208">
                  <c:v>2.3027018024355202E-2</c:v>
                </c:pt>
                <c:pt idx="1209">
                  <c:v>2.3689559141523101E-2</c:v>
                </c:pt>
                <c:pt idx="1210">
                  <c:v>2.43168019765845E-2</c:v>
                </c:pt>
                <c:pt idx="1211">
                  <c:v>2.4921839468014E-2</c:v>
                </c:pt>
                <c:pt idx="1212">
                  <c:v>2.5516970920866099E-2</c:v>
                </c:pt>
                <c:pt idx="1213">
                  <c:v>2.6113585638005601E-2</c:v>
                </c:pt>
                <c:pt idx="1214">
                  <c:v>2.6722063100110698E-2</c:v>
                </c:pt>
                <c:pt idx="1215">
                  <c:v>2.7351688017683201E-2</c:v>
                </c:pt>
                <c:pt idx="1216">
                  <c:v>2.8010580330097901E-2</c:v>
                </c:pt>
                <c:pt idx="1217">
                  <c:v>2.8705641929128101E-2</c:v>
                </c:pt>
                <c:pt idx="1218">
                  <c:v>2.94425226970772E-2</c:v>
                </c:pt>
                <c:pt idx="1219">
                  <c:v>3.0225607891950799E-2</c:v>
                </c:pt>
                <c:pt idx="1220">
                  <c:v>3.10580271634756E-2</c:v>
                </c:pt>
                <c:pt idx="1221">
                  <c:v>3.1941683266979097E-2</c:v>
                </c:pt>
                <c:pt idx="1222">
                  <c:v>3.2877296694351001E-2</c:v>
                </c:pt>
                <c:pt idx="1223">
                  <c:v>3.38644615395325E-2</c:v>
                </c:pt>
                <c:pt idx="1224">
                  <c:v>3.4901708179078103E-2</c:v>
                </c:pt>
                <c:pt idx="1225">
                  <c:v>3.5986569695826698E-2</c:v>
                </c:pt>
                <c:pt idx="1226">
                  <c:v>3.7115651011757698E-2</c:v>
                </c:pt>
                <c:pt idx="1227">
                  <c:v>3.8284701677730897E-2</c:v>
                </c:pt>
                <c:pt idx="1228">
                  <c:v>3.9488694313353397E-2</c:v>
                </c:pt>
                <c:pt idx="1229">
                  <c:v>4.0721910287121098E-2</c:v>
                </c:pt>
                <c:pt idx="1230">
                  <c:v>4.1978032581546101E-2</c:v>
                </c:pt>
                <c:pt idx="1231">
                  <c:v>4.32502436856105E-2</c:v>
                </c:pt>
                <c:pt idx="1232">
                  <c:v>4.45313246977578E-2</c:v>
                </c:pt>
                <c:pt idx="1233">
                  <c:v>4.5813751229738103E-2</c:v>
                </c:pt>
                <c:pt idx="1234">
                  <c:v>4.7089782381709001E-2</c:v>
                </c:pt>
                <c:pt idx="1235">
                  <c:v>4.83515408297727E-2</c:v>
                </c:pt>
                <c:pt idx="1236">
                  <c:v>4.9591084408876801E-2</c:v>
                </c:pt>
                <c:pt idx="1237">
                  <c:v>5.0800471705812901E-2</c:v>
                </c:pt>
                <c:pt idx="1238">
                  <c:v>5.1971825293115601E-2</c:v>
                </c:pt>
                <c:pt idx="1239">
                  <c:v>5.3097395897512702E-2</c:v>
                </c:pt>
                <c:pt idx="1240">
                  <c:v>5.4169629206470997E-2</c:v>
                </c:pt>
                <c:pt idx="1241">
                  <c:v>5.5181234898361103E-2</c:v>
                </c:pt>
                <c:pt idx="1242">
                  <c:v>5.6125255677426898E-2</c:v>
                </c:pt>
                <c:pt idx="1243">
                  <c:v>5.6995133191564802E-2</c:v>
                </c:pt>
                <c:pt idx="1244">
                  <c:v>5.7784767928696801E-2</c:v>
                </c:pt>
                <c:pt idx="1245">
                  <c:v>5.8488571430477601E-2</c:v>
                </c:pt>
                <c:pt idx="1246">
                  <c:v>5.9101511022256699E-2</c:v>
                </c:pt>
                <c:pt idx="1247">
                  <c:v>5.9619149002955098E-2</c:v>
                </c:pt>
                <c:pt idx="1248">
                  <c:v>6.0037679036904497E-2</c:v>
                </c:pt>
                <c:pt idx="1249">
                  <c:v>6.0353961883815102E-2</c:v>
                </c:pt>
                <c:pt idx="1250">
                  <c:v>6.0565560833847898E-2</c:v>
                </c:pt>
                <c:pt idx="1251">
                  <c:v>6.0670775086960699E-2</c:v>
                </c:pt>
                <c:pt idx="1252">
                  <c:v>6.0668667730163203E-2</c:v>
                </c:pt>
                <c:pt idx="1253">
                  <c:v>6.0559084503600397E-2</c:v>
                </c:pt>
                <c:pt idx="1254">
                  <c:v>6.0342660340309398E-2</c:v>
                </c:pt>
                <c:pt idx="1255">
                  <c:v>6.0020812484449397E-2</c:v>
                </c:pt>
                <c:pt idx="1256">
                  <c:v>5.9595721313967398E-2</c:v>
                </c:pt>
                <c:pt idx="1257">
                  <c:v>5.9070302040281603E-2</c:v>
                </c:pt>
                <c:pt idx="1258">
                  <c:v>5.8448171430737599E-2</c:v>
                </c:pt>
                <c:pt idx="1259">
                  <c:v>5.77336132050651E-2</c:v>
                </c:pt>
                <c:pt idx="1260">
                  <c:v>5.6931544071475999E-2</c:v>
                </c:pt>
                <c:pt idx="1261">
                  <c:v>5.60474802598366E-2</c:v>
                </c:pt>
                <c:pt idx="1262">
                  <c:v>5.5087502700421002E-2</c:v>
                </c:pt>
                <c:pt idx="1263">
                  <c:v>5.4058218241727199E-2</c:v>
                </c:pt>
                <c:pt idx="1264">
                  <c:v>5.29667147034458E-2</c:v>
                </c:pt>
                <c:pt idx="1265">
                  <c:v>5.1820508985788098E-2</c:v>
                </c:pt>
                <c:pt idx="1266">
                  <c:v>5.0627489421401203E-2</c:v>
                </c:pt>
                <c:pt idx="1267">
                  <c:v>4.9395855280641297E-2</c:v>
                </c:pt>
                <c:pt idx="1268">
                  <c:v>4.8134057018221398E-2</c:v>
                </c:pt>
                <c:pt idx="1269">
                  <c:v>4.6850740094994403E-2</c:v>
                </c:pt>
                <c:pt idx="1270">
                  <c:v>4.5554693341053901E-2</c:v>
                </c:pt>
                <c:pt idx="1271">
                  <c:v>4.42548006829242E-2</c:v>
                </c:pt>
                <c:pt idx="1272">
                  <c:v>4.2959993497805403E-2</c:v>
                </c:pt>
                <c:pt idx="1273">
                  <c:v>4.1679200383427199E-2</c:v>
                </c:pt>
                <c:pt idx="1274">
                  <c:v>4.0421291831349099E-2</c:v>
                </c:pt>
                <c:pt idx="1275">
                  <c:v>3.91950189367819E-2</c:v>
                </c:pt>
                <c:pt idx="1276">
                  <c:v>3.8008947363022898E-2</c:v>
                </c:pt>
                <c:pt idx="1277">
                  <c:v>3.6871389553280301E-2</c:v>
                </c:pt>
                <c:pt idx="1278">
                  <c:v>3.5790338894734798E-2</c:v>
                </c:pt>
                <c:pt idx="1279">
                  <c:v>3.47734088510862E-2</c:v>
                </c:pt>
                <c:pt idx="1280">
                  <c:v>3.3827778296748802E-2</c:v>
                </c:pt>
                <c:pt idx="1281">
                  <c:v>3.2960142165509798E-2</c:v>
                </c:pt>
                <c:pt idx="1282">
                  <c:v>3.2176664867886298E-2</c:v>
                </c:pt>
                <c:pt idx="1283">
                  <c:v>3.1482933289084601E-2</c:v>
                </c:pt>
                <c:pt idx="1284">
                  <c:v>3.0883906774097501E-2</c:v>
                </c:pt>
                <c:pt idx="1285">
                  <c:v>3.03838632081131E-2</c:v>
                </c:pt>
                <c:pt idx="1286">
                  <c:v>2.9986342612245798E-2</c:v>
                </c:pt>
                <c:pt idx="1287">
                  <c:v>2.9694091795647699E-2</c:v>
                </c:pt>
                <c:pt idx="1288">
                  <c:v>2.9509014700650801E-2</c:v>
                </c:pt>
                <c:pt idx="1289">
                  <c:v>2.9432132698831801E-2</c:v>
                </c:pt>
                <c:pt idx="1290">
                  <c:v>2.9463557443228001E-2</c:v>
                </c:pt>
                <c:pt idx="1291">
                  <c:v>2.9602476685329601E-2</c:v>
                </c:pt>
                <c:pt idx="1292">
                  <c:v>2.9847151594026001E-2</c:v>
                </c:pt>
                <c:pt idx="1293">
                  <c:v>3.0194923207293601E-2</c:v>
                </c:pt>
                <c:pt idx="1294">
                  <c:v>3.0642225945240398E-2</c:v>
                </c:pt>
                <c:pt idx="1295">
                  <c:v>3.1184607449699399E-2</c:v>
                </c:pt>
                <c:pt idx="1296">
                  <c:v>3.1816755869824499E-2</c:v>
                </c:pt>
                <c:pt idx="1297">
                  <c:v>3.2532537304181798E-2</c:v>
                </c:pt>
                <c:pt idx="1298">
                  <c:v>3.3325046661732499E-2</c:v>
                </c:pt>
                <c:pt idx="1299">
                  <c:v>3.41866743489345E-2</c:v>
                </c:pt>
                <c:pt idx="1300">
                  <c:v>3.5109189203106198E-2</c:v>
                </c:pt>
                <c:pt idx="1301">
                  <c:v>3.6083835732877802E-2</c:v>
                </c:pt>
                <c:pt idx="1302">
                  <c:v>3.7101441833639698E-2</c:v>
                </c:pt>
                <c:pt idx="1303">
                  <c:v>3.81525323004221E-2</c:v>
                </c:pt>
                <c:pt idx="1304">
                  <c:v>3.9227443865549098E-2</c:v>
                </c:pt>
                <c:pt idx="1305">
                  <c:v>4.0316438976414702E-2</c:v>
                </c:pt>
                <c:pt idx="1306">
                  <c:v>4.1409817573028897E-2</c:v>
                </c:pt>
                <c:pt idx="1307">
                  <c:v>4.2498027907242102E-2</c:v>
                </c:pt>
                <c:pt idx="1308">
                  <c:v>4.3571778142685202E-2</c:v>
                </c:pt>
                <c:pt idx="1309">
                  <c:v>4.46221497007631E-2</c:v>
                </c:pt>
                <c:pt idx="1310">
                  <c:v>4.5640711374131102E-2</c:v>
                </c:pt>
                <c:pt idx="1311">
                  <c:v>4.6619630928745298E-2</c:v>
                </c:pt>
                <c:pt idx="1312">
                  <c:v>4.7551779154949299E-2</c:v>
                </c:pt>
                <c:pt idx="1313">
                  <c:v>4.8430820727596399E-2</c:v>
                </c:pt>
                <c:pt idx="1314">
                  <c:v>4.9251287008698699E-2</c:v>
                </c:pt>
                <c:pt idx="1315">
                  <c:v>5.0008627889264898E-2</c:v>
                </c:pt>
                <c:pt idx="1316">
                  <c:v>5.06992423559771E-2</c:v>
                </c:pt>
                <c:pt idx="1317">
                  <c:v>5.1320489830733597E-2</c:v>
                </c:pt>
                <c:pt idx="1318">
                  <c:v>5.18706856446896E-2</c:v>
                </c:pt>
                <c:pt idx="1319">
                  <c:v>5.2349083913450403E-2</c:v>
                </c:pt>
                <c:pt idx="1320">
                  <c:v>5.2755849860246597E-2</c:v>
                </c:pt>
                <c:pt idx="1321">
                  <c:v>5.30920220002052E-2</c:v>
                </c:pt>
                <c:pt idx="1322">
                  <c:v>5.3359463310364397E-2</c:v>
                </c:pt>
                <c:pt idx="1323">
                  <c:v>5.3560800106893097E-2</c:v>
                </c:pt>
                <c:pt idx="1324">
                  <c:v>5.3699348049500099E-2</c:v>
                </c:pt>
                <c:pt idx="1325">
                  <c:v>5.3779026349650601E-2</c:v>
                </c:pt>
                <c:pt idx="1326">
                  <c:v>5.3804263351585301E-2</c:v>
                </c:pt>
                <c:pt idx="1327">
                  <c:v>5.3779898369514398E-2</c:v>
                </c:pt>
                <c:pt idx="1328">
                  <c:v>5.3711085207346597E-2</c:v>
                </c:pt>
                <c:pt idx="1329">
                  <c:v>5.3603201822840098E-2</c:v>
                </c:pt>
                <c:pt idx="1330">
                  <c:v>5.3461768475050402E-2</c:v>
                </c:pt>
                <c:pt idx="1331">
                  <c:v>5.3292374244837203E-2</c:v>
                </c:pt>
                <c:pt idx="1332">
                  <c:v>5.3100609904028602E-2</c:v>
                </c:pt>
                <c:pt idx="1333">
                  <c:v>5.2892004275958499E-2</c:v>
                </c:pt>
                <c:pt idx="1334">
                  <c:v>5.2671961624690698E-2</c:v>
                </c:pt>
                <c:pt idx="1335">
                  <c:v>5.2445699019429103E-2</c:v>
                </c:pt>
                <c:pt idx="1336">
                  <c:v>5.2218184509338801E-2</c:v>
                </c:pt>
                <c:pt idx="1337">
                  <c:v>5.1994078548572402E-2</c:v>
                </c:pt>
                <c:pt idx="1338">
                  <c:v>5.1777681720516097E-2</c:v>
                </c:pt>
                <c:pt idx="1339">
                  <c:v>5.1572891151328903E-2</c:v>
                </c:pt>
                <c:pt idx="1340">
                  <c:v>5.1383166410222898E-2</c:v>
                </c:pt>
                <c:pt idx="1341">
                  <c:v>5.1211503878893401E-2</c:v>
                </c:pt>
                <c:pt idx="1342">
                  <c:v>5.1060417215598501E-2</c:v>
                </c:pt>
                <c:pt idx="1343">
                  <c:v>5.0931921063747401E-2</c:v>
                </c:pt>
                <c:pt idx="1344">
                  <c:v>5.08275157385134E-2</c:v>
                </c:pt>
                <c:pt idx="1345">
                  <c:v>5.0748172209678998E-2</c:v>
                </c:pt>
                <c:pt idx="1346">
                  <c:v>5.06943188677327E-2</c:v>
                </c:pt>
                <c:pt idx="1347">
                  <c:v>5.0665833503647603E-2</c:v>
                </c:pt>
                <c:pt idx="1348">
                  <c:v>5.0662044765269601E-2</c:v>
                </c:pt>
                <c:pt idx="1349">
                  <c:v>5.0681746640263502E-2</c:v>
                </c:pt>
                <c:pt idx="1350">
                  <c:v>5.0723227552336901E-2</c:v>
                </c:pt>
                <c:pt idx="1351">
                  <c:v>5.0784313263676203E-2</c:v>
                </c:pt>
                <c:pt idx="1352">
                  <c:v>5.08624208356485E-2</c:v>
                </c:pt>
                <c:pt idx="1353">
                  <c:v>5.0954620006933099E-2</c:v>
                </c:pt>
                <c:pt idx="1354">
                  <c:v>5.1057698689971898E-2</c:v>
                </c:pt>
                <c:pt idx="1355">
                  <c:v>5.1168230643356197E-2</c:v>
                </c:pt>
                <c:pt idx="1356">
                  <c:v>5.1282645156104603E-2</c:v>
                </c:pt>
                <c:pt idx="1357">
                  <c:v>5.1397299952553203E-2</c:v>
                </c:pt>
                <c:pt idx="1358">
                  <c:v>5.1508558777165203E-2</c:v>
                </c:pt>
                <c:pt idx="1359">
                  <c:v>5.1612874040928902E-2</c:v>
                </c:pt>
                <c:pt idx="1360">
                  <c:v>5.1706872935233801E-2</c:v>
                </c:pt>
                <c:pt idx="1361">
                  <c:v>5.1787443344059297E-2</c:v>
                </c:pt>
                <c:pt idx="1362">
                  <c:v>5.1851814468195701E-2</c:v>
                </c:pt>
                <c:pt idx="1363">
                  <c:v>5.1897626786134098E-2</c:v>
                </c:pt>
                <c:pt idx="1364">
                  <c:v>5.1922986961206098E-2</c:v>
                </c:pt>
                <c:pt idx="1365">
                  <c:v>5.1926505389040298E-2</c:v>
                </c:pt>
                <c:pt idx="1366">
                  <c:v>5.1907316717174502E-2</c:v>
                </c:pt>
                <c:pt idx="1367">
                  <c:v>5.1865085976294197E-2</c:v>
                </c:pt>
                <c:pt idx="1368">
                  <c:v>5.1800004044166598E-2</c:v>
                </c:pt>
                <c:pt idx="1369">
                  <c:v>5.1712775621405901E-2</c:v>
                </c:pt>
                <c:pt idx="1370">
                  <c:v>5.1604601095704597E-2</c:v>
                </c:pt>
                <c:pt idx="1371">
                  <c:v>5.1477151487986102E-2</c:v>
                </c:pt>
                <c:pt idx="1372">
                  <c:v>5.1332534015024398E-2</c:v>
                </c:pt>
                <c:pt idx="1373">
                  <c:v>5.1173245270848898E-2</c:v>
                </c:pt>
                <c:pt idx="1374">
                  <c:v>5.1002109845786098E-2</c:v>
                </c:pt>
                <c:pt idx="1375">
                  <c:v>5.0822204197462202E-2</c:v>
                </c:pt>
                <c:pt idx="1376">
                  <c:v>5.0636768167721898E-2</c:v>
                </c:pt>
                <c:pt idx="1377">
                  <c:v>5.04491087714121E-2</c:v>
                </c:pt>
                <c:pt idx="1378">
                  <c:v>5.02625018644456E-2</c:v>
                </c:pt>
                <c:pt idx="1379">
                  <c:v>5.0080096658609297E-2</c:v>
                </c:pt>
                <c:pt idx="1380">
                  <c:v>4.9904826176483702E-2</c:v>
                </c:pt>
                <c:pt idx="1381">
                  <c:v>4.9739324510244098E-2</c:v>
                </c:pt>
                <c:pt idx="1382">
                  <c:v>4.9585850045136402E-2</c:v>
                </c:pt>
                <c:pt idx="1383">
                  <c:v>4.94462132031512E-2</c:v>
                </c:pt>
                <c:pt idx="1384">
                  <c:v>4.9321707937213403E-2</c:v>
                </c:pt>
                <c:pt idx="1385">
                  <c:v>4.9213047940046398E-2</c:v>
                </c:pt>
                <c:pt idx="1386">
                  <c:v>4.91203106932896E-2</c:v>
                </c:pt>
                <c:pt idx="1387">
                  <c:v>4.9042894166314403E-2</c:v>
                </c:pt>
                <c:pt idx="1388">
                  <c:v>4.8979491371100803E-2</c:v>
                </c:pt>
                <c:pt idx="1389">
                  <c:v>4.89280868030234E-2</c:v>
                </c:pt>
                <c:pt idx="1390">
                  <c:v>4.8885976445859299E-2</c:v>
                </c:pt>
                <c:pt idx="1391">
                  <c:v>4.8849810339733298E-2</c:v>
                </c:pt>
                <c:pt idx="1392">
                  <c:v>4.88156545609639E-2</c:v>
                </c:pt>
                <c:pt idx="1393">
                  <c:v>4.8779068388831302E-2</c:v>
                </c:pt>
                <c:pt idx="1394">
                  <c:v>4.87351925911449E-2</c:v>
                </c:pt>
                <c:pt idx="1395">
                  <c:v>4.8678845948686003E-2</c:v>
                </c:pt>
                <c:pt idx="1396">
                  <c:v>4.8604628824813E-2</c:v>
                </c:pt>
                <c:pt idx="1397">
                  <c:v>4.8507033994891001E-2</c:v>
                </c:pt>
                <c:pt idx="1398">
                  <c:v>4.8380565355987198E-2</c:v>
                </c:pt>
                <c:pt idx="1399">
                  <c:v>4.8219864246367997E-2</c:v>
                </c:pt>
                <c:pt idx="1400">
                  <c:v>4.8019841225026498E-2</c:v>
                </c:pt>
                <c:pt idx="1401">
                  <c:v>4.7775809026324403E-2</c:v>
                </c:pt>
                <c:pt idx="1402">
                  <c:v>4.74836108040863E-2</c:v>
                </c:pt>
                <c:pt idx="1403">
                  <c:v>4.71397372816343E-2</c:v>
                </c:pt>
                <c:pt idx="1404">
                  <c:v>4.6741427271666303E-2</c:v>
                </c:pt>
                <c:pt idx="1405">
                  <c:v>4.62867480815779E-2</c:v>
                </c:pt>
                <c:pt idx="1406">
                  <c:v>4.5774654988191998E-2</c:v>
                </c:pt>
                <c:pt idx="1407">
                  <c:v>4.5205031317326297E-2</c:v>
                </c:pt>
                <c:pt idx="1408">
                  <c:v>4.4578711813084503E-2</c:v>
                </c:pt>
                <c:pt idx="1409">
                  <c:v>4.3897491584536999E-2</c:v>
                </c:pt>
                <c:pt idx="1410">
                  <c:v>4.3164121367975899E-2</c:v>
                </c:pt>
                <c:pt idx="1411">
                  <c:v>4.2382288009622897E-2</c:v>
                </c:pt>
                <c:pt idx="1412">
                  <c:v>4.1556577814908902E-2</c:v>
                </c:pt>
                <c:pt idx="1413">
                  <c:v>4.0692420246538699E-2</c:v>
                </c:pt>
                <c:pt idx="1414">
                  <c:v>3.9796010502676102E-2</c:v>
                </c:pt>
                <c:pt idx="1415">
                  <c:v>3.8874211523464902E-2</c:v>
                </c:pt>
                <c:pt idx="1416">
                  <c:v>3.7934438374957399E-2</c:v>
                </c:pt>
                <c:pt idx="1417">
                  <c:v>3.6984529930775299E-2</c:v>
                </c:pt>
                <c:pt idx="1418">
                  <c:v>3.6032613592267497E-2</c:v>
                </c:pt>
                <c:pt idx="1419">
                  <c:v>3.5086968223264799E-2</c:v>
                </c:pt>
                <c:pt idx="1420">
                  <c:v>3.4155888902159003E-2</c:v>
                </c:pt>
                <c:pt idx="1421">
                  <c:v>3.3247555247133E-2</c:v>
                </c:pt>
                <c:pt idx="1422">
                  <c:v>3.2369903668527197E-2</c:v>
                </c:pt>
                <c:pt idx="1423">
                  <c:v>3.1530503400737098E-2</c:v>
                </c:pt>
                <c:pt idx="1424">
                  <c:v>3.07364366796932E-2</c:v>
                </c:pt>
                <c:pt idx="1425">
                  <c:v>2.9994184755168001E-2</c:v>
                </c:pt>
                <c:pt idx="1426">
                  <c:v>2.9309523064827099E-2</c:v>
                </c:pt>
                <c:pt idx="1427">
                  <c:v>2.8687430124455598E-2</c:v>
                </c:pt>
                <c:pt idx="1428">
                  <c:v>2.81320147899622E-2</c:v>
                </c:pt>
                <c:pt idx="1429">
                  <c:v>2.7646465224122101E-2</c:v>
                </c:pt>
                <c:pt idx="1430">
                  <c:v>2.7233020516922099E-2</c:v>
                </c:pt>
                <c:pt idx="1431">
                  <c:v>2.68929632904388E-2</c:v>
                </c:pt>
                <c:pt idx="1432">
                  <c:v>2.6626629620902498E-2</c:v>
                </c:pt>
                <c:pt idx="1433">
                  <c:v>2.6433431782339201E-2</c:v>
                </c:pt>
                <c:pt idx="1434">
                  <c:v>2.6311889791988501E-2</c:v>
                </c:pt>
                <c:pt idx="1435">
                  <c:v>2.6259669250200301E-2</c:v>
                </c:pt>
                <c:pt idx="1436">
                  <c:v>2.6273624924376199E-2</c:v>
                </c:pt>
                <c:pt idx="1437">
                  <c:v>2.63498511599141E-2</c:v>
                </c:pt>
                <c:pt idx="1438">
                  <c:v>2.6483740830878202E-2</c:v>
                </c:pt>
                <c:pt idx="1439">
                  <c:v>2.6670053892332801E-2</c:v>
                </c:pt>
                <c:pt idx="1440">
                  <c:v>2.6902994951008698E-2</c:v>
                </c:pt>
                <c:pt idx="1441">
                  <c:v>2.7176297336024401E-2</c:v>
                </c:pt>
                <c:pt idx="1442">
                  <c:v>2.7483309705826901E-2</c:v>
                </c:pt>
                <c:pt idx="1443">
                  <c:v>2.78170808183692E-2</c:v>
                </c:pt>
                <c:pt idx="1444">
                  <c:v>2.8170438899255301E-2</c:v>
                </c:pt>
                <c:pt idx="1445">
                  <c:v>2.8536063872026798E-2</c:v>
                </c:pt>
                <c:pt idx="1446">
                  <c:v>2.89065530151646E-2</c:v>
                </c:pt>
                <c:pt idx="1447">
                  <c:v>2.9274482565489E-2</c:v>
                </c:pt>
                <c:pt idx="1448">
                  <c:v>2.9632468609456002E-2</c:v>
                </c:pt>
                <c:pt idx="1449">
                  <c:v>2.9973229957217899E-2</c:v>
                </c:pt>
                <c:pt idx="1450">
                  <c:v>3.0289653912732601E-2</c:v>
                </c:pt>
                <c:pt idx="1451">
                  <c:v>3.0574863731482001E-2</c:v>
                </c:pt>
                <c:pt idx="1452">
                  <c:v>3.0822284916171599E-2</c:v>
                </c:pt>
                <c:pt idx="1453">
                  <c:v>3.1025706869453901E-2</c:v>
                </c:pt>
                <c:pt idx="1454">
                  <c:v>3.1179336951252402E-2</c:v>
                </c:pt>
                <c:pt idx="1455">
                  <c:v>3.1277845470819202E-2</c:v>
                </c:pt>
                <c:pt idx="1456">
                  <c:v>3.1316402057961601E-2</c:v>
                </c:pt>
                <c:pt idx="1457">
                  <c:v>3.1290705466384502E-2</c:v>
                </c:pt>
                <c:pt idx="1458">
                  <c:v>3.1197009472360301E-2</c:v>
                </c:pt>
                <c:pt idx="1459">
                  <c:v>3.10321468575031E-2</c:v>
                </c:pt>
                <c:pt idx="1460">
                  <c:v>3.07935518204316E-2</c:v>
                </c:pt>
                <c:pt idx="1461">
                  <c:v>3.0479279305933599E-2</c:v>
                </c:pt>
                <c:pt idx="1462">
                  <c:v>3.008801848378E-2</c:v>
                </c:pt>
                <c:pt idx="1463">
                  <c:v>2.9619097480016201E-2</c:v>
                </c:pt>
                <c:pt idx="1464">
                  <c:v>2.9072477561012802E-2</c:v>
                </c:pt>
                <c:pt idx="1465">
                  <c:v>2.8448736976694301E-2</c:v>
                </c:pt>
                <c:pt idx="1466">
                  <c:v>2.7749046915969001E-2</c:v>
                </c:pt>
                <c:pt idx="1467">
                  <c:v>2.6975143650385398E-2</c:v>
                </c:pt>
                <c:pt idx="1468">
                  <c:v>2.61293012236017E-2</c:v>
                </c:pt>
                <c:pt idx="1469">
                  <c:v>2.5214307814004602E-2</c:v>
                </c:pt>
                <c:pt idx="1470">
                  <c:v>2.4233446645742701E-2</c:v>
                </c:pt>
                <c:pt idx="1471">
                  <c:v>2.3190479909700999E-2</c:v>
                </c:pt>
                <c:pt idx="1472">
                  <c:v>2.2089632390755901E-2</c:v>
                </c:pt>
                <c:pt idx="1473">
                  <c:v>2.0935570882562302E-2</c:v>
                </c:pt>
                <c:pt idx="1474">
                  <c:v>1.9733376141878999E-2</c:v>
                </c:pt>
                <c:pt idx="1475">
                  <c:v>1.8488505885711898E-2</c:v>
                </c:pt>
                <c:pt idx="1476">
                  <c:v>1.72067496272513E-2</c:v>
                </c:pt>
                <c:pt idx="1477">
                  <c:v>1.5894178165516599E-2</c:v>
                </c:pt>
                <c:pt idx="1478">
                  <c:v>1.45570914738183E-2</c:v>
                </c:pt>
                <c:pt idx="1479">
                  <c:v>1.32019681956792E-2</c:v>
                </c:pt>
                <c:pt idx="1480">
                  <c:v>1.1835418257092801E-2</c:v>
                </c:pt>
                <c:pt idx="1481">
                  <c:v>1.0464138041462101E-2</c:v>
                </c:pt>
                <c:pt idx="1482">
                  <c:v>9.0948660038799901E-3</c:v>
                </c:pt>
                <c:pt idx="1483">
                  <c:v>7.7343360823001698E-3</c:v>
                </c:pt>
                <c:pt idx="1484">
                  <c:v>6.3892269455018197E-3</c:v>
                </c:pt>
                <c:pt idx="1485">
                  <c:v>5.06610677728268E-3</c:v>
                </c:pt>
                <c:pt idx="1486">
                  <c:v>3.7713753701062299E-3</c:v>
                </c:pt>
                <c:pt idx="1487">
                  <c:v>2.5112069838402599E-3</c:v>
                </c:pt>
                <c:pt idx="1488">
                  <c:v>1.29149797426844E-3</c:v>
                </c:pt>
                <c:pt idx="1489">
                  <c:v>1.17822350121157E-4</c:v>
                </c:pt>
                <c:pt idx="1490">
                  <c:v>-1.00460344384509E-3</c:v>
                </c:pt>
                <c:pt idx="1491">
                  <c:v>-2.0709473282763502E-3</c:v>
                </c:pt>
                <c:pt idx="1492">
                  <c:v>-3.0767823886693698E-3</c:v>
                </c:pt>
                <c:pt idx="1493">
                  <c:v>-4.0181047016363E-3</c:v>
                </c:pt>
                <c:pt idx="1494">
                  <c:v>-4.8913506960159099E-3</c:v>
                </c:pt>
                <c:pt idx="1495">
                  <c:v>-5.69341508828631E-3</c:v>
                </c:pt>
                <c:pt idx="1496">
                  <c:v>-6.4216685399946204E-3</c:v>
                </c:pt>
                <c:pt idx="1497">
                  <c:v>-7.0739726285567297E-3</c:v>
                </c:pt>
                <c:pt idx="1498">
                  <c:v>-7.6486891912918402E-3</c:v>
                </c:pt>
                <c:pt idx="1499">
                  <c:v>-8.1446818557300502E-3</c:v>
                </c:pt>
                <c:pt idx="1500">
                  <c:v>-8.5613092986234901E-3</c:v>
                </c:pt>
                <c:pt idx="1501">
                  <c:v>-8.8984117774080496E-3</c:v>
                </c:pt>
                <c:pt idx="1502">
                  <c:v>-9.1562939817044896E-3</c:v>
                </c:pt>
                <c:pt idx="1503">
                  <c:v>-9.3357077144693504E-3</c:v>
                </c:pt>
                <c:pt idx="1504">
                  <c:v>-9.4378371518782801E-3</c:v>
                </c:pt>
                <c:pt idx="1505">
                  <c:v>-9.4642876445273898E-3</c:v>
                </c:pt>
                <c:pt idx="1506">
                  <c:v>-9.4170767645983706E-3</c:v>
                </c:pt>
                <c:pt idx="1507">
                  <c:v>-9.2986244021676899E-3</c:v>
                </c:pt>
                <c:pt idx="1508">
                  <c:v>-9.1117379855552502E-3</c:v>
                </c:pt>
                <c:pt idx="1509">
                  <c:v>-8.8595897161830601E-3</c:v>
                </c:pt>
                <c:pt idx="1510">
                  <c:v>-8.5456847299296094E-3</c:v>
                </c:pt>
                <c:pt idx="1511">
                  <c:v>-8.1738214562573092E-3</c:v>
                </c:pt>
                <c:pt idx="1512">
                  <c:v>-7.74804723221617E-3</c:v>
                </c:pt>
                <c:pt idx="1513">
                  <c:v>-7.2726128704301901E-3</c:v>
                </c:pt>
                <c:pt idx="1514">
                  <c:v>-6.7519292262687202E-3</c:v>
                </c:pt>
                <c:pt idx="1515">
                  <c:v>-6.1905270802232503E-3</c:v>
                </c:pt>
                <c:pt idx="1516">
                  <c:v>-5.5930194498596203E-3</c:v>
                </c:pt>
                <c:pt idx="1517">
                  <c:v>-4.9640636742303004E-3</c:v>
                </c:pt>
                <c:pt idx="1518">
                  <c:v>-4.3083201061029398E-3</c:v>
                </c:pt>
                <c:pt idx="1519">
                  <c:v>-3.6304052831559702E-3</c:v>
                </c:pt>
                <c:pt idx="1520">
                  <c:v>-2.9348395591602501E-3</c:v>
                </c:pt>
                <c:pt idx="1521">
                  <c:v>-2.2259914166722601E-3</c:v>
                </c:pt>
                <c:pt idx="1522">
                  <c:v>-1.50802215483157E-3</c:v>
                </c:pt>
                <c:pt idx="1523">
                  <c:v>-7.8483488289725497E-4</c:v>
                </c:pt>
                <c:pt idx="1524" formatCode="0.00E+00">
                  <c:v>-6.0030782643905297E-5</c:v>
                </c:pt>
                <c:pt idx="1525">
                  <c:v>6.6312618914451699E-4</c:v>
                </c:pt>
                <c:pt idx="1526">
                  <c:v>1.38173700447827E-3</c:v>
                </c:pt>
                <c:pt idx="1527">
                  <c:v>2.09329003329082E-3</c:v>
                </c:pt>
                <c:pt idx="1528">
                  <c:v>2.7956809943107601E-3</c:v>
                </c:pt>
                <c:pt idx="1529">
                  <c:v>3.4872320879056201E-3</c:v>
                </c:pt>
                <c:pt idx="1530">
                  <c:v>4.1667100376640304E-3</c:v>
                </c:pt>
                <c:pt idx="1531">
                  <c:v>4.8333406988207202E-3</c:v>
                </c:pt>
                <c:pt idx="1532">
                  <c:v>5.4868165760422402E-3</c:v>
                </c:pt>
                <c:pt idx="1533">
                  <c:v>6.1272934912909001E-3</c:v>
                </c:pt>
                <c:pt idx="1534">
                  <c:v>6.7553737605354196E-3</c:v>
                </c:pt>
                <c:pt idx="1535">
                  <c:v>7.3720752493627497E-3</c:v>
                </c:pt>
                <c:pt idx="1536">
                  <c:v>7.9787879920304901E-3</c:v>
                </c:pt>
                <c:pt idx="1537">
                  <c:v>8.5772218807578394E-3</c:v>
                </c:pt>
                <c:pt idx="1538">
                  <c:v>9.1693495516926397E-3</c:v>
                </c:pt>
                <c:pt idx="1539">
                  <c:v>9.7573478129353401E-3</c:v>
                </c:pt>
                <c:pt idx="1540">
                  <c:v>1.03435392265933E-2</c:v>
                </c:pt>
                <c:pt idx="1541">
                  <c:v>1.0930333575282E-2</c:v>
                </c:pt>
                <c:pt idx="1542">
                  <c:v>1.1520167669972801E-2</c:v>
                </c:pt>
                <c:pt idx="1543">
                  <c:v>1.21154417517249E-2</c:v>
                </c:pt>
                <c:pt idx="1544">
                  <c:v>1.27184516941577E-2</c:v>
                </c:pt>
                <c:pt idx="1545">
                  <c:v>1.3331318053167601E-2</c:v>
                </c:pt>
                <c:pt idx="1546">
                  <c:v>1.39559151248551E-2</c:v>
                </c:pt>
                <c:pt idx="1547">
                  <c:v>1.4593804719180601E-2</c:v>
                </c:pt>
                <c:pt idx="1548">
                  <c:v>1.5246179597042E-2</c:v>
                </c:pt>
                <c:pt idx="1549">
                  <c:v>1.5913820270471699E-2</c:v>
                </c:pt>
                <c:pt idx="1550">
                  <c:v>1.65970666467735E-2</c:v>
                </c:pt>
                <c:pt idx="1551">
                  <c:v>1.7295803682940401E-2</c:v>
                </c:pt>
                <c:pt idx="1552">
                  <c:v>1.8009458558561599E-2</c:v>
                </c:pt>
                <c:pt idx="1553">
                  <c:v>1.8737006273367999E-2</c:v>
                </c:pt>
                <c:pt idx="1554">
                  <c:v>1.9476981103893402E-2</c:v>
                </c:pt>
                <c:pt idx="1555">
                  <c:v>2.0227492806475698E-2</c:v>
                </c:pt>
                <c:pt idx="1556">
                  <c:v>2.0986248312842098E-2</c:v>
                </c:pt>
                <c:pt idx="1557">
                  <c:v>2.17505811497711E-2</c:v>
                </c:pt>
                <c:pt idx="1558">
                  <c:v>2.25174911784978E-2</c:v>
                </c:pt>
                <c:pt idx="1559">
                  <c:v>2.3283696199231499E-2</c:v>
                </c:pt>
                <c:pt idx="1560">
                  <c:v>2.4045694869259299E-2</c:v>
                </c:pt>
                <c:pt idx="1561">
                  <c:v>2.4799838065141799E-2</c:v>
                </c:pt>
                <c:pt idx="1562">
                  <c:v>2.5542404125007499E-2</c:v>
                </c:pt>
                <c:pt idx="1563">
                  <c:v>2.6269672868941898E-2</c:v>
                </c:pt>
                <c:pt idx="1564">
                  <c:v>2.69779940473312E-2</c:v>
                </c:pt>
                <c:pt idx="1565">
                  <c:v>2.76638476658321E-2</c:v>
                </c:pt>
                <c:pt idx="1566">
                  <c:v>2.8323895886863001E-2</c:v>
                </c:pt>
                <c:pt idx="1567">
                  <c:v>2.8955028083027801E-2</c:v>
                </c:pt>
                <c:pt idx="1568">
                  <c:v>2.9554401387954499E-2</c:v>
                </c:pt>
                <c:pt idx="1569">
                  <c:v>3.0119478531597601E-2</c:v>
                </c:pt>
                <c:pt idx="1570">
                  <c:v>3.0648063275119899E-2</c:v>
                </c:pt>
                <c:pt idx="1571">
                  <c:v>3.1138332133359502E-2</c:v>
                </c:pt>
                <c:pt idx="1572">
                  <c:v>3.15888599614461E-2</c:v>
                </c:pt>
                <c:pt idx="1573">
                  <c:v>3.1998636770719402E-2</c:v>
                </c:pt>
                <c:pt idx="1574">
                  <c:v>3.2367073951498501E-2</c:v>
                </c:pt>
                <c:pt idx="1575">
                  <c:v>3.2693999767379703E-2</c:v>
                </c:pt>
                <c:pt idx="1576">
                  <c:v>3.2979646019422701E-2</c:v>
                </c:pt>
                <c:pt idx="1577">
                  <c:v>3.3224629315401398E-2</c:v>
                </c:pt>
                <c:pt idx="1578">
                  <c:v>3.3429930673359601E-2</c:v>
                </c:pt>
                <c:pt idx="1579">
                  <c:v>3.3596876077785699E-2</c:v>
                </c:pt>
                <c:pt idx="1580">
                  <c:v>3.3727118612027401E-2</c:v>
                </c:pt>
                <c:pt idx="1581">
                  <c:v>3.3822620764106803E-2</c:v>
                </c:pt>
                <c:pt idx="1582">
                  <c:v>3.3885634183948903E-2</c:v>
                </c:pt>
                <c:pt idx="1583">
                  <c:v>3.3918673956389901E-2</c:v>
                </c:pt>
                <c:pt idx="1584">
                  <c:v>3.39244853909801E-2</c:v>
                </c:pt>
                <c:pt idx="1585">
                  <c:v>3.3906003149595403E-2</c:v>
                </c:pt>
                <c:pt idx="1586">
                  <c:v>3.3866304658706103E-2</c:v>
                </c:pt>
                <c:pt idx="1587">
                  <c:v>3.3808561370376002E-2</c:v>
                </c:pt>
                <c:pt idx="1588">
                  <c:v>3.37359918148099E-2</c:v>
                </c:pt>
                <c:pt idx="1589">
                  <c:v>3.3651819319093897E-2</c:v>
                </c:pt>
                <c:pt idx="1590">
                  <c:v>3.3559235215457603E-2</c:v>
                </c:pt>
                <c:pt idx="1591">
                  <c:v>3.34613661833996E-2</c:v>
                </c:pt>
                <c:pt idx="1592">
                  <c:v>3.3361242877483703E-2</c:v>
                </c:pt>
                <c:pt idx="1593">
                  <c:v>3.3261766679182299E-2</c:v>
                </c:pt>
                <c:pt idx="1594">
                  <c:v>3.3165672371182002E-2</c:v>
                </c:pt>
                <c:pt idx="1595">
                  <c:v>3.3075486475022002E-2</c:v>
                </c:pt>
                <c:pt idx="1596">
                  <c:v>3.2993483267905799E-2</c:v>
                </c:pt>
                <c:pt idx="1597">
                  <c:v>3.29216422249674E-2</c:v>
                </c:pt>
                <c:pt idx="1598">
                  <c:v>3.2861611075549198E-2</c:v>
                </c:pt>
                <c:pt idx="1599">
                  <c:v>3.2814677634691501E-2</c:v>
                </c:pt>
                <c:pt idx="1600">
                  <c:v>3.2781751575496898E-2</c:v>
                </c:pt>
                <c:pt idx="1601">
                  <c:v>3.2763355222705397E-2</c:v>
                </c:pt>
                <c:pt idx="1602">
                  <c:v>3.2759621069706701E-2</c:v>
                </c:pt>
                <c:pt idx="1603">
                  <c:v>3.27702934743129E-2</c:v>
                </c:pt>
                <c:pt idx="1604">
                  <c:v>3.2794732886040102E-2</c:v>
                </c:pt>
                <c:pt idx="1605">
                  <c:v>3.2831922679802297E-2</c:v>
                </c:pt>
                <c:pt idx="1606">
                  <c:v>3.2880480601964197E-2</c:v>
                </c:pt>
                <c:pt idx="1607">
                  <c:v>3.2938678141572399E-2</c:v>
                </c:pt>
                <c:pt idx="1608">
                  <c:v>3.3004471107025903E-2</c:v>
                </c:pt>
                <c:pt idx="1609">
                  <c:v>3.3075543187115197E-2</c:v>
                </c:pt>
                <c:pt idx="1610">
                  <c:v>3.3149361898586499E-2</c:v>
                </c:pt>
                <c:pt idx="1611">
                  <c:v>3.3223244000196502E-2</c:v>
                </c:pt>
                <c:pt idx="1612">
                  <c:v>3.3294425928421897E-2</c:v>
                </c:pt>
                <c:pt idx="1613">
                  <c:v>3.3360134434701101E-2</c:v>
                </c:pt>
                <c:pt idx="1614">
                  <c:v>3.3417653422996803E-2</c:v>
                </c:pt>
                <c:pt idx="1615">
                  <c:v>3.3464384768163997E-2</c:v>
                </c:pt>
                <c:pt idx="1616">
                  <c:v>3.34979030547694E-2</c:v>
                </c:pt>
                <c:pt idx="1617">
                  <c:v>3.35160058674338E-2</c:v>
                </c:pt>
                <c:pt idx="1618">
                  <c:v>3.3516761771784101E-2</c:v>
                </c:pt>
                <c:pt idx="1619">
                  <c:v>3.3498557277136298E-2</c:v>
                </c:pt>
                <c:pt idx="1620">
                  <c:v>3.3460142327779399E-2</c:v>
                </c:pt>
                <c:pt idx="1621">
                  <c:v>3.3400672029416399E-2</c:v>
                </c:pt>
                <c:pt idx="1622">
                  <c:v>3.3319741106469798E-2</c:v>
                </c:pt>
                <c:pt idx="1623">
                  <c:v>3.3217407418096499E-2</c:v>
                </c:pt>
                <c:pt idx="1624">
                  <c:v>3.3094201825080001E-2</c:v>
                </c:pt>
                <c:pt idx="1625">
                  <c:v>3.2951123583106701E-2</c:v>
                </c:pt>
                <c:pt idx="1626">
                  <c:v>3.27896226956352E-2</c:v>
                </c:pt>
                <c:pt idx="1627">
                  <c:v>3.2611572500507703E-2</c:v>
                </c:pt>
                <c:pt idx="1628">
                  <c:v>3.2419236474253002E-2</c:v>
                </c:pt>
                <c:pt idx="1629">
                  <c:v>3.2215232572766699E-2</c:v>
                </c:pt>
                <c:pt idx="1630">
                  <c:v>3.2002496764754099E-2</c:v>
                </c:pt>
                <c:pt idx="1631">
                  <c:v>3.17842455275383E-2</c:v>
                </c:pt>
                <c:pt idx="1632">
                  <c:v>3.1563935714253102E-2</c:v>
                </c:pt>
                <c:pt idx="1633">
                  <c:v>3.1345219817044301E-2</c:v>
                </c:pt>
                <c:pt idx="1634">
                  <c:v>3.11318953585848E-2</c:v>
                </c:pt>
                <c:pt idx="1635">
                  <c:v>3.0927848758840099E-2</c:v>
                </c:pt>
                <c:pt idx="1636">
                  <c:v>3.0736996017881699E-2</c:v>
                </c:pt>
                <c:pt idx="1637">
                  <c:v>3.0563224101197901E-2</c:v>
                </c:pt>
                <c:pt idx="1638">
                  <c:v>3.0410337231353699E-2</c:v>
                </c:pt>
                <c:pt idx="1639">
                  <c:v>3.0282011132194801E-2</c:v>
                </c:pt>
                <c:pt idx="1640">
                  <c:v>3.0181756099900699E-2</c:v>
                </c:pt>
                <c:pt idx="1641">
                  <c:v>3.0112887466576501E-2</c:v>
                </c:pt>
                <c:pt idx="1642">
                  <c:v>3.0078500412718302E-2</c:v>
                </c:pt>
                <c:pt idx="1643">
                  <c:v>3.0081445673750699E-2</c:v>
                </c:pt>
                <c:pt idx="1644">
                  <c:v>3.0124303564916799E-2</c:v>
                </c:pt>
                <c:pt idx="1645">
                  <c:v>3.02093556191705E-2</c:v>
                </c:pt>
                <c:pt idx="1646">
                  <c:v>3.0338555313689598E-2</c:v>
                </c:pt>
                <c:pt idx="1647">
                  <c:v>3.0513500936686502E-2</c:v>
                </c:pt>
                <c:pt idx="1648">
                  <c:v>3.07354138913906E-2</c:v>
                </c:pt>
                <c:pt idx="1649">
                  <c:v>3.1005124552029001E-2</c:v>
                </c:pt>
                <c:pt idx="1650">
                  <c:v>3.1323065745452301E-2</c:v>
                </c:pt>
                <c:pt idx="1651">
                  <c:v>3.1689271892146098E-2</c:v>
                </c:pt>
                <c:pt idx="1652">
                  <c:v>3.2103380540281397E-2</c:v>
                </c:pt>
                <c:pt idx="1653">
                  <c:v>3.2564632871709499E-2</c:v>
                </c:pt>
                <c:pt idx="1654">
                  <c:v>3.3071870797248798E-2</c:v>
                </c:pt>
                <c:pt idx="1655">
                  <c:v>3.3623530219936797E-2</c:v>
                </c:pt>
                <c:pt idx="1656">
                  <c:v>3.4217632344224598E-2</c:v>
                </c:pt>
                <c:pt idx="1657">
                  <c:v>3.4851776701155399E-2</c:v>
                </c:pt>
                <c:pt idx="1658">
                  <c:v>3.5523140060356E-2</c:v>
                </c:pt>
                <c:pt idx="1659">
                  <c:v>3.6228484370370198E-2</c:v>
                </c:pt>
                <c:pt idx="1660">
                  <c:v>3.6964174789917197E-2</c:v>
                </c:pt>
                <c:pt idx="1661">
                  <c:v>3.7726206620598599E-2</c:v>
                </c:pt>
                <c:pt idx="1662">
                  <c:v>3.8510238342041501E-2</c:v>
                </c:pt>
                <c:pt idx="1663">
                  <c:v>3.9311627499029701E-2</c:v>
                </c:pt>
                <c:pt idx="1664">
                  <c:v>4.0125467044917103E-2</c:v>
                </c:pt>
                <c:pt idx="1665">
                  <c:v>4.0946621628237603E-2</c:v>
                </c:pt>
                <c:pt idx="1666">
                  <c:v>4.1769765500037297E-2</c:v>
                </c:pt>
                <c:pt idx="1667">
                  <c:v>4.2589425251349698E-2</c:v>
                </c:pt>
                <c:pt idx="1668">
                  <c:v>4.3400030697603002E-2</c:v>
                </c:pt>
                <c:pt idx="1669">
                  <c:v>4.4195975795225897E-2</c:v>
                </c:pt>
                <c:pt idx="1670">
                  <c:v>4.4971689112683698E-2</c:v>
                </c:pt>
                <c:pt idx="1671">
                  <c:v>4.5721711019488999E-2</c:v>
                </c:pt>
                <c:pt idx="1672">
                  <c:v>4.6440773172349702E-2</c:v>
                </c:pt>
                <c:pt idx="1673">
                  <c:v>4.7123875463333E-2</c:v>
                </c:pt>
                <c:pt idx="1674">
                  <c:v>4.7766356417111903E-2</c:v>
                </c:pt>
                <c:pt idx="1675">
                  <c:v>4.8363954829894203E-2</c:v>
                </c:pt>
                <c:pt idx="1676">
                  <c:v>4.8912862598633901E-2</c:v>
                </c:pt>
                <c:pt idx="1677">
                  <c:v>4.9409770313015501E-2</c:v>
                </c:pt>
                <c:pt idx="1678">
                  <c:v>4.98519075613372E-2</c:v>
                </c:pt>
                <c:pt idx="1679">
                  <c:v>5.0237078917769601E-2</c:v>
                </c:pt>
                <c:pt idx="1680">
                  <c:v>5.0563694781704201E-2</c:v>
                </c:pt>
                <c:pt idx="1681">
                  <c:v>5.0830794498572002E-2</c:v>
                </c:pt>
                <c:pt idx="1682">
                  <c:v>5.1038058236883697E-2</c:v>
                </c:pt>
                <c:pt idx="1683">
                  <c:v>5.1185804298489797E-2</c:v>
                </c:pt>
                <c:pt idx="1684">
                  <c:v>5.1274969925471002E-2</c:v>
                </c:pt>
                <c:pt idx="1685">
                  <c:v>5.1307075947591103E-2</c:v>
                </c:pt>
                <c:pt idx="1686">
                  <c:v>5.1284178150310597E-2</c:v>
                </c:pt>
                <c:pt idx="1687">
                  <c:v>5.1208810163568097E-2</c:v>
                </c:pt>
                <c:pt idx="1688">
                  <c:v>5.1083923246346599E-2</c:v>
                </c:pt>
                <c:pt idx="1689">
                  <c:v>5.0912827385297399E-2</c:v>
                </c:pt>
                <c:pt idx="1690">
                  <c:v>5.0699136086599997E-2</c:v>
                </c:pt>
                <c:pt idx="1691">
                  <c:v>5.0446714938526802E-2</c:v>
                </c:pt>
                <c:pt idx="1692">
                  <c:v>5.0159632277374001E-2</c:v>
                </c:pt>
                <c:pt idx="1693">
                  <c:v>4.9842109665370601E-2</c:v>
                </c:pt>
                <c:pt idx="1694">
                  <c:v>4.9498470563778499E-2</c:v>
                </c:pt>
                <c:pt idx="1695">
                  <c:v>4.9133087273310103E-2</c:v>
                </c:pt>
                <c:pt idx="1696">
                  <c:v>4.8750328182728897E-2</c:v>
                </c:pt>
                <c:pt idx="1697">
                  <c:v>4.8354508673829601E-2</c:v>
                </c:pt>
                <c:pt idx="1698">
                  <c:v>4.7949849004094103E-2</c:v>
                </c:pt>
                <c:pt idx="1699">
                  <c:v>4.7540441106121101E-2</c:v>
                </c:pt>
                <c:pt idx="1700">
                  <c:v>4.7130224097266298E-2</c:v>
                </c:pt>
                <c:pt idx="1701">
                  <c:v>4.67229662160819E-2</c:v>
                </c:pt>
                <c:pt idx="1702">
                  <c:v>4.63222496035679E-2</c:v>
                </c:pt>
                <c:pt idx="1703">
                  <c:v>4.5931454230381398E-2</c:v>
                </c:pt>
                <c:pt idx="1704">
                  <c:v>4.5553738379503501E-2</c:v>
                </c:pt>
                <c:pt idx="1705">
                  <c:v>4.5192015093670101E-2</c:v>
                </c:pt>
                <c:pt idx="1706">
                  <c:v>4.4848926191831603E-2</c:v>
                </c:pt>
                <c:pt idx="1707">
                  <c:v>4.45268169750241E-2</c:v>
                </c:pt>
                <c:pt idx="1708">
                  <c:v>4.42277149531633E-2</c:v>
                </c:pt>
                <c:pt idx="1709">
                  <c:v>4.3953314829986302E-2</c:v>
                </c:pt>
                <c:pt idx="1710">
                  <c:v>4.3704970161696999E-2</c:v>
                </c:pt>
                <c:pt idx="1711">
                  <c:v>4.3483690321567597E-2</c:v>
                </c:pt>
                <c:pt idx="1712">
                  <c:v>4.3290140278884497E-2</c:v>
                </c:pt>
                <c:pt idx="1713">
                  <c:v>4.3124640595470103E-2</c:v>
                </c:pt>
                <c:pt idx="1714">
                  <c:v>4.2987166020200002E-2</c:v>
                </c:pt>
                <c:pt idx="1715">
                  <c:v>4.2877342840437399E-2</c:v>
                </c:pt>
                <c:pt idx="1716">
                  <c:v>4.2794447095130299E-2</c:v>
                </c:pt>
                <c:pt idx="1717">
                  <c:v>4.2737407054658401E-2</c:v>
                </c:pt>
                <c:pt idx="1718">
                  <c:v>4.2704813423025297E-2</c:v>
                </c:pt>
                <c:pt idx="1719">
                  <c:v>4.2694939475970903E-2</c:v>
                </c:pt>
                <c:pt idx="1720">
                  <c:v>4.2705771343784699E-2</c:v>
                </c:pt>
                <c:pt idx="1721">
                  <c:v>4.2735046651790502E-2</c:v>
                </c:pt>
                <c:pt idx="1722">
                  <c:v>4.2780298384580001E-2</c:v>
                </c:pt>
                <c:pt idx="1723">
                  <c:v>4.2838900488448801E-2</c:v>
                </c:pt>
                <c:pt idx="1724">
                  <c:v>4.2908112444160998E-2</c:v>
                </c:pt>
                <c:pt idx="1725">
                  <c:v>4.2985121630545901E-2</c:v>
                </c:pt>
                <c:pt idx="1726">
                  <c:v>4.30670842205211E-2</c:v>
                </c:pt>
                <c:pt idx="1727">
                  <c:v>4.3151166805213803E-2</c:v>
                </c:pt>
                <c:pt idx="1728">
                  <c:v>4.3234591223535401E-2</c:v>
                </c:pt>
                <c:pt idx="1729">
                  <c:v>4.3314684000202899E-2</c:v>
                </c:pt>
                <c:pt idx="1730">
                  <c:v>4.3388929844494502E-2</c:v>
                </c:pt>
                <c:pt idx="1731">
                  <c:v>4.3455026698611898E-2</c:v>
                </c:pt>
                <c:pt idx="1732">
                  <c:v>4.3510938618766003E-2</c:v>
                </c:pt>
                <c:pt idx="1733">
                  <c:v>4.3554942694451301E-2</c:v>
                </c:pt>
                <c:pt idx="1734">
                  <c:v>4.3585667230184803E-2</c:v>
                </c:pt>
                <c:pt idx="1735">
                  <c:v>4.36021202039268E-2</c:v>
                </c:pt>
                <c:pt idx="1736">
                  <c:v>4.3603709003370399E-2</c:v>
                </c:pt>
                <c:pt idx="1737">
                  <c:v>4.3590253889585602E-2</c:v>
                </c:pt>
                <c:pt idx="1738">
                  <c:v>4.3561997933568297E-2</c:v>
                </c:pt>
                <c:pt idx="1739">
                  <c:v>4.35196151764915E-2</c:v>
                </c:pt>
                <c:pt idx="1740">
                  <c:v>4.3464216922690001E-2</c:v>
                </c:pt>
                <c:pt idx="1741">
                  <c:v>4.3397354163918003E-2</c:v>
                </c:pt>
                <c:pt idx="1742">
                  <c:v>4.3321012893303798E-2</c:v>
                </c:pt>
                <c:pt idx="1743">
                  <c:v>4.3237598966761999E-2</c:v>
                </c:pt>
                <c:pt idx="1744">
                  <c:v>4.3149910323956903E-2</c:v>
                </c:pt>
                <c:pt idx="1745">
                  <c:v>4.30610964864706E-2</c:v>
                </c:pt>
                <c:pt idx="1746">
                  <c:v>4.2974607582367298E-2</c:v>
                </c:pt>
                <c:pt idx="1747">
                  <c:v>4.2894136793008901E-2</c:v>
                </c:pt>
                <c:pt idx="1748">
                  <c:v>4.28235604285482E-2</c:v>
                </c:pt>
                <c:pt idx="1749">
                  <c:v>4.2766878766841897E-2</c:v>
                </c:pt>
                <c:pt idx="1750">
                  <c:v>4.2728158879741601E-2</c:v>
                </c:pt>
                <c:pt idx="1751">
                  <c:v>4.2711478737927598E-2</c:v>
                </c:pt>
                <c:pt idx="1752">
                  <c:v>4.2720870659998897E-2</c:v>
                </c:pt>
                <c:pt idx="1753">
                  <c:v>4.2760262062698E-2</c:v>
                </c:pt>
                <c:pt idx="1754">
                  <c:v>4.2833412495090199E-2</c:v>
                </c:pt>
                <c:pt idx="1755">
                  <c:v>4.2943847751789298E-2</c:v>
                </c:pt>
                <c:pt idx="1756">
                  <c:v>4.3094793796362198E-2</c:v>
                </c:pt>
                <c:pt idx="1757">
                  <c:v>4.3289114471101002E-2</c:v>
                </c:pt>
                <c:pt idx="1758">
                  <c:v>4.3529256923126397E-2</c:v>
                </c:pt>
                <c:pt idx="1759">
                  <c:v>4.3817207316609201E-2</c:v>
                </c:pt>
                <c:pt idx="1760">
                  <c:v>4.4154457299813397E-2</c:v>
                </c:pt>
                <c:pt idx="1761">
                  <c:v>4.4541979688586503E-2</c:v>
                </c:pt>
                <c:pt idx="1762">
                  <c:v>4.4980210616731797E-2</c:v>
                </c:pt>
                <c:pt idx="1763">
                  <c:v>4.5469035324067299E-2</c:v>
                </c:pt>
                <c:pt idx="1764">
                  <c:v>4.6007775746452297E-2</c:v>
                </c:pt>
                <c:pt idx="1765">
                  <c:v>4.6595179769460301E-2</c:v>
                </c:pt>
                <c:pt idx="1766">
                  <c:v>4.7229413799982002E-2</c:v>
                </c:pt>
                <c:pt idx="1767">
                  <c:v>4.7908061468018001E-2</c:v>
                </c:pt>
                <c:pt idx="1768">
                  <c:v>4.8628131245763803E-2</c:v>
                </c:pt>
                <c:pt idx="1769">
                  <c:v>4.9386074522576498E-2</c:v>
                </c:pt>
                <c:pt idx="1770">
                  <c:v>5.0177813700634101E-2</c:v>
                </c:pt>
                <c:pt idx="1771">
                  <c:v>5.09987779417512E-2</c:v>
                </c:pt>
                <c:pt idx="1772">
                  <c:v>5.1843943012542998E-2</c:v>
                </c:pt>
                <c:pt idx="1773">
                  <c:v>5.2707871668870698E-2</c:v>
                </c:pt>
                <c:pt idx="1774">
                  <c:v>5.3584752203462101E-2</c:v>
                </c:pt>
                <c:pt idx="1775">
                  <c:v>5.4468434754393502E-2</c:v>
                </c:pt>
                <c:pt idx="1776">
                  <c:v>5.5352467033601097E-2</c:v>
                </c:pt>
                <c:pt idx="1777">
                  <c:v>5.6230132459191902E-2</c:v>
                </c:pt>
                <c:pt idx="1778">
                  <c:v>5.7094493639548202E-2</c:v>
                </c:pt>
                <c:pt idx="1779">
                  <c:v>5.7938442715279398E-2</c:v>
                </c:pt>
                <c:pt idx="1780">
                  <c:v>5.8754757843250897E-2</c:v>
                </c:pt>
                <c:pt idx="1781">
                  <c:v>5.9536163044892197E-2</c:v>
                </c:pt>
                <c:pt idx="1782">
                  <c:v>6.0275387480730198E-2</c:v>
                </c:pt>
                <c:pt idx="1783">
                  <c:v>6.09652202573958E-2</c:v>
                </c:pt>
                <c:pt idx="1784">
                  <c:v>6.15985580549131E-2</c:v>
                </c:pt>
                <c:pt idx="1785">
                  <c:v>6.2168444843752203E-2</c:v>
                </c:pt>
                <c:pt idx="1786">
                  <c:v>6.2668105136988297E-2</c:v>
                </c:pt>
                <c:pt idx="1787">
                  <c:v>6.3090973804509301E-2</c:v>
                </c:pt>
                <c:pt idx="1788">
                  <c:v>6.3430725816978298E-2</c:v>
                </c:pt>
                <c:pt idx="1789">
                  <c:v>6.3681308266155201E-2</c:v>
                </c:pt>
                <c:pt idx="1790">
                  <c:v>6.3836975123368001E-2</c:v>
                </c:pt>
                <c:pt idx="1791">
                  <c:v>6.38923232621285E-2</c:v>
                </c:pt>
                <c:pt idx="1792">
                  <c:v>6.3842326993403795E-2</c:v>
                </c:pt>
                <c:pt idx="1793">
                  <c:v>6.3682368149936497E-2</c:v>
                </c:pt>
                <c:pt idx="1794">
                  <c:v>6.3408259711038806E-2</c:v>
                </c:pt>
                <c:pt idx="1795">
                  <c:v>6.3016262844762097E-2</c:v>
                </c:pt>
                <c:pt idx="1796">
                  <c:v>6.2503099428163206E-2</c:v>
                </c:pt>
                <c:pt idx="1797">
                  <c:v>6.1865963702951998E-2</c:v>
                </c:pt>
                <c:pt idx="1798">
                  <c:v>6.1102536992188497E-2</c:v>
                </c:pt>
                <c:pt idx="1799">
                  <c:v>6.0211008161279E-2</c:v>
                </c:pt>
                <c:pt idx="1800">
                  <c:v>5.9190100251578802E-2</c:v>
                </c:pt>
                <c:pt idx="1801">
                  <c:v>5.8039101364905303E-2</c:v>
                </c:pt>
                <c:pt idx="1802">
                  <c:v>5.6757896320688402E-2</c:v>
                </c:pt>
                <c:pt idx="1803">
                  <c:v>5.5346995357854999E-2</c:v>
                </c:pt>
                <c:pt idx="1804">
                  <c:v>5.3807557228738201E-2</c:v>
                </c:pt>
                <c:pt idx="1805">
                  <c:v>5.2141405989045903E-2</c:v>
                </c:pt>
                <c:pt idx="1806">
                  <c:v>5.0351042837638298E-2</c:v>
                </c:pt>
                <c:pt idx="1807">
                  <c:v>4.8439655617635503E-2</c:v>
                </c:pt>
                <c:pt idx="1808">
                  <c:v>4.6411128481490503E-2</c:v>
                </c:pt>
                <c:pt idx="1809">
                  <c:v>4.4270052815639102E-2</c:v>
                </c:pt>
                <c:pt idx="1810">
                  <c:v>4.2021738482049702E-2</c:v>
                </c:pt>
                <c:pt idx="1811">
                  <c:v>3.9672222638763001E-2</c:v>
                </c:pt>
                <c:pt idx="1812">
                  <c:v>3.7228272521440398E-2</c:v>
                </c:pt>
                <c:pt idx="1813">
                  <c:v>3.4697378868649702E-2</c:v>
                </c:pt>
                <c:pt idx="1814">
                  <c:v>3.2087738010158497E-2</c:v>
                </c:pt>
                <c:pt idx="1815">
                  <c:v>2.94082225525505E-2</c:v>
                </c:pt>
                <c:pt idx="1816">
                  <c:v>2.6668342435577499E-2</c:v>
                </c:pt>
                <c:pt idx="1817">
                  <c:v>2.38781991965623E-2</c:v>
                </c:pt>
                <c:pt idx="1818">
                  <c:v>2.10484360885747E-2</c:v>
                </c:pt>
                <c:pt idx="1819">
                  <c:v>1.8190185273472399E-2</c:v>
                </c:pt>
                <c:pt idx="1820">
                  <c:v>1.5315011236873E-2</c:v>
                </c:pt>
                <c:pt idx="1821">
                  <c:v>1.24348477268094E-2</c:v>
                </c:pt>
                <c:pt idx="1822">
                  <c:v>9.5619246542844299E-3</c:v>
                </c:pt>
                <c:pt idx="1823">
                  <c:v>6.7086818388898397E-3</c:v>
                </c:pt>
                <c:pt idx="1824">
                  <c:v>3.8876680996461099E-3</c:v>
                </c:pt>
                <c:pt idx="1825">
                  <c:v>1.11142652073263E-3</c:v>
                </c:pt>
                <c:pt idx="1826">
                  <c:v>-1.6076308915721101E-3</c:v>
                </c:pt>
                <c:pt idx="1827">
                  <c:v>-4.2573542370574801E-3</c:v>
                </c:pt>
                <c:pt idx="1828">
                  <c:v>-6.8259870501188001E-3</c:v>
                </c:pt>
                <c:pt idx="1829">
                  <c:v>-9.3022934198319692E-3</c:v>
                </c:pt>
                <c:pt idx="1830">
                  <c:v>-1.16756781486593E-2</c:v>
                </c:pt>
                <c:pt idx="1831">
                  <c:v>-1.39362990770978E-2</c:v>
                </c:pt>
                <c:pt idx="1832">
                  <c:v>-1.60751720007574E-2</c:v>
                </c:pt>
                <c:pt idx="1833">
                  <c:v>-1.8084268902710102E-2</c:v>
                </c:pt>
                <c:pt idx="1834">
                  <c:v>-1.9956609457517201E-2</c:v>
                </c:pt>
                <c:pt idx="1835">
                  <c:v>-2.16863442267986E-2</c:v>
                </c:pt>
                <c:pt idx="1836">
                  <c:v>-2.3268826265258301E-2</c:v>
                </c:pt>
                <c:pt idx="1837">
                  <c:v>-2.4700666784512999E-2</c:v>
                </c:pt>
                <c:pt idx="1838">
                  <c:v>-2.5979770738139001E-2</c:v>
                </c:pt>
                <c:pt idx="1839">
                  <c:v>-2.7105349799444099E-2</c:v>
                </c:pt>
                <c:pt idx="1840">
                  <c:v>-2.80779126151471E-2</c:v>
                </c:pt>
                <c:pt idx="1841">
                  <c:v>-2.88992344956031E-2</c:v>
                </c:pt>
                <c:pt idx="1842">
                  <c:v>-2.9572310087668301E-2</c:v>
                </c:pt>
                <c:pt idx="1843">
                  <c:v>-3.0101292760272499E-2</c:v>
                </c:pt>
                <c:pt idx="1844">
                  <c:v>-3.0491423502352399E-2</c:v>
                </c:pt>
                <c:pt idx="1845">
                  <c:v>-3.0748950468049902E-2</c:v>
                </c:pt>
                <c:pt idx="1846">
                  <c:v>-3.0881038538418198E-2</c:v>
                </c:pt>
                <c:pt idx="1847">
                  <c:v>-3.08956671630626E-2</c:v>
                </c:pt>
                <c:pt idx="1848">
                  <c:v>-3.0801514881647001E-2</c:v>
                </c:pt>
                <c:pt idx="1849">
                  <c:v>-3.0607830375812502E-2</c:v>
                </c:pt>
                <c:pt idx="1850">
                  <c:v>-3.0324292135222499E-2</c:v>
                </c:pt>
                <c:pt idx="1851">
                  <c:v>-2.9960860971320401E-2</c:v>
                </c:pt>
                <c:pt idx="1852">
                  <c:v>-2.9527630914892099E-2</c:v>
                </c:pt>
                <c:pt idx="1853">
                  <c:v>-2.90346840981827E-2</c:v>
                </c:pt>
                <c:pt idx="1854">
                  <c:v>-2.8491954059382901E-2</c:v>
                </c:pt>
                <c:pt idx="1855">
                  <c:v>-2.7909099887709399E-2</c:v>
                </c:pt>
                <c:pt idx="1856">
                  <c:v>-2.7295391444753899E-2</c:v>
                </c:pt>
                <c:pt idx="1857">
                  <c:v>-2.6659604396133699E-2</c:v>
                </c:pt>
                <c:pt idx="1858">
                  <c:v>-2.60099235983033E-2</c:v>
                </c:pt>
                <c:pt idx="1859">
                  <c:v>-2.5353854576458799E-2</c:v>
                </c:pt>
                <c:pt idx="1860">
                  <c:v>-2.4698144832064201E-2</c:v>
                </c:pt>
                <c:pt idx="1861">
                  <c:v>-2.4048718600011201E-2</c:v>
                </c:pt>
                <c:pt idx="1862">
                  <c:v>-2.34106295865577E-2</c:v>
                </c:pt>
                <c:pt idx="1863">
                  <c:v>-2.2788035753357298E-2</c:v>
                </c:pt>
                <c:pt idx="1864">
                  <c:v>-2.2184198492208498E-2</c:v>
                </c:pt>
                <c:pt idx="1865">
                  <c:v>-2.1601506070699598E-2</c:v>
                </c:pt>
                <c:pt idx="1866">
                  <c:v>-2.1041518755571899E-2</c:v>
                </c:pt>
                <c:pt idx="1867">
                  <c:v>-2.0505031332386299E-2</c:v>
                </c:pt>
                <c:pt idx="1868">
                  <c:v>-1.99921483919644E-2</c:v>
                </c:pt>
                <c:pt idx="1869">
                  <c:v>-1.95023687424522E-2</c:v>
                </c:pt>
                <c:pt idx="1870">
                  <c:v>-1.9034677048106002E-2</c:v>
                </c:pt>
                <c:pt idx="1871">
                  <c:v>-1.85876424559035E-2</c:v>
                </c:pt>
                <c:pt idx="1872">
                  <c:v>-1.8159524849905E-2</c:v>
                </c:pt>
                <c:pt idx="1873">
                  <c:v>-1.7748389132956299E-2</c:v>
                </c:pt>
                <c:pt idx="1874">
                  <c:v>-1.7352226632611899E-2</c:v>
                </c:pt>
                <c:pt idx="1875">
                  <c:v>-1.6969080760754901E-2</c:v>
                </c:pt>
                <c:pt idx="1876">
                  <c:v>-1.65971721094073E-2</c:v>
                </c:pt>
                <c:pt idx="1877">
                  <c:v>-1.6235017061700299E-2</c:v>
                </c:pt>
                <c:pt idx="1878">
                  <c:v>-1.5881534316460499E-2</c:v>
                </c:pt>
                <c:pt idx="1879">
                  <c:v>-1.55361354063591E-2</c:v>
                </c:pt>
                <c:pt idx="1880">
                  <c:v>-1.51987976370444E-2</c:v>
                </c:pt>
                <c:pt idx="1881">
                  <c:v>-1.48701199889851E-2</c:v>
                </c:pt>
                <c:pt idx="1882">
                  <c:v>-1.4551363753311499E-2</c:v>
                </c:pt>
                <c:pt idx="1883">
                  <c:v>-1.42444797773758E-2</c:v>
                </c:pt>
                <c:pt idx="1884">
                  <c:v>-1.39521232786733E-2</c:v>
                </c:pt>
                <c:pt idx="1885">
                  <c:v>-1.36776556207731E-2</c:v>
                </c:pt>
                <c:pt idx="1886">
                  <c:v>-1.34251308667053E-2</c:v>
                </c:pt>
                <c:pt idx="1887">
                  <c:v>-1.3199264095227699E-2</c:v>
                </c:pt>
                <c:pt idx="1888">
                  <c:v>-1.30053788923261E-2</c:v>
                </c:pt>
                <c:pt idx="1889">
                  <c:v>-1.28493330321654E-2</c:v>
                </c:pt>
                <c:pt idx="1890">
                  <c:v>-1.2737423532524401E-2</c:v>
                </c:pt>
                <c:pt idx="1891">
                  <c:v>-1.2676274270611999E-2</c:v>
                </c:pt>
                <c:pt idx="1892">
                  <c:v>-1.2672710627836301E-2</c:v>
                </c:pt>
                <c:pt idx="1893">
                  <c:v>-1.2733625917009401E-2</c:v>
                </c:pt>
                <c:pt idx="1894">
                  <c:v>-1.28658436033876E-2</c:v>
                </c:pt>
                <c:pt idx="1895">
                  <c:v>-1.3075977820471801E-2</c:v>
                </c:pt>
                <c:pt idx="1896">
                  <c:v>-1.33702929787954E-2</c:v>
                </c:pt>
                <c:pt idx="1897">
                  <c:v>-1.3754562125303601E-2</c:v>
                </c:pt>
                <c:pt idx="1898">
                  <c:v>-1.42339237225509E-2</c:v>
                </c:pt>
                <c:pt idx="1899">
                  <c:v>-1.4812737756507001E-2</c:v>
                </c:pt>
                <c:pt idx="1900">
                  <c:v>-1.5494444042931699E-2</c:v>
                </c:pt>
                <c:pt idx="1901">
                  <c:v>-1.6281427488966702E-2</c:v>
                </c:pt>
                <c:pt idx="1902">
                  <c:v>-1.71748961786133E-2</c:v>
                </c:pt>
                <c:pt idx="1903">
                  <c:v>-1.8174778083563901E-2</c:v>
                </c:pt>
                <c:pt idx="1904">
                  <c:v>-1.9279640899518401E-2</c:v>
                </c:pt>
                <c:pt idx="1905">
                  <c:v>-2.0486637323158498E-2</c:v>
                </c:pt>
                <c:pt idx="1906">
                  <c:v>-2.17914757487528E-2</c:v>
                </c:pt>
                <c:pt idx="1907">
                  <c:v>-2.31884147295154E-2</c:v>
                </c:pt>
                <c:pt idx="1908">
                  <c:v>-2.4670279182364599E-2</c:v>
                </c:pt>
                <c:pt idx="1909">
                  <c:v>-2.62284972095497E-2</c:v>
                </c:pt>
                <c:pt idx="1910">
                  <c:v>-2.78531580147078E-2</c:v>
                </c:pt>
                <c:pt idx="1911">
                  <c:v>-2.95330928924716E-2</c:v>
                </c:pt>
                <c:pt idx="1912">
                  <c:v>-3.1255981933546097E-2</c:v>
                </c:pt>
                <c:pt idx="1913">
                  <c:v>-3.3008488459428199E-2</c:v>
                </c:pt>
                <c:pt idx="1914">
                  <c:v>-3.4776421226854599E-2</c:v>
                </c:pt>
                <c:pt idx="1915">
                  <c:v>-3.6544921568541403E-2</c:v>
                </c:pt>
                <c:pt idx="1916">
                  <c:v>-3.8298669796290499E-2</c:v>
                </c:pt>
                <c:pt idx="1917">
                  <c:v>-4.0022103449475703E-2</c:v>
                </c:pt>
                <c:pt idx="1918">
                  <c:v>-4.16996399442442E-2</c:v>
                </c:pt>
                <c:pt idx="1919">
                  <c:v>-4.3315897699730398E-2</c:v>
                </c:pt>
                <c:pt idx="1920">
                  <c:v>-4.4855912122868803E-2</c:v>
                </c:pt>
                <c:pt idx="1921">
                  <c:v>-4.6305345028523799E-2</c:v>
                </c:pt>
                <c:pt idx="1922">
                  <c:v>-4.7650687464619E-2</c:v>
                </c:pt>
                <c:pt idx="1923">
                  <c:v>-4.8879456114563298E-2</c:v>
                </c:pt>
                <c:pt idx="1924">
                  <c:v>-4.9980382410785999E-2</c:v>
                </c:pt>
                <c:pt idx="1925">
                  <c:v>-5.0943591574412E-2</c:v>
                </c:pt>
                <c:pt idx="1926">
                  <c:v>-5.17607667975006E-2</c:v>
                </c:pt>
                <c:pt idx="1927">
                  <c:v>-5.2425292699364898E-2</c:v>
                </c:pt>
                <c:pt idx="1928">
                  <c:v>-5.2932372657248698E-2</c:v>
                </c:pt>
                <c:pt idx="1929">
                  <c:v>-5.3279116510762399E-2</c:v>
                </c:pt>
                <c:pt idx="1930">
                  <c:v>-5.3464597716494699E-2</c:v>
                </c:pt>
                <c:pt idx="1931">
                  <c:v>-5.3489881382493998E-2</c:v>
                </c:pt>
                <c:pt idx="1932">
                  <c:v>-5.3358026064296397E-2</c:v>
                </c:pt>
                <c:pt idx="1933">
                  <c:v>-5.3074062435701203E-2</c:v>
                </c:pt>
                <c:pt idx="1934">
                  <c:v>-5.26449510056042E-2</c:v>
                </c:pt>
                <c:pt idx="1935">
                  <c:v>-5.2079519334708398E-2</c:v>
                </c:pt>
                <c:pt idx="1936">
                  <c:v>-5.1388377431941197E-2</c:v>
                </c:pt>
                <c:pt idx="1937">
                  <c:v>-5.0583809031710003E-2</c:v>
                </c:pt>
                <c:pt idx="1938">
                  <c:v>-4.9679636834726502E-2</c:v>
                </c:pt>
                <c:pt idx="1939">
                  <c:v>-4.8691061463145002E-2</c:v>
                </c:pt>
                <c:pt idx="1940">
                  <c:v>-4.7634476192136802E-2</c:v>
                </c:pt>
                <c:pt idx="1941">
                  <c:v>-4.6527261660803301E-2</c:v>
                </c:pt>
                <c:pt idx="1942">
                  <c:v>-4.5387566102915597E-2</c:v>
                </c:pt>
                <c:pt idx="1943">
                  <c:v>-4.4234076850984898E-2</c:v>
                </c:pt>
                <c:pt idx="1944">
                  <c:v>-4.3085787950349397E-2</c:v>
                </c:pt>
                <c:pt idx="1945">
                  <c:v>-4.1961767005416303E-2</c:v>
                </c:pt>
                <c:pt idx="1946">
                  <c:v>-4.0880922547278799E-2</c:v>
                </c:pt>
                <c:pt idx="1947">
                  <c:v>-3.9861772093787398E-2</c:v>
                </c:pt>
                <c:pt idx="1948">
                  <c:v>-3.8922211224383101E-2</c:v>
                </c:pt>
                <c:pt idx="1949">
                  <c:v>-3.8079285336477399E-2</c:v>
                </c:pt>
                <c:pt idx="1950">
                  <c:v>-3.73489676347077E-2</c:v>
                </c:pt>
                <c:pt idx="1951">
                  <c:v>-3.6745948484983498E-2</c:v>
                </c:pt>
                <c:pt idx="1952">
                  <c:v>-3.6283441885998503E-2</c:v>
                </c:pt>
                <c:pt idx="1953">
                  <c:v>-3.5973014183972897E-2</c:v>
                </c:pt>
                <c:pt idx="1954">
                  <c:v>-3.5824438404694202E-2</c:v>
                </c:pt>
                <c:pt idx="1955">
                  <c:v>-3.5845575213236197E-2</c:v>
                </c:pt>
                <c:pt idx="1956">
                  <c:v>-3.6042279310964903E-2</c:v>
                </c:pt>
                <c:pt idx="1957">
                  <c:v>-3.6418328809680302E-2</c:v>
                </c:pt>
                <c:pt idx="1958">
                  <c:v>-3.6975375212347297E-2</c:v>
                </c:pt>
                <c:pt idx="1959">
                  <c:v>-3.7712912939016401E-2</c:v>
                </c:pt>
                <c:pt idx="1960">
                  <c:v>-3.8628269216338898E-2</c:v>
                </c:pt>
                <c:pt idx="1961">
                  <c:v>-3.9716616795444998E-2</c:v>
                </c:pt>
                <c:pt idx="1962">
                  <c:v>-4.0971012781806003E-2</c:v>
                </c:pt>
                <c:pt idx="1963">
                  <c:v>-4.2382466581072802E-2</c:v>
                </c:pt>
                <c:pt idx="1964">
                  <c:v>-4.3940038595705402E-2</c:v>
                </c:pt>
                <c:pt idx="1965">
                  <c:v>-4.5630969153668301E-2</c:v>
                </c:pt>
                <c:pt idx="1966">
                  <c:v>-4.7440834839120802E-2</c:v>
                </c:pt>
                <c:pt idx="1967">
                  <c:v>-4.9353727706351803E-2</c:v>
                </c:pt>
                <c:pt idx="1968">
                  <c:v>-5.1352452358945401E-2</c:v>
                </c:pt>
                <c:pt idx="1969">
                  <c:v>-5.3418736598087303E-2</c:v>
                </c:pt>
                <c:pt idx="1970">
                  <c:v>-5.5533452773383597E-2</c:v>
                </c:pt>
                <c:pt idx="1971">
                  <c:v>-5.76768483517184E-2</c:v>
                </c:pt>
                <c:pt idx="1972">
                  <c:v>-5.9828784910955501E-2</c:v>
                </c:pt>
                <c:pt idx="1973">
                  <c:v>-6.1968984416074298E-2</c:v>
                </c:pt>
                <c:pt idx="1974">
                  <c:v>-6.40772802510855E-2</c:v>
                </c:pt>
                <c:pt idx="1975">
                  <c:v>-6.61338684797034E-2</c:v>
                </c:pt>
                <c:pt idx="1976">
                  <c:v>-6.8119552994474503E-2</c:v>
                </c:pt>
                <c:pt idx="1977">
                  <c:v>-7.0015977471275595E-2</c:v>
                </c:pt>
                <c:pt idx="1978">
                  <c:v>-7.1805837838435305E-2</c:v>
                </c:pt>
                <c:pt idx="1979">
                  <c:v>-7.34730710561117E-2</c:v>
                </c:pt>
                <c:pt idx="1980">
                  <c:v>-7.5003018621009596E-2</c:v>
                </c:pt>
                <c:pt idx="1981">
                  <c:v>-7.6382565520427007E-2</c:v>
                </c:pt>
                <c:pt idx="1982">
                  <c:v>-7.7600256745046503E-2</c:v>
                </c:pt>
                <c:pt idx="1983">
                  <c:v>-7.86463936469287E-2</c:v>
                </c:pt>
                <c:pt idx="1984">
                  <c:v>-7.9513111458922606E-2</c:v>
                </c:pt>
                <c:pt idx="1985">
                  <c:v>-8.0194437611487507E-2</c:v>
                </c:pt>
                <c:pt idx="1986">
                  <c:v>-8.0686328868399396E-2</c:v>
                </c:pt>
                <c:pt idx="1987">
                  <c:v>-8.0986684595796707E-2</c:v>
                </c:pt>
                <c:pt idx="1988">
                  <c:v>-8.1095334125177596E-2</c:v>
                </c:pt>
                <c:pt idx="1989">
                  <c:v>-8.10139979390819E-2</c:v>
                </c:pt>
                <c:pt idx="1990">
                  <c:v>-8.0746224563695804E-2</c:v>
                </c:pt>
                <c:pt idx="1991">
                  <c:v>-8.0297306795763093E-2</c:v>
                </c:pt>
                <c:pt idx="1992">
                  <c:v>-7.9674181689661006E-2</c:v>
                </c:pt>
                <c:pt idx="1993">
                  <c:v>-7.8885318409617197E-2</c:v>
                </c:pt>
                <c:pt idx="1994">
                  <c:v>-7.7940596749094398E-2</c:v>
                </c:pt>
                <c:pt idx="1995">
                  <c:v>-7.6851177255178899E-2</c:v>
                </c:pt>
                <c:pt idx="1996">
                  <c:v>-7.5629362162447603E-2</c:v>
                </c:pt>
                <c:pt idx="1997">
                  <c:v>-7.4288445514086199E-2</c:v>
                </c:pt>
                <c:pt idx="1998">
                  <c:v>-7.2842551374530301E-2</c:v>
                </c:pt>
                <c:pt idx="1999">
                  <c:v>-7.1306460724695098E-2</c:v>
                </c:pt>
                <c:pt idx="2000">
                  <c:v>-6.9695429758037594E-2</c:v>
                </c:pt>
                <c:pt idx="2001">
                  <c:v>-6.8025004033136299E-2</c:v>
                </c:pt>
                <c:pt idx="2002">
                  <c:v>-6.6310833704287697E-2</c:v>
                </c:pt>
                <c:pt idx="2003">
                  <c:v>-6.4568494628212902E-2</c:v>
                </c:pt>
                <c:pt idx="2004">
                  <c:v>-6.2813318647389302E-2</c:v>
                </c:pt>
                <c:pt idx="2005">
                  <c:v>-6.1060234214562303E-2</c:v>
                </c:pt>
                <c:pt idx="2006">
                  <c:v>-5.9323616488596798E-2</c:v>
                </c:pt>
                <c:pt idx="2007">
                  <c:v>-5.7617144923251103E-2</c:v>
                </c:pt>
                <c:pt idx="2008">
                  <c:v>-5.5953666661880397E-2</c:v>
                </c:pt>
                <c:pt idx="2009">
                  <c:v>-5.4345065556577497E-2</c:v>
                </c:pt>
                <c:pt idx="2010">
                  <c:v>-5.2802138628827398E-2</c:v>
                </c:pt>
                <c:pt idx="2011">
                  <c:v>-5.1334483465432602E-2</c:v>
                </c:pt>
                <c:pt idx="2012">
                  <c:v>-4.9950400841753402E-2</c:v>
                </c:pt>
                <c:pt idx="2013">
                  <c:v>-4.8656816553767898E-2</c:v>
                </c:pt>
                <c:pt idx="2014">
                  <c:v>-4.7459225070508003E-2</c:v>
                </c:pt>
                <c:pt idx="2015">
                  <c:v>-4.63616555400196E-2</c:v>
                </c:pt>
                <c:pt idx="2016">
                  <c:v>-4.5366658552812002E-2</c:v>
                </c:pt>
                <c:pt idx="2017">
                  <c:v>-4.4475310663462601E-2</c:v>
                </c:pt>
                <c:pt idx="2018">
                  <c:v>-4.3687233520556701E-2</c:v>
                </c:pt>
                <c:pt idx="2019">
                  <c:v>-4.30006255212644E-2</c:v>
                </c:pt>
                <c:pt idx="2020">
                  <c:v>-4.2412305603123E-2</c:v>
                </c:pt>
                <c:pt idx="2021">
                  <c:v>-4.1917770328848997E-2</c:v>
                </c:pt>
                <c:pt idx="2022">
                  <c:v>-4.1511266207120603E-2</c:v>
                </c:pt>
                <c:pt idx="2023">
                  <c:v>-4.11858789346949E-2</c:v>
                </c:pt>
                <c:pt idx="2024">
                  <c:v>-4.0933639964293798E-2</c:v>
                </c:pt>
                <c:pt idx="2025">
                  <c:v>-4.0745648871326999E-2</c:v>
                </c:pt>
                <c:pt idx="2026">
                  <c:v>-4.0612208123652502E-2</c:v>
                </c:pt>
                <c:pt idx="2027">
                  <c:v>-4.0522965841338202E-2</c:v>
                </c:pt>
                <c:pt idx="2028">
                  <c:v>-4.0467062401452203E-2</c:v>
                </c:pt>
                <c:pt idx="2029">
                  <c:v>-4.0433278118629998E-2</c:v>
                </c:pt>
                <c:pt idx="2030">
                  <c:v>-4.0410181063305503E-2</c:v>
                </c:pt>
                <c:pt idx="2031">
                  <c:v>-4.03862756145777E-2</c:v>
                </c:pt>
                <c:pt idx="2032">
                  <c:v>-4.0350153030430103E-2</c:v>
                </c:pt>
                <c:pt idx="2033">
                  <c:v>-4.0290644905319702E-2</c:v>
                </c:pt>
                <c:pt idx="2034">
                  <c:v>-4.0196978955341703E-2</c:v>
                </c:pt>
                <c:pt idx="2035">
                  <c:v>-4.00589345674068E-2</c:v>
                </c:pt>
                <c:pt idx="2036">
                  <c:v>-3.9866993730247997E-2</c:v>
                </c:pt>
                <c:pt idx="2037">
                  <c:v>-3.9612482131999999E-2</c:v>
                </c:pt>
                <c:pt idx="2038">
                  <c:v>-3.9287695758875203E-2</c:v>
                </c:pt>
                <c:pt idx="2039">
                  <c:v>-3.8886010008927101E-2</c:v>
                </c:pt>
                <c:pt idx="2040">
                  <c:v>-3.8401970436914901E-2</c:v>
                </c:pt>
                <c:pt idx="2041">
                  <c:v>-3.7831366021487602E-2</c:v>
                </c:pt>
                <c:pt idx="2042">
                  <c:v>-3.7171286771796597E-2</c:v>
                </c:pt>
                <c:pt idx="2043">
                  <c:v>-3.6420167343820899E-2</c:v>
                </c:pt>
                <c:pt idx="2044">
                  <c:v>-3.5577817205035001E-2</c:v>
                </c:pt>
                <c:pt idx="2045">
                  <c:v>-3.4645436201527498E-2</c:v>
                </c:pt>
                <c:pt idx="2046">
                  <c:v>-3.3625612902879201E-2</c:v>
                </c:pt>
                <c:pt idx="2047">
                  <c:v>-3.2522302652327098E-2</c:v>
                </c:pt>
                <c:pt idx="2048">
                  <c:v>-3.1340783241090499E-2</c:v>
                </c:pt>
                <c:pt idx="2049">
                  <c:v>-3.0087588261411301E-2</c:v>
                </c:pt>
                <c:pt idx="2050">
                  <c:v>-2.8770420684853401E-2</c:v>
                </c:pt>
                <c:pt idx="2051">
                  <c:v>-2.7398051224192099E-2</c:v>
                </c:pt>
                <c:pt idx="2052">
                  <c:v>-2.59802069740806E-2</c:v>
                </c:pt>
                <c:pt idx="2053">
                  <c:v>-2.4527455422993699E-2</c:v>
                </c:pt>
                <c:pt idx="2054">
                  <c:v>-2.3051087280785101E-2</c:v>
                </c:pt>
                <c:pt idx="2055">
                  <c:v>-2.1562999158524901E-2</c:v>
                </c:pt>
                <c:pt idx="2056">
                  <c:v>-2.0075574807452801E-2</c:v>
                </c:pt>
                <c:pt idx="2057">
                  <c:v>-1.86015622946606E-2</c:v>
                </c:pt>
                <c:pt idx="2058">
                  <c:v>-1.7153944707129699E-2</c:v>
                </c:pt>
                <c:pt idx="2059">
                  <c:v>-1.5745803566865599E-2</c:v>
                </c:pt>
                <c:pt idx="2060">
                  <c:v>-1.4390176348713601E-2</c:v>
                </c:pt>
                <c:pt idx="2061">
                  <c:v>-1.30999114148671E-2</c:v>
                </c:pt>
                <c:pt idx="2062">
                  <c:v>-1.18875246607864E-2</c:v>
                </c:pt>
                <c:pt idx="2063">
                  <c:v>-1.0765061926838499E-2</c:v>
                </c:pt>
                <c:pt idx="2064">
                  <c:v>-9.7439698452530098E-3</c:v>
                </c:pt>
                <c:pt idx="2065">
                  <c:v>-8.8349757040218704E-3</c:v>
                </c:pt>
                <c:pt idx="2066">
                  <c:v>-8.0479749024357696E-3</c:v>
                </c:pt>
                <c:pt idx="2067">
                  <c:v>-7.3919235274812704E-3</c:v>
                </c:pt>
                <c:pt idx="2068">
                  <c:v>-6.8747340098769504E-3</c:v>
                </c:pt>
                <c:pt idx="2069">
                  <c:v>-6.5031735342168098E-3</c:v>
                </c:pt>
                <c:pt idx="2070">
                  <c:v>-6.2827671173196998E-3</c:v>
                </c:pt>
                <c:pt idx="2071">
                  <c:v>-6.2177091766970104E-3</c:v>
                </c:pt>
                <c:pt idx="2072">
                  <c:v>-6.3107883983266099E-3</c:v>
                </c:pt>
                <c:pt idx="2073">
                  <c:v>-6.5633304883394401E-3</c:v>
                </c:pt>
                <c:pt idx="2074">
                  <c:v>-6.9751619289200898E-3</c:v>
                </c:pt>
                <c:pt idx="2075">
                  <c:v>-7.5445955036968198E-3</c:v>
                </c:pt>
                <c:pt idx="2076">
                  <c:v>-8.2684358950809392E-3</c:v>
                </c:pt>
                <c:pt idx="2077">
                  <c:v>-9.1420020405229997E-3</c:v>
                </c:pt>
                <c:pt idx="2078">
                  <c:v>-1.01591627983825E-2</c:v>
                </c:pt>
                <c:pt idx="2079">
                  <c:v>-1.1312383752877899E-2</c:v>
                </c:pt>
                <c:pt idx="2080">
                  <c:v>-1.2592784968065001E-2</c:v>
                </c:pt>
                <c:pt idx="2081">
                  <c:v>-1.3990211247733E-2</c:v>
                </c:pt>
                <c:pt idx="2082">
                  <c:v>-1.5493317257830401E-2</c:v>
                </c:pt>
                <c:pt idx="2083">
                  <c:v>-1.7089669403525101E-2</c:v>
                </c:pt>
                <c:pt idx="2084">
                  <c:v>-1.8765864703064999E-2</c:v>
                </c:pt>
                <c:pt idx="2085">
                  <c:v>-2.0507664559832699E-2</c:v>
                </c:pt>
                <c:pt idx="2086">
                  <c:v>-2.2300139172986101E-2</c:v>
                </c:pt>
                <c:pt idx="2087">
                  <c:v>-2.41278172771358E-2</c:v>
                </c:pt>
                <c:pt idx="2088">
                  <c:v>-2.59748364441965E-2</c:v>
                </c:pt>
                <c:pt idx="2089">
                  <c:v>-2.7825091048944199E-2</c:v>
                </c:pt>
                <c:pt idx="2090">
                  <c:v>-2.96623773553133E-2</c:v>
                </c:pt>
                <c:pt idx="2091">
                  <c:v>-3.1470537077910699E-2</c:v>
                </c:pt>
                <c:pt idx="2092">
                  <c:v>-3.3233601551459498E-2</c:v>
                </c:pt>
                <c:pt idx="2093">
                  <c:v>-3.49359380817739E-2</c:v>
                </c:pt>
                <c:pt idx="2094">
                  <c:v>-3.6562398367427501E-2</c:v>
                </c:pt>
                <c:pt idx="2095">
                  <c:v>-3.80984666401274E-2</c:v>
                </c:pt>
                <c:pt idx="2096">
                  <c:v>-3.9530403191832299E-2</c:v>
                </c:pt>
                <c:pt idx="2097">
                  <c:v>-4.0845378057754303E-2</c:v>
                </c:pt>
                <c:pt idx="2098">
                  <c:v>-4.2031590231637501E-2</c:v>
                </c:pt>
                <c:pt idx="2099">
                  <c:v>-4.3078369671151903E-2</c:v>
                </c:pt>
                <c:pt idx="2100">
                  <c:v>-4.3976261751123E-2</c:v>
                </c:pt>
                <c:pt idx="2101">
                  <c:v>-4.4717095865260299E-2</c:v>
                </c:pt>
                <c:pt idx="2102">
                  <c:v>-4.5294040929649997E-2</c:v>
                </c:pt>
                <c:pt idx="2103">
                  <c:v>-4.5701650367662001E-2</c:v>
                </c:pt>
                <c:pt idx="2104">
                  <c:v>-4.5935897902433499E-2</c:v>
                </c:pt>
                <c:pt idx="2105">
                  <c:v>-4.5994203625753197E-2</c:v>
                </c:pt>
                <c:pt idx="2106">
                  <c:v>-4.5875448104466601E-2</c:v>
                </c:pt>
                <c:pt idx="2107">
                  <c:v>-4.5579971539712598E-2</c:v>
                </c:pt>
                <c:pt idx="2108">
                  <c:v>-4.5109555650039303E-2</c:v>
                </c:pt>
                <c:pt idx="2109">
                  <c:v>-4.4467387775988E-2</c:v>
                </c:pt>
                <c:pt idx="2110">
                  <c:v>-4.3658008948882499E-2</c:v>
                </c:pt>
                <c:pt idx="2111">
                  <c:v>-4.2687249489738802E-2</c:v>
                </c:pt>
                <c:pt idx="2112">
                  <c:v>-4.1562156531570998E-2</c:v>
                </c:pt>
                <c:pt idx="2113">
                  <c:v>-4.0290917502999402E-2</c:v>
                </c:pt>
                <c:pt idx="2114">
                  <c:v>-3.8882782221222198E-2</c:v>
                </c:pt>
                <c:pt idx="2115">
                  <c:v>-3.7347984233114501E-2</c:v>
                </c:pt>
                <c:pt idx="2116">
                  <c:v>-3.5697660068818499E-2</c:v>
                </c:pt>
                <c:pt idx="2117">
                  <c:v>-3.3943763885261803E-2</c:v>
                </c:pt>
                <c:pt idx="2118">
                  <c:v>-3.20989750854394E-2</c:v>
                </c:pt>
                <c:pt idx="2119">
                  <c:v>-3.0176597855668601E-2</c:v>
                </c:pt>
                <c:pt idx="2120">
                  <c:v>-2.81904535779849E-2</c:v>
                </c:pt>
                <c:pt idx="2121">
                  <c:v>-2.61547689313785E-2</c:v>
                </c:pt>
                <c:pt idx="2122">
                  <c:v>-2.4084063492159601E-2</c:v>
                </c:pt>
                <c:pt idx="2123">
                  <c:v>-2.1993040389484599E-2</c:v>
                </c:pt>
                <c:pt idx="2124">
                  <c:v>-1.9896482093057399E-2</c:v>
                </c:pt>
                <c:pt idx="2125">
                  <c:v>-1.78091512146808E-2</c:v>
                </c:pt>
                <c:pt idx="2126">
                  <c:v>-1.5745694168883599E-2</c:v>
                </c:pt>
                <c:pt idx="2127">
                  <c:v>-1.37205445279078E-2</c:v>
                </c:pt>
                <c:pt idx="2128">
                  <c:v>-1.1747823352550099E-2</c:v>
                </c:pt>
                <c:pt idx="2129">
                  <c:v>-9.8412354755552604E-3</c:v>
                </c:pt>
                <c:pt idx="2130">
                  <c:v>-8.0139629611941307E-3</c:v>
                </c:pt>
                <c:pt idx="2131">
                  <c:v>-6.27855894039955E-3</c:v>
                </c:pt>
                <c:pt idx="2132">
                  <c:v>-4.6468460890851503E-3</c:v>
                </c:pt>
                <c:pt idx="2133">
                  <c:v>-3.12982385320791E-3</c:v>
                </c:pt>
                <c:pt idx="2134">
                  <c:v>-1.73758716865309E-3</c:v>
                </c:pt>
                <c:pt idx="2135">
                  <c:v>-4.7925734578265898E-4</c:v>
                </c:pt>
                <c:pt idx="2136">
                  <c:v>6.3707619606454295E-4</c:v>
                </c:pt>
                <c:pt idx="2137">
                  <c:v>1.6044057114716799E-3</c:v>
                </c:pt>
                <c:pt idx="2138">
                  <c:v>2.4168484632939302E-3</c:v>
                </c:pt>
                <c:pt idx="2139">
                  <c:v>3.0696840790274799E-3</c:v>
                </c:pt>
                <c:pt idx="2140">
                  <c:v>3.5593842895967299E-3</c:v>
                </c:pt>
                <c:pt idx="2141">
                  <c:v>3.8836316353268001E-3</c:v>
                </c:pt>
                <c:pt idx="2142">
                  <c:v>4.0413229901141096E-3</c:v>
                </c:pt>
                <c:pt idx="2143">
                  <c:v>4.0325543811328499E-3</c:v>
                </c:pt>
                <c:pt idx="2144">
                  <c:v>3.85858545301977E-3</c:v>
                </c:pt>
                <c:pt idx="2145">
                  <c:v>3.5217845145722199E-3</c:v>
                </c:pt>
                <c:pt idx="2146">
                  <c:v>3.0255575602483801E-3</c:v>
                </c:pt>
                <c:pt idx="2147">
                  <c:v>2.3742660922802502E-3</c:v>
                </c:pt>
                <c:pt idx="2148">
                  <c:v>1.5731385140861E-3</c:v>
                </c:pt>
                <c:pt idx="2149">
                  <c:v>6.2817854567333298E-4</c:v>
                </c:pt>
                <c:pt idx="2150">
                  <c:v>-4.5392771485884499E-4</c:v>
                </c:pt>
                <c:pt idx="2151">
                  <c:v>-1.6659059371033E-3</c:v>
                </c:pt>
                <c:pt idx="2152">
                  <c:v>-2.9999893245648002E-3</c:v>
                </c:pt>
                <c:pt idx="2153">
                  <c:v>-4.4480159283972398E-3</c:v>
                </c:pt>
                <c:pt idx="2154">
                  <c:v>-6.0015261611637899E-3</c:v>
                </c:pt>
                <c:pt idx="2155">
                  <c:v>-7.65185761286562E-3</c:v>
                </c:pt>
                <c:pt idx="2156">
                  <c:v>-9.3902330995277398E-3</c:v>
                </c:pt>
                <c:pt idx="2157">
                  <c:v>-1.1207837695567E-2</c:v>
                </c:pt>
                <c:pt idx="2158">
                  <c:v>-1.30958815925504E-2</c:v>
                </c:pt>
                <c:pt idx="2159">
                  <c:v>-1.5045647726134001E-2</c:v>
                </c:pt>
                <c:pt idx="2160">
                  <c:v>-1.7048525521719999E-2</c:v>
                </c:pt>
                <c:pt idx="2161">
                  <c:v>-1.90960340192389E-2</c:v>
                </c:pt>
                <c:pt idx="2162">
                  <c:v>-2.11798384638212E-2</c:v>
                </c:pt>
                <c:pt idx="2163">
                  <c:v>-2.32917640378459E-2</c:v>
                </c:pt>
                <c:pt idx="2164">
                  <c:v>-2.5423809037900199E-2</c:v>
                </c:pt>
                <c:pt idx="2165">
                  <c:v>-2.75681580256954E-2</c:v>
                </c:pt>
                <c:pt idx="2166">
                  <c:v>-2.9717193993590799E-2</c:v>
                </c:pt>
                <c:pt idx="2167">
                  <c:v>-3.1863508021420399E-2</c:v>
                </c:pt>
                <c:pt idx="2168">
                  <c:v>-3.39999055508124E-2</c:v>
                </c:pt>
                <c:pt idx="2169">
                  <c:v>-3.6119409984740503E-2</c:v>
                </c:pt>
                <c:pt idx="2170">
                  <c:v>-3.8215266106377599E-2</c:v>
                </c:pt>
                <c:pt idx="2171">
                  <c:v>-4.0280947020837399E-2</c:v>
                </c:pt>
                <c:pt idx="2172">
                  <c:v>-4.2310168456036197E-2</c:v>
                </c:pt>
                <c:pt idx="2173">
                  <c:v>-4.4296913190454701E-2</c:v>
                </c:pt>
                <c:pt idx="2174">
                  <c:v>-4.6235466306490898E-2</c:v>
                </c:pt>
                <c:pt idx="2175">
                  <c:v>-4.8120459400697799E-2</c:v>
                </c:pt>
                <c:pt idx="2176">
                  <c:v>-4.9946919582961102E-2</c:v>
                </c:pt>
                <c:pt idx="2177">
                  <c:v>-5.1710317854051897E-2</c:v>
                </c:pt>
                <c:pt idx="2178">
                  <c:v>-5.34066116706386E-2</c:v>
                </c:pt>
                <c:pt idx="2179">
                  <c:v>-5.5032277971124297E-2</c:v>
                </c:pt>
                <c:pt idx="2180">
                  <c:v>-5.6584334952853803E-2</c:v>
                </c:pt>
                <c:pt idx="2181">
                  <c:v>-5.8060352690601398E-2</c:v>
                </c:pt>
                <c:pt idx="2182">
                  <c:v>-5.9458453729628102E-2</c:v>
                </c:pt>
                <c:pt idx="2183">
                  <c:v>-6.07773048538328E-2</c:v>
                </c:pt>
                <c:pt idx="2184">
                  <c:v>-6.2016100406541097E-2</c:v>
                </c:pt>
                <c:pt idx="2185">
                  <c:v>-6.31745362341051E-2</c:v>
                </c:pt>
                <c:pt idx="2186">
                  <c:v>-6.4252772217417597E-2</c:v>
                </c:pt>
                <c:pt idx="2187">
                  <c:v>-6.5251381189177296E-2</c:v>
                </c:pt>
                <c:pt idx="2188">
                  <c:v>-6.6171283202226802E-2</c:v>
                </c:pt>
                <c:pt idx="2189">
                  <c:v>-6.7013666391041102E-2</c:v>
                </c:pt>
                <c:pt idx="2190">
                  <c:v>-6.7779898281234499E-2</c:v>
                </c:pt>
                <c:pt idx="2191">
                  <c:v>-6.8471433430522893E-2</c:v>
                </c:pt>
                <c:pt idx="2192">
                  <c:v>-6.9089724077731896E-2</c:v>
                </c:pt>
                <c:pt idx="2193">
                  <c:v>-6.9636139828142402E-2</c:v>
                </c:pt>
                <c:pt idx="2194">
                  <c:v>-7.0111900519775505E-2</c:v>
                </c:pt>
                <c:pt idx="2195">
                  <c:v>-7.05180238462077E-2</c:v>
                </c:pt>
                <c:pt idx="2196">
                  <c:v>-7.0855286869328807E-2</c:v>
                </c:pt>
                <c:pt idx="2197">
                  <c:v>-7.1124199071518499E-2</c:v>
                </c:pt>
                <c:pt idx="2198">
                  <c:v>-7.1324984529444593E-2</c:v>
                </c:pt>
                <c:pt idx="2199">
                  <c:v>-7.1457571982812607E-2</c:v>
                </c:pt>
                <c:pt idx="2200">
                  <c:v>-7.15215933643462E-2</c:v>
                </c:pt>
                <c:pt idx="2201">
                  <c:v>-7.1516392934926301E-2</c:v>
                </c:pt>
                <c:pt idx="2202">
                  <c:v>-7.1441049858830694E-2</c:v>
                </c:pt>
                <c:pt idx="2203">
                  <c:v>-7.1294416517926604E-2</c:v>
                </c:pt>
                <c:pt idx="2204">
                  <c:v>-7.1075173176127299E-2</c:v>
                </c:pt>
                <c:pt idx="2205">
                  <c:v>-7.0781897270277699E-2</c:v>
                </c:pt>
                <c:pt idx="2206">
                  <c:v>-7.0413143451948795E-2</c:v>
                </c:pt>
                <c:pt idx="2207">
                  <c:v>-6.9967529379084001E-2</c:v>
                </c:pt>
                <c:pt idx="2208">
                  <c:v>-6.9443822561219504E-2</c:v>
                </c:pt>
                <c:pt idx="2209">
                  <c:v>-6.8841025029085401E-2</c:v>
                </c:pt>
                <c:pt idx="2210">
                  <c:v>-6.8158454481875005E-2</c:v>
                </c:pt>
                <c:pt idx="2211">
                  <c:v>-6.7395822053980398E-2</c:v>
                </c:pt>
                <c:pt idx="2212">
                  <c:v>-6.6553307392880706E-2</c:v>
                </c:pt>
                <c:pt idx="2213">
                  <c:v>-6.5631631199127599E-2</c:v>
                </c:pt>
                <c:pt idx="2214">
                  <c:v>-6.4632123968832805E-2</c:v>
                </c:pt>
                <c:pt idx="2215">
                  <c:v>-6.3556787924259797E-2</c:v>
                </c:pt>
                <c:pt idx="2216">
                  <c:v>-6.24083477572367E-2</c:v>
                </c:pt>
                <c:pt idx="2217">
                  <c:v>-6.1190285562031599E-2</c:v>
                </c:pt>
                <c:pt idx="2218">
                  <c:v>-5.99068565168882E-2</c:v>
                </c:pt>
                <c:pt idx="2219">
                  <c:v>-5.8563084161627803E-2</c:v>
                </c:pt>
                <c:pt idx="2220">
                  <c:v>-5.7164736699106503E-2</c:v>
                </c:pt>
                <c:pt idx="2221">
                  <c:v>-5.5718287739186301E-2</c:v>
                </c:pt>
                <c:pt idx="2222">
                  <c:v>-5.4230865722074799E-2</c:v>
                </c:pt>
                <c:pt idx="2223">
                  <c:v>-5.2710195762468902E-2</c:v>
                </c:pt>
                <c:pt idx="2224">
                  <c:v>-5.1164536103288902E-2</c:v>
                </c:pt>
                <c:pt idx="2225">
                  <c:v>-4.9602609316943401E-2</c:v>
                </c:pt>
                <c:pt idx="2226">
                  <c:v>-4.8033526616987302E-2</c:v>
                </c:pt>
                <c:pt idx="2227">
                  <c:v>-4.6466702916927803E-2</c:v>
                </c:pt>
                <c:pt idx="2228">
                  <c:v>-4.49117609744E-2</c:v>
                </c:pt>
                <c:pt idx="2229">
                  <c:v>-4.3378424804373698E-2</c:v>
                </c:pt>
                <c:pt idx="2230">
                  <c:v>-4.1876404757847402E-2</c:v>
                </c:pt>
                <c:pt idx="2231">
                  <c:v>-4.0415278425538499E-2</c:v>
                </c:pt>
                <c:pt idx="2232">
                  <c:v>-3.9004372300122499E-2</c:v>
                </c:pt>
                <c:pt idx="2233">
                  <c:v>-3.7652648698412297E-2</c:v>
                </c:pt>
                <c:pt idx="2234">
                  <c:v>-3.6368600891093998E-2</c:v>
                </c:pt>
                <c:pt idx="2235">
                  <c:v>-3.5160157160582399E-2</c:v>
                </c:pt>
                <c:pt idx="2236">
                  <c:v>-3.4034592408314399E-2</c:v>
                </c:pt>
                <c:pt idx="2237">
                  <c:v>-3.2998444826589798E-2</c:v>
                </c:pt>
                <c:pt idx="2238">
                  <c:v>-3.2057435494893899E-2</c:v>
                </c:pt>
                <c:pt idx="2239">
                  <c:v>-3.1216390319740699E-2</c:v>
                </c:pt>
                <c:pt idx="2240">
                  <c:v>-3.0479165741716399E-2</c:v>
                </c:pt>
                <c:pt idx="2241">
                  <c:v>-2.9848581246517701E-2</c:v>
                </c:pt>
                <c:pt idx="2242">
                  <c:v>-2.9326362385390901E-2</c:v>
                </c:pt>
                <c:pt idx="2243">
                  <c:v>-2.8913097533651701E-2</c:v>
                </c:pt>
                <c:pt idx="2244">
                  <c:v>-2.86082101256015E-2</c:v>
                </c:pt>
                <c:pt idx="2245">
                  <c:v>-2.8409946095748501E-2</c:v>
                </c:pt>
                <c:pt idx="2246">
                  <c:v>-2.8315374519559001E-2</c:v>
                </c:pt>
                <c:pt idx="2247">
                  <c:v>-2.83203987545716E-2</c:v>
                </c:pt>
                <c:pt idx="2248">
                  <c:v>-2.8419776075219401E-2</c:v>
                </c:pt>
                <c:pt idx="2249">
                  <c:v>-2.86071455643255E-2</c:v>
                </c:pt>
                <c:pt idx="2250">
                  <c:v>-2.8875066083899399E-2</c:v>
                </c:pt>
                <c:pt idx="2251">
                  <c:v>-2.9215067653323899E-2</c:v>
                </c:pt>
                <c:pt idx="2252">
                  <c:v>-2.96177199459709E-2</c:v>
                </c:pt>
                <c:pt idx="2253">
                  <c:v>-3.0072720676308E-2</c:v>
                </c:pt>
                <c:pt idx="2254">
                  <c:v>-3.0569004567674599E-2</c:v>
                </c:pt>
                <c:pt idx="2255">
                  <c:v>-3.1094870951721702E-2</c:v>
                </c:pt>
                <c:pt idx="2256">
                  <c:v>-3.1638125741276397E-2</c:v>
                </c:pt>
                <c:pt idx="2257">
                  <c:v>-3.2186232367019701E-2</c:v>
                </c:pt>
                <c:pt idx="2258">
                  <c:v>-3.2726466615346499E-2</c:v>
                </c:pt>
                <c:pt idx="2259">
                  <c:v>-3.3246071846095397E-2</c:v>
                </c:pt>
                <c:pt idx="2260">
                  <c:v>-3.3732413069937101E-2</c:v>
                </c:pt>
                <c:pt idx="2261">
                  <c:v>-3.4173130029931498E-2</c:v>
                </c:pt>
                <c:pt idx="2262">
                  <c:v>-3.4556290180366003E-2</c:v>
                </c:pt>
                <c:pt idx="2263">
                  <c:v>-3.4870542049359701E-2</c:v>
                </c:pt>
                <c:pt idx="2264">
                  <c:v>-3.5105268043006899E-2</c:v>
                </c:pt>
                <c:pt idx="2265">
                  <c:v>-3.5250733800707097E-2</c:v>
                </c:pt>
                <c:pt idx="2266">
                  <c:v>-3.5298229530412097E-2</c:v>
                </c:pt>
                <c:pt idx="2267">
                  <c:v>-3.5240198114626302E-2</c:v>
                </c:pt>
                <c:pt idx="2268">
                  <c:v>-3.5070345519058403E-2</c:v>
                </c:pt>
                <c:pt idx="2269">
                  <c:v>-3.4783730848435598E-2</c:v>
                </c:pt>
                <c:pt idx="2270">
                  <c:v>-3.4376835544028102E-2</c:v>
                </c:pt>
                <c:pt idx="2271">
                  <c:v>-3.3847612941006598E-2</c:v>
                </c:pt>
                <c:pt idx="2272">
                  <c:v>-3.31955201831165E-2</c:v>
                </c:pt>
                <c:pt idx="2273">
                  <c:v>-3.2421534161340498E-2</c:v>
                </c:pt>
                <c:pt idx="2274">
                  <c:v>-3.15281518976126E-2</c:v>
                </c:pt>
                <c:pt idx="2275">
                  <c:v>-3.0519374156986499E-2</c:v>
                </c:pt>
                <c:pt idx="2276">
                  <c:v>-2.9400669786154899E-2</c:v>
                </c:pt>
                <c:pt idx="2277">
                  <c:v>-2.8178918033057401E-2</c:v>
                </c:pt>
                <c:pt idx="2278">
                  <c:v>-2.6862327161777701E-2</c:v>
                </c:pt>
                <c:pt idx="2279">
                  <c:v>-2.54603297070469E-2</c:v>
                </c:pt>
                <c:pt idx="2280">
                  <c:v>-2.3983456997673999E-2</c:v>
                </c:pt>
                <c:pt idx="2281">
                  <c:v>-2.24431973741402E-2</c:v>
                </c:pt>
                <c:pt idx="2282">
                  <c:v>-2.0851843303120801E-2</c:v>
                </c:pt>
                <c:pt idx="2283">
                  <c:v>-1.9222332144281502E-2</c:v>
                </c:pt>
                <c:pt idx="2284">
                  <c:v>-1.7568083818907999E-2</c:v>
                </c:pt>
                <c:pt idx="2285">
                  <c:v>-1.59028366089232E-2</c:v>
                </c:pt>
                <c:pt idx="2286">
                  <c:v>-1.4240480585059501E-2</c:v>
                </c:pt>
                <c:pt idx="2287">
                  <c:v>-1.25948874926814E-2</c:v>
                </c:pt>
                <c:pt idx="2288">
                  <c:v>-1.09797366480027E-2</c:v>
                </c:pt>
                <c:pt idx="2289">
                  <c:v>-9.4083382105003797E-3</c:v>
                </c:pt>
                <c:pt idx="2290">
                  <c:v>-7.8934573262998096E-3</c:v>
                </c:pt>
                <c:pt idx="2291">
                  <c:v>-6.4471442585918703E-3</c:v>
                </c:pt>
                <c:pt idx="2292">
                  <c:v>-5.0805761888091496E-3</c:v>
                </c:pt>
                <c:pt idx="2293">
                  <c:v>-3.8039157040092499E-3</c:v>
                </c:pt>
                <c:pt idx="2294">
                  <c:v>-2.6261892436157301E-3</c:v>
                </c:pt>
                <c:pt idx="2295">
                  <c:v>-1.5551864767365899E-3</c:v>
                </c:pt>
                <c:pt idx="2296">
                  <c:v>-5.9737951872274302E-4</c:v>
                </c:pt>
                <c:pt idx="2297">
                  <c:v>2.42140137709723E-4</c:v>
                </c:pt>
                <c:pt idx="2298">
                  <c:v>9.59708747170721E-4</c:v>
                </c:pt>
                <c:pt idx="2299">
                  <c:v>1.5531218252168701E-3</c:v>
                </c:pt>
                <c:pt idx="2300">
                  <c:v>2.02164864476674E-3</c:v>
                </c:pt>
                <c:pt idx="2301">
                  <c:v>2.3660270658672502E-3</c:v>
                </c:pt>
                <c:pt idx="2302">
                  <c:v>2.58843579644665E-3</c:v>
                </c:pt>
                <c:pt idx="2303">
                  <c:v>2.6924421024792601E-3</c:v>
                </c:pt>
                <c:pt idx="2304">
                  <c:v>2.6829249924856498E-3</c:v>
                </c:pt>
                <c:pt idx="2305">
                  <c:v>2.5659765198402201E-3</c:v>
                </c:pt>
                <c:pt idx="2306">
                  <c:v>2.3487861985801799E-3</c:v>
                </c:pt>
                <c:pt idx="2307">
                  <c:v>2.0395146889505499E-3</c:v>
                </c:pt>
                <c:pt idx="2308">
                  <c:v>1.6471624392937301E-3</c:v>
                </c:pt>
                <c:pt idx="2309">
                  <c:v>1.1814371623241999E-3</c:v>
                </c:pt>
                <c:pt idx="2310">
                  <c:v>6.5262167699870605E-4</c:v>
                </c:pt>
                <c:pt idx="2311" formatCode="0.00E+00">
                  <c:v>7.1441637986679297E-5</c:v>
                </c:pt>
                <c:pt idx="2312">
                  <c:v>-5.5106836433314497E-4</c:v>
                </c:pt>
                <c:pt idx="2313">
                  <c:v>-1.2037016361186601E-3</c:v>
                </c:pt>
                <c:pt idx="2314">
                  <c:v>-1.87521906994076E-3</c:v>
                </c:pt>
                <c:pt idx="2315">
                  <c:v>-2.5544895874980498E-3</c:v>
                </c:pt>
                <c:pt idx="2316">
                  <c:v>-3.2306274136955498E-3</c:v>
                </c:pt>
                <c:pt idx="2317">
                  <c:v>-3.8931215211315501E-3</c:v>
                </c:pt>
                <c:pt idx="2318">
                  <c:v>-4.5319532889532199E-3</c:v>
                </c:pt>
                <c:pt idx="2319">
                  <c:v>-5.1377002380897704E-3</c:v>
                </c:pt>
                <c:pt idx="2320">
                  <c:v>-5.7016258549125896E-3</c:v>
                </c:pt>
                <c:pt idx="2321">
                  <c:v>-6.2157571942110801E-3</c:v>
                </c:pt>
                <c:pt idx="2322">
                  <c:v>-6.6729526305434796E-3</c:v>
                </c:pt>
                <c:pt idx="2323">
                  <c:v>-7.0669616420871197E-3</c:v>
                </c:pt>
                <c:pt idx="2324">
                  <c:v>-7.3924770624845104E-3</c:v>
                </c:pt>
                <c:pt idx="2325">
                  <c:v>-7.6451783765484199E-3</c:v>
                </c:pt>
                <c:pt idx="2326">
                  <c:v>-7.8217631782870195E-3</c:v>
                </c:pt>
                <c:pt idx="2327">
                  <c:v>-7.91996359497491E-3</c:v>
                </c:pt>
                <c:pt idx="2328">
                  <c:v>-7.9385455382364606E-3</c:v>
                </c:pt>
                <c:pt idx="2329">
                  <c:v>-7.87729064575062E-3</c:v>
                </c:pt>
                <c:pt idx="2330">
                  <c:v>-7.7369629226246104E-3</c:v>
                </c:pt>
                <c:pt idx="2331">
                  <c:v>-7.5192636164451397E-3</c:v>
                </c:pt>
                <c:pt idx="2332">
                  <c:v>-7.2267783040316103E-3</c:v>
                </c:pt>
                <c:pt idx="2333">
                  <c:v>-6.8629194498573704E-3</c:v>
                </c:pt>
                <c:pt idx="2334">
                  <c:v>-6.4318660937158498E-3</c:v>
                </c:pt>
                <c:pt idx="2335">
                  <c:v>-5.9385004181194204E-3</c:v>
                </c:pt>
                <c:pt idx="2336">
                  <c:v>-5.3883394804769202E-3</c:v>
                </c:pt>
                <c:pt idx="2337">
                  <c:v>-4.7874599977246902E-3</c:v>
                </c:pt>
                <c:pt idx="2338">
                  <c:v>-4.1424149174720103E-3</c:v>
                </c:pt>
                <c:pt idx="2339">
                  <c:v>-3.46014222390868E-3</c:v>
                </c:pt>
                <c:pt idx="2340">
                  <c:v>-2.7478683120319499E-3</c:v>
                </c:pt>
                <c:pt idx="2341">
                  <c:v>-2.0130096488161198E-3</c:v>
                </c:pt>
                <c:pt idx="2342">
                  <c:v>-1.2630768852673899E-3</c:v>
                </c:pt>
                <c:pt idx="2343">
                  <c:v>-5.0558492520758405E-4</c:v>
                </c:pt>
                <c:pt idx="2344">
                  <c:v>2.52029175072828E-4</c:v>
                </c:pt>
                <c:pt idx="2345">
                  <c:v>1.00248073407289E-3</c:v>
                </c:pt>
                <c:pt idx="2346">
                  <c:v>1.73870651690078E-3</c:v>
                </c:pt>
                <c:pt idx="2347">
                  <c:v>2.4539312771687501E-3</c:v>
                </c:pt>
                <c:pt idx="2348">
                  <c:v>3.14173409732749E-3</c:v>
                </c:pt>
                <c:pt idx="2349">
                  <c:v>3.7961151560664099E-3</c:v>
                </c:pt>
                <c:pt idx="2350">
                  <c:v>4.4115615142780399E-3</c:v>
                </c:pt>
                <c:pt idx="2351">
                  <c:v>4.98310893905053E-3</c:v>
                </c:pt>
                <c:pt idx="2352">
                  <c:v>5.5063962168479096E-3</c:v>
                </c:pt>
                <c:pt idx="2353">
                  <c:v>5.9777090405665201E-3</c:v>
                </c:pt>
                <c:pt idx="2354">
                  <c:v>6.3940122273285797E-3</c:v>
                </c:pt>
                <c:pt idx="2355">
                  <c:v>6.7529711738741E-3</c:v>
                </c:pt>
                <c:pt idx="2356">
                  <c:v>7.0529652320005303E-3</c:v>
                </c:pt>
                <c:pt idx="2357">
                  <c:v>7.2930963010878801E-3</c:v>
                </c:pt>
                <c:pt idx="2358">
                  <c:v>7.4731950963671497E-3</c:v>
                </c:pt>
                <c:pt idx="2359">
                  <c:v>7.59382563443361E-3</c:v>
                </c:pt>
                <c:pt idx="2360">
                  <c:v>7.6562862943601899E-3</c:v>
                </c:pt>
                <c:pt idx="2361">
                  <c:v>7.6626041869542897E-3</c:v>
                </c:pt>
                <c:pt idx="2362">
                  <c:v>7.61551902970674E-3</c:v>
                </c:pt>
                <c:pt idx="2363">
                  <c:v>7.5184534610246798E-3</c:v>
                </c:pt>
                <c:pt idx="2364">
                  <c:v>7.3754685689161499E-3</c:v>
                </c:pt>
                <c:pt idx="2365">
                  <c:v>7.1912058037567703E-3</c:v>
                </c:pt>
                <c:pt idx="2366">
                  <c:v>6.9708185183091596E-3</c:v>
                </c:pt>
                <c:pt idx="2367">
                  <c:v>6.7198972930366703E-3</c:v>
                </c:pt>
                <c:pt idx="2368">
                  <c:v>6.4443926402792603E-3</c:v>
                </c:pt>
                <c:pt idx="2369">
                  <c:v>6.1505370239094102E-3</c:v>
                </c:pt>
                <c:pt idx="2370">
                  <c:v>5.8447662046271802E-3</c:v>
                </c:pt>
                <c:pt idx="2371">
                  <c:v>5.5336385165534602E-3</c:v>
                </c:pt>
                <c:pt idx="2372">
                  <c:v>5.2237502627762401E-3</c:v>
                </c:pt>
                <c:pt idx="2373">
                  <c:v>4.9216460903874996E-3</c:v>
                </c:pt>
                <c:pt idx="2374">
                  <c:v>4.6337247670347704E-3</c:v>
                </c:pt>
                <c:pt idx="2375">
                  <c:v>4.3661427269504104E-3</c:v>
                </c:pt>
                <c:pt idx="2376">
                  <c:v>4.1247193420651199E-3</c:v>
                </c:pt>
                <c:pt idx="2377">
                  <c:v>3.9148484092409496E-3</c:v>
                </c:pt>
                <c:pt idx="2378">
                  <c:v>3.7414195726764099E-3</c:v>
                </c:pt>
                <c:pt idx="2379">
                  <c:v>3.6087516556608601E-3</c:v>
                </c:pt>
                <c:pt idx="2380">
                  <c:v>3.5205378707604601E-3</c:v>
                </c:pt>
                <c:pt idx="2381">
                  <c:v>3.4798013402734299E-3</c:v>
                </c:pt>
                <c:pt idx="2382">
                  <c:v>3.4888587656360698E-3</c:v>
                </c:pt>
                <c:pt idx="2383">
                  <c:v>3.5492905727154398E-3</c:v>
                </c:pt>
                <c:pt idx="2384">
                  <c:v>3.6619172511405599E-3</c:v>
                </c:pt>
                <c:pt idx="2385">
                  <c:v>3.8267834106927899E-3</c:v>
                </c:pt>
                <c:pt idx="2386">
                  <c:v>4.0431525285704404E-3</c:v>
                </c:pt>
                <c:pt idx="2387">
                  <c:v>4.30951569536118E-3</c:v>
                </c:pt>
                <c:pt idx="2388">
                  <c:v>4.6236165998683196E-3</c:v>
                </c:pt>
                <c:pt idx="2389">
                  <c:v>4.9824929231674399E-3</c:v>
                </c:pt>
                <c:pt idx="2390">
                  <c:v>5.3825320445439404E-3</c:v>
                </c:pt>
                <c:pt idx="2391">
                  <c:v>5.8195372608946198E-3</c:v>
                </c:pt>
                <c:pt idx="2392">
                  <c:v>6.2888000753076904E-3</c:v>
                </c:pt>
                <c:pt idx="2393">
                  <c:v>6.7851747040397802E-3</c:v>
                </c:pt>
                <c:pt idx="2394">
                  <c:v>7.3031526388710397E-3</c:v>
                </c:pt>
                <c:pt idx="2395">
                  <c:v>7.8369373300697306E-3</c:v>
                </c:pt>
                <c:pt idx="2396">
                  <c:v>8.3805209195558696E-3</c:v>
                </c:pt>
                <c:pt idx="2397">
                  <c:v>8.9277655704869396E-3</c:v>
                </c:pt>
                <c:pt idx="2398">
                  <c:v>9.4724909627173504E-3</c:v>
                </c:pt>
                <c:pt idx="2399">
                  <c:v>1.0008567389842101E-2</c:v>
                </c:pt>
                <c:pt idx="2400">
                  <c:v>1.053001155941E-2</c:v>
                </c:pt>
                <c:pt idx="2401">
                  <c:v>1.1031080587242999E-2</c:v>
                </c:pt>
                <c:pt idx="2402">
                  <c:v>1.15063592848565E-2</c:v>
                </c:pt>
                <c:pt idx="2403">
                  <c:v>1.1950836708335201E-2</c:v>
                </c:pt>
                <c:pt idx="2404">
                  <c:v>1.2359969801598401E-2</c:v>
                </c:pt>
                <c:pt idx="2405">
                  <c:v>1.27297342969629E-2</c:v>
                </c:pt>
                <c:pt idx="2406">
                  <c:v>1.30566650611376E-2</c:v>
                </c:pt>
                <c:pt idx="2407">
                  <c:v>1.3337889037419901E-2</c:v>
                </c:pt>
                <c:pt idx="2408">
                  <c:v>1.35711535110111E-2</c:v>
                </c:pt>
                <c:pt idx="2409">
                  <c:v>1.3754850931332E-2</c:v>
                </c:pt>
                <c:pt idx="2410">
                  <c:v>1.38880397002452E-2</c:v>
                </c:pt>
                <c:pt idx="2411">
                  <c:v>1.3970458909164001E-2</c:v>
                </c:pt>
                <c:pt idx="2412">
                  <c:v>1.4002534443705E-2</c:v>
                </c:pt>
                <c:pt idx="2413">
                  <c:v>1.3985374350605999E-2</c:v>
                </c:pt>
                <c:pt idx="2414">
                  <c:v>1.3920752785000301E-2</c:v>
                </c:pt>
                <c:pt idx="2415">
                  <c:v>1.3811083780617701E-2</c:v>
                </c:pt>
                <c:pt idx="2416">
                  <c:v>1.3659387734181599E-2</c:v>
                </c:pt>
                <c:pt idx="2417">
                  <c:v>1.34692540792708E-2</c:v>
                </c:pt>
                <c:pt idx="2418">
                  <c:v>1.3244802802366199E-2</c:v>
                </c:pt>
                <c:pt idx="2419">
                  <c:v>1.2990645563199E-2</c:v>
                </c:pt>
                <c:pt idx="2420">
                  <c:v>1.27118450490517E-2</c:v>
                </c:pt>
                <c:pt idx="2421">
                  <c:v>1.24138696765287E-2</c:v>
                </c:pt>
                <c:pt idx="2422">
                  <c:v>1.21025403873718E-2</c:v>
                </c:pt>
                <c:pt idx="2423">
                  <c:v>1.1783967187539299E-2</c:v>
                </c:pt>
                <c:pt idx="2424">
                  <c:v>1.14644749993187E-2</c:v>
                </c:pt>
                <c:pt idx="2425">
                  <c:v>1.1150520736677501E-2</c:v>
                </c:pt>
                <c:pt idx="2426">
                  <c:v>1.0848605437718E-2</c:v>
                </c:pt>
                <c:pt idx="2427">
                  <c:v>1.0565186044832199E-2</c:v>
                </c:pt>
                <c:pt idx="2428">
                  <c:v>1.03065907491501E-2</c:v>
                </c:pt>
                <c:pt idx="2429">
                  <c:v>1.00789400700045E-2</c:v>
                </c:pt>
                <c:pt idx="2430">
                  <c:v>9.8880737712531298E-3</c:v>
                </c:pt>
                <c:pt idx="2431">
                  <c:v>9.7394821041797801E-3</c:v>
                </c:pt>
                <c:pt idx="2432">
                  <c:v>9.6382392664310299E-3</c:v>
                </c:pt>
                <c:pt idx="2433">
                  <c:v>9.5889375713013904E-3</c:v>
                </c:pt>
                <c:pt idx="2434">
                  <c:v>9.5956224048035395E-3</c:v>
                </c:pt>
                <c:pt idx="2435">
                  <c:v>9.6617299968993695E-3</c:v>
                </c:pt>
                <c:pt idx="2436">
                  <c:v>9.7900315251388901E-3</c:v>
                </c:pt>
                <c:pt idx="2437">
                  <c:v>9.9825874086104695E-3</c:v>
                </c:pt>
                <c:pt idx="2438">
                  <c:v>1.02407146339551E-2</c:v>
                </c:pt>
                <c:pt idx="2439">
                  <c:v>1.05649679909932E-2</c:v>
                </c:pt>
                <c:pt idx="2440">
                  <c:v>1.09551339751122E-2</c:v>
                </c:pt>
                <c:pt idx="2441">
                  <c:v>1.1410234625365201E-2</c:v>
                </c:pt>
                <c:pt idx="2442">
                  <c:v>1.1928538191918499E-2</c:v>
                </c:pt>
                <c:pt idx="2443">
                  <c:v>1.25075743238828E-2</c:v>
                </c:pt>
                <c:pt idx="2444">
                  <c:v>1.31441531243645E-2</c:v>
                </c:pt>
                <c:pt idx="2445">
                  <c:v>1.38343893410529E-2</c:v>
                </c:pt>
                <c:pt idx="2446">
                  <c:v>1.4573734390256899E-2</c:v>
                </c:pt>
                <c:pt idx="2447">
                  <c:v>1.5357019172711E-2</c:v>
                </c:pt>
                <c:pt idx="2448">
                  <c:v>1.61785094955205E-2</c:v>
                </c:pt>
                <c:pt idx="2449">
                  <c:v>1.70319737657069E-2</c:v>
                </c:pt>
                <c:pt idx="2450">
                  <c:v>1.7910760311601499E-2</c:v>
                </c:pt>
                <c:pt idx="2451">
                  <c:v>1.8807880085182901E-2</c:v>
                </c:pt>
                <c:pt idx="2452">
                  <c:v>1.97160901428199E-2</c:v>
                </c:pt>
                <c:pt idx="2453">
                  <c:v>2.0627974292419499E-2</c:v>
                </c:pt>
                <c:pt idx="2454">
                  <c:v>2.1536019321750598E-2</c:v>
                </c:pt>
                <c:pt idx="2455">
                  <c:v>2.24326876263422E-2</c:v>
                </c:pt>
                <c:pt idx="2456">
                  <c:v>2.3310488948144699E-2</c:v>
                </c:pt>
                <c:pt idx="2457">
                  <c:v>2.4162054520502799E-2</c:v>
                </c:pt>
                <c:pt idx="2458">
                  <c:v>2.49802159128601E-2</c:v>
                </c:pt>
                <c:pt idx="2459">
                  <c:v>2.5758088714542399E-2</c:v>
                </c:pt>
                <c:pt idx="2460">
                  <c:v>2.64891587957462E-2</c:v>
                </c:pt>
                <c:pt idx="2461">
                  <c:v>2.7167367142622099E-2</c:v>
                </c:pt>
                <c:pt idx="2462">
                  <c:v>2.77871887505306E-2</c:v>
                </c:pt>
                <c:pt idx="2463">
                  <c:v>2.8343701909885E-2</c:v>
                </c:pt>
                <c:pt idx="2464">
                  <c:v>2.8832646155979701E-2</c:v>
                </c:pt>
                <c:pt idx="2465">
                  <c:v>2.9250469522524299E-2</c:v>
                </c:pt>
                <c:pt idx="2466">
                  <c:v>2.9594367636723299E-2</c:v>
                </c:pt>
                <c:pt idx="2467">
                  <c:v>2.9862317825322698E-2</c:v>
                </c:pt>
                <c:pt idx="2468">
                  <c:v>3.00531104983939E-2</c:v>
                </c:pt>
                <c:pt idx="2469">
                  <c:v>3.0166378060175199E-2</c:v>
                </c:pt>
                <c:pt idx="2470">
                  <c:v>3.0202619325514501E-2</c:v>
                </c:pt>
                <c:pt idx="2471">
                  <c:v>3.0163215761012298E-2</c:v>
                </c:pt>
                <c:pt idx="2472">
                  <c:v>3.0050435370120102E-2</c:v>
                </c:pt>
                <c:pt idx="2473">
                  <c:v>2.9867420845330901E-2</c:v>
                </c:pt>
                <c:pt idx="2474">
                  <c:v>2.96181604798521E-2</c:v>
                </c:pt>
                <c:pt idx="2475">
                  <c:v>2.9307442671374102E-2</c:v>
                </c:pt>
                <c:pt idx="2476">
                  <c:v>2.8940796831070099E-2</c:v>
                </c:pt>
                <c:pt idx="2477">
                  <c:v>2.8524424377008001E-2</c:v>
                </c:pt>
                <c:pt idx="2478">
                  <c:v>2.8065122943195301E-2</c:v>
                </c:pt>
                <c:pt idx="2479">
                  <c:v>2.75702053153935E-2</c:v>
                </c:pt>
                <c:pt idx="2480">
                  <c:v>2.7047412736119599E-2</c:v>
                </c:pt>
                <c:pt idx="2481">
                  <c:v>2.65048209843026E-2</c:v>
                </c:pt>
                <c:pt idx="2482">
                  <c:v>2.5950737556738601E-2</c:v>
                </c:pt>
                <c:pt idx="2483">
                  <c:v>2.5393589386740301E-2</c:v>
                </c:pt>
                <c:pt idx="2484">
                  <c:v>2.4841802456778601E-2</c:v>
                </c:pt>
                <c:pt idx="2485">
                  <c:v>2.4303676765657301E-2</c:v>
                </c:pt>
                <c:pt idx="2486">
                  <c:v>2.3787261652217801E-2</c:v>
                </c:pt>
                <c:pt idx="2487">
                  <c:v>2.3300236845800799E-2</c:v>
                </c:pt>
                <c:pt idx="2488">
                  <c:v>2.2849803627535799E-2</c:v>
                </c:pt>
                <c:pt idx="2489">
                  <c:v>2.2442588503631899E-2</c:v>
                </c:pt>
                <c:pt idx="2490">
                  <c:v>2.2084559539408299E-2</c:v>
                </c:pt>
                <c:pt idx="2491">
                  <c:v>2.1780953774618101E-2</c:v>
                </c:pt>
                <c:pt idx="2492">
                  <c:v>2.1536213512347802E-2</c:v>
                </c:pt>
                <c:pt idx="2493">
                  <c:v>2.13539299094225E-2</c:v>
                </c:pt>
                <c:pt idx="2494">
                  <c:v>2.1236793895907699E-2</c:v>
                </c:pt>
                <c:pt idx="2495">
                  <c:v>2.1186556338996E-2</c:v>
                </c:pt>
                <c:pt idx="2496">
                  <c:v>2.12040007048417E-2</c:v>
                </c:pt>
                <c:pt idx="2497">
                  <c:v>2.1288931607270301E-2</c:v>
                </c:pt>
                <c:pt idx="2498">
                  <c:v>2.1440181431306101E-2</c:v>
                </c:pt>
                <c:pt idx="2499">
                  <c:v>2.1655635133538902E-2</c:v>
                </c:pt>
                <c:pt idx="2500">
                  <c:v>2.1932271128117999E-2</c:v>
                </c:pt>
                <c:pt idx="2501">
                  <c:v>2.22662146119086E-2</c:v>
                </c:pt>
                <c:pt idx="2502">
                  <c:v>2.2652799234388999E-2</c:v>
                </c:pt>
                <c:pt idx="2503">
                  <c:v>2.3086633786785899E-2</c:v>
                </c:pt>
                <c:pt idx="2504">
                  <c:v>2.35616723194596E-2</c:v>
                </c:pt>
                <c:pt idx="2505">
                  <c:v>2.40712881964232E-2</c:v>
                </c:pt>
                <c:pt idx="2506">
                  <c:v>2.46083542227797E-2</c:v>
                </c:pt>
                <c:pt idx="2507">
                  <c:v>2.5165331395248701E-2</c:v>
                </c:pt>
                <c:pt idx="2508">
                  <c:v>2.5734367801122499E-2</c:v>
                </c:pt>
                <c:pt idx="2509">
                  <c:v>2.63074071553271E-2</c:v>
                </c:pt>
                <c:pt idx="2510">
                  <c:v>2.6876304256087401E-2</c:v>
                </c:pt>
                <c:pt idx="2511">
                  <c:v>2.74329430887769E-2</c:v>
                </c:pt>
                <c:pt idx="2512">
                  <c:v>2.79693529325858E-2</c:v>
                </c:pt>
                <c:pt idx="2513">
                  <c:v>2.84778187250402E-2</c:v>
                </c:pt>
                <c:pt idx="2514">
                  <c:v>2.8950983812748601E-2</c:v>
                </c:pt>
                <c:pt idx="2515">
                  <c:v>2.9381945406961402E-2</c:v>
                </c:pt>
                <c:pt idx="2516">
                  <c:v>2.9764344708126299E-2</c:v>
                </c:pt>
                <c:pt idx="2517">
                  <c:v>3.0092454037749999E-2</c:v>
                </c:pt>
                <c:pt idx="2518">
                  <c:v>3.03612622143106E-2</c:v>
                </c:pt>
                <c:pt idx="2519">
                  <c:v>3.0566557284655901E-2</c:v>
                </c:pt>
                <c:pt idx="2520">
                  <c:v>3.07050034354787E-2</c:v>
                </c:pt>
                <c:pt idx="2521">
                  <c:v>3.07742073070938E-2</c:v>
                </c:pt>
                <c:pt idx="2522">
                  <c:v>3.0772768548191401E-2</c:v>
                </c:pt>
                <c:pt idx="2523">
                  <c:v>3.0700310442296201E-2</c:v>
                </c:pt>
                <c:pt idx="2524">
                  <c:v>3.05574885894342E-2</c:v>
                </c:pt>
                <c:pt idx="2525">
                  <c:v>3.03459783261638E-2</c:v>
                </c:pt>
                <c:pt idx="2526">
                  <c:v>3.00684438899659E-2</c:v>
                </c:pt>
                <c:pt idx="2527">
                  <c:v>2.9728493413621701E-2</c:v>
                </c:pt>
                <c:pt idx="2528">
                  <c:v>2.9330623348952499E-2</c:v>
                </c:pt>
                <c:pt idx="2529">
                  <c:v>2.8880154293362801E-2</c:v>
                </c:pt>
                <c:pt idx="2530">
                  <c:v>2.8383158321773998E-2</c:v>
                </c:pt>
                <c:pt idx="2531">
                  <c:v>2.78463766552914E-2</c:v>
                </c:pt>
                <c:pt idx="2532">
                  <c:v>2.7277126289285102E-2</c:v>
                </c:pt>
                <c:pt idx="2533">
                  <c:v>2.66831951213591E-2</c:v>
                </c:pt>
                <c:pt idx="2534">
                  <c:v>2.6072726901775301E-2</c:v>
                </c:pt>
                <c:pt idx="2535">
                  <c:v>2.5454099389545001E-2</c:v>
                </c:pt>
                <c:pt idx="2536">
                  <c:v>2.48358006126893E-2</c:v>
                </c:pt>
                <c:pt idx="2537">
                  <c:v>2.42263083874876E-2</c:v>
                </c:pt>
                <c:pt idx="2538">
                  <c:v>2.36339770750051E-2</c:v>
                </c:pt>
                <c:pt idx="2539">
                  <c:v>2.3066933426886999E-2</c:v>
                </c:pt>
                <c:pt idx="2540">
                  <c:v>2.2532981141927901E-2</c:v>
                </c:pt>
                <c:pt idx="2541">
                  <c:v>2.2039512209238901E-2</c:v>
                </c:pt>
                <c:pt idx="2542">
                  <c:v>2.15934227242385E-2</c:v>
                </c:pt>
                <c:pt idx="2543">
                  <c:v>2.1201031709924999E-2</c:v>
                </c:pt>
                <c:pt idx="2544">
                  <c:v>2.08680032508409E-2</c:v>
                </c:pt>
                <c:pt idx="2545">
                  <c:v>2.05992742910515E-2</c:v>
                </c:pt>
                <c:pt idx="2546">
                  <c:v>2.0398991902368699E-2</c:v>
                </c:pt>
                <c:pt idx="2547">
                  <c:v>2.0270463998010298E-2</c:v>
                </c:pt>
                <c:pt idx="2548">
                  <c:v>2.0216126201716599E-2</c:v>
                </c:pt>
                <c:pt idx="2549">
                  <c:v>2.0237525365040501E-2</c:v>
                </c:pt>
                <c:pt idx="2550">
                  <c:v>2.0335317882243902E-2</c:v>
                </c:pt>
                <c:pt idx="2551">
                  <c:v>2.0509279277602498E-2</c:v>
                </c:pt>
                <c:pt idx="2552">
                  <c:v>2.0758321055988901E-2</c:v>
                </c:pt>
                <c:pt idx="2553">
                  <c:v>2.1080511654104898E-2</c:v>
                </c:pt>
                <c:pt idx="2554">
                  <c:v>2.1473100227484599E-2</c:v>
                </c:pt>
                <c:pt idx="2555">
                  <c:v>2.1932544289583501E-2</c:v>
                </c:pt>
                <c:pt idx="2556">
                  <c:v>2.2454543987451898E-2</c:v>
                </c:pt>
                <c:pt idx="2557">
                  <c:v>2.3034086291662401E-2</c:v>
                </c:pt>
                <c:pt idx="2558">
                  <c:v>2.3665501394363402E-2</c:v>
                </c:pt>
                <c:pt idx="2559">
                  <c:v>2.43425316383825E-2</c:v>
                </c:pt>
                <c:pt idx="2560">
                  <c:v>2.5058411214156001E-2</c:v>
                </c:pt>
                <c:pt idx="2561">
                  <c:v>2.5805953442572999E-2</c:v>
                </c:pt>
                <c:pt idx="2562">
                  <c:v>2.6577642120632499E-2</c:v>
                </c:pt>
                <c:pt idx="2563">
                  <c:v>2.7365724150327501E-2</c:v>
                </c:pt>
                <c:pt idx="2564">
                  <c:v>2.8162302179845299E-2</c:v>
                </c:pt>
                <c:pt idx="2565">
                  <c:v>2.8959427686682401E-2</c:v>
                </c:pt>
                <c:pt idx="2566">
                  <c:v>2.9749196119567702E-2</c:v>
                </c:pt>
                <c:pt idx="2567">
                  <c:v>3.05238458207642E-2</c:v>
                </c:pt>
                <c:pt idx="2568">
                  <c:v>3.1275861344437002E-2</c:v>
                </c:pt>
                <c:pt idx="2569">
                  <c:v>3.1998079870739202E-2</c:v>
                </c:pt>
                <c:pt idx="2570">
                  <c:v>3.2683797417825997E-2</c:v>
                </c:pt>
                <c:pt idx="2571">
                  <c:v>3.3326870224539402E-2</c:v>
                </c:pt>
                <c:pt idx="2572">
                  <c:v>3.3921806526417103E-2</c:v>
                </c:pt>
                <c:pt idx="2573">
                  <c:v>3.4463845081855897E-2</c:v>
                </c:pt>
                <c:pt idx="2574">
                  <c:v>3.4949018870209098E-2</c:v>
                </c:pt>
                <c:pt idx="2575">
                  <c:v>3.5374204657261703E-2</c:v>
                </c:pt>
                <c:pt idx="2576">
                  <c:v>3.5737160746227098E-2</c:v>
                </c:pt>
                <c:pt idx="2577">
                  <c:v>3.60365555567854E-2</c:v>
                </c:pt>
                <c:pt idx="2578">
                  <c:v>3.6271988598124999E-2</c:v>
                </c:pt>
                <c:pt idx="2579">
                  <c:v>3.6444003433325302E-2</c:v>
                </c:pt>
                <c:pt idx="2580">
                  <c:v>3.6554090209866101E-2</c:v>
                </c:pt>
                <c:pt idx="2581">
                  <c:v>3.6604674033179602E-2</c:v>
                </c:pt>
                <c:pt idx="2582">
                  <c:v>3.65990853874988E-2</c:v>
                </c:pt>
                <c:pt idx="2583">
                  <c:v>3.6541510123558198E-2</c:v>
                </c:pt>
                <c:pt idx="2584">
                  <c:v>3.6436918987202097E-2</c:v>
                </c:pt>
                <c:pt idx="2585">
                  <c:v>3.6290979522225701E-2</c:v>
                </c:pt>
                <c:pt idx="2586">
                  <c:v>3.6109955390849803E-2</c:v>
                </c:pt>
                <c:pt idx="2587">
                  <c:v>3.5900598851037101E-2</c:v>
                </c:pt>
                <c:pt idx="2588">
                  <c:v>3.5670041156477802E-2</c:v>
                </c:pt>
                <c:pt idx="2589">
                  <c:v>3.5425683618290703E-2</c:v>
                </c:pt>
                <c:pt idx="2590">
                  <c:v>3.5175089932780901E-2</c:v>
                </c:pt>
                <c:pt idx="2591">
                  <c:v>3.4925878911367197E-2</c:v>
                </c:pt>
                <c:pt idx="2592">
                  <c:v>3.4685616353040599E-2</c:v>
                </c:pt>
                <c:pt idx="2593">
                  <c:v>3.4461705547097501E-2</c:v>
                </c:pt>
                <c:pt idx="2594">
                  <c:v>3.4261277535447603E-2</c:v>
                </c:pt>
                <c:pt idx="2595">
                  <c:v>3.4091084198862601E-2</c:v>
                </c:pt>
                <c:pt idx="2596">
                  <c:v>3.3957398625631102E-2</c:v>
                </c:pt>
                <c:pt idx="2597">
                  <c:v>3.3865927381883001E-2</c:v>
                </c:pt>
                <c:pt idx="2598">
                  <c:v>3.3821738089342301E-2</c:v>
                </c:pt>
                <c:pt idx="2599">
                  <c:v>3.3829203616628598E-2</c:v>
                </c:pt>
                <c:pt idx="2600">
                  <c:v>3.3891962002853201E-2</c:v>
                </c:pt>
                <c:pt idx="2601">
                  <c:v>3.4012889658787203E-2</c:v>
                </c:pt>
                <c:pt idx="2602">
                  <c:v>3.4194084834437602E-2</c:v>
                </c:pt>
                <c:pt idx="2603">
                  <c:v>3.4436858901458901E-2</c:v>
                </c:pt>
                <c:pt idx="2604">
                  <c:v>3.4741734474790897E-2</c:v>
                </c:pt>
                <c:pt idx="2605">
                  <c:v>3.5108451244295999E-2</c:v>
                </c:pt>
                <c:pt idx="2606">
                  <c:v>3.5535981783718897E-2</c:v>
                </c:pt>
                <c:pt idx="2607">
                  <c:v>3.6022559813475803E-2</c:v>
                </c:pt>
                <c:pt idx="2608">
                  <c:v>3.6565722217915798E-2</c:v>
                </c:pt>
                <c:pt idx="2609">
                  <c:v>3.7162364040830398E-2</c:v>
                </c:pt>
                <c:pt idx="2610">
                  <c:v>3.7808803560774602E-2</c:v>
                </c:pt>
                <c:pt idx="2611">
                  <c:v>3.8500853144987197E-2</c:v>
                </c:pt>
                <c:pt idx="2612">
                  <c:v>3.9233891313981001E-2</c:v>
                </c:pt>
                <c:pt idx="2613">
                  <c:v>4.0002932386601901E-2</c:v>
                </c:pt>
                <c:pt idx="2614">
                  <c:v>4.08026919755064E-2</c:v>
                </c:pt>
                <c:pt idx="2615">
                  <c:v>4.1627648869194497E-2</c:v>
                </c:pt>
                <c:pt idx="2616">
                  <c:v>4.2472105598812301E-2</c:v>
                </c:pt>
                <c:pt idx="2617">
                  <c:v>4.333025049487E-2</c:v>
                </c:pt>
                <c:pt idx="2618">
                  <c:v>4.41962231167859E-2</c:v>
                </c:pt>
                <c:pt idx="2619">
                  <c:v>4.5064183087769299E-2</c:v>
                </c:pt>
                <c:pt idx="2620">
                  <c:v>4.5928380433000703E-2</c:v>
                </c:pt>
                <c:pt idx="2621">
                  <c:v>4.67832242400638E-2</c:v>
                </c:pt>
                <c:pt idx="2622">
                  <c:v>4.7623346229835002E-2</c:v>
                </c:pt>
                <c:pt idx="2623">
                  <c:v>4.8443656689367599E-2</c:v>
                </c:pt>
                <c:pt idx="2624">
                  <c:v>4.9239391925969697E-2</c:v>
                </c:pt>
                <c:pt idx="2625">
                  <c:v>5.0006154399798698E-2</c:v>
                </c:pt>
                <c:pt idx="2626">
                  <c:v>5.0739948196145801E-2</c:v>
                </c:pt>
                <c:pt idx="2627">
                  <c:v>5.1437212805632702E-2</c:v>
                </c:pt>
                <c:pt idx="2628">
                  <c:v>5.2094857083849998E-2</c:v>
                </c:pt>
                <c:pt idx="2629">
                  <c:v>5.2710293209397303E-2</c:v>
                </c:pt>
                <c:pt idx="2630">
                  <c:v>5.32814682942198E-2</c:v>
                </c:pt>
                <c:pt idx="2631">
                  <c:v>5.3806889817980402E-2</c:v>
                </c:pt>
                <c:pt idx="2632">
                  <c:v>5.4285640735565598E-2</c:v>
                </c:pt>
                <c:pt idx="2633">
                  <c:v>5.4717381071887498E-2</c:v>
                </c:pt>
                <c:pt idx="2634">
                  <c:v>5.5102334848222703E-2</c:v>
                </c:pt>
                <c:pt idx="2635">
                  <c:v>5.5441263642781097E-2</c:v>
                </c:pt>
                <c:pt idx="2636">
                  <c:v>5.5735430033163301E-2</c:v>
                </c:pt>
                <c:pt idx="2637">
                  <c:v>5.5986554800046703E-2</c:v>
                </c:pt>
                <c:pt idx="2638">
                  <c:v>5.6196770924394499E-2</c:v>
                </c:pt>
                <c:pt idx="2639">
                  <c:v>5.6368575634994297E-2</c:v>
                </c:pt>
                <c:pt idx="2640">
                  <c:v>5.6504779953748897E-2</c:v>
                </c:pt>
                <c:pt idx="2641">
                  <c:v>5.6608454118294703E-2</c:v>
                </c:pt>
                <c:pt idx="2642">
                  <c:v>5.6682867332365799E-2</c:v>
                </c:pt>
                <c:pt idx="2643">
                  <c:v>5.67314214773951E-2</c:v>
                </c:pt>
                <c:pt idx="2644">
                  <c:v>5.6757580312607803E-2</c:v>
                </c:pt>
                <c:pt idx="2645">
                  <c:v>5.6764797612250999E-2</c:v>
                </c:pt>
                <c:pt idx="2646">
                  <c:v>5.6756448866856497E-2</c:v>
                </c:pt>
                <c:pt idx="2647">
                  <c:v>5.6735771068315899E-2</c:v>
                </c:pt>
                <c:pt idx="2648">
                  <c:v>5.6705813679815899E-2</c:v>
                </c:pt>
                <c:pt idx="2649">
                  <c:v>5.6669401682147201E-2</c:v>
                </c:pt>
                <c:pt idx="2650">
                  <c:v>5.66291093901213E-2</c:v>
                </c:pt>
                <c:pt idx="2651">
                  <c:v>5.6587242274960002E-2</c:v>
                </c:pt>
                <c:pt idx="2652">
                  <c:v>5.6545823731018498E-2</c:v>
                </c:pt>
                <c:pt idx="2653">
                  <c:v>5.6506584626622502E-2</c:v>
                </c:pt>
                <c:pt idx="2654">
                  <c:v>5.6470955235046499E-2</c:v>
                </c:pt>
                <c:pt idx="2655">
                  <c:v>5.6440061062104398E-2</c:v>
                </c:pt>
                <c:pt idx="2656">
                  <c:v>5.64147253077509E-2</c:v>
                </c:pt>
                <c:pt idx="2657">
                  <c:v>5.6395480569395903E-2</c:v>
                </c:pt>
                <c:pt idx="2658">
                  <c:v>5.6382590868452299E-2</c:v>
                </c:pt>
                <c:pt idx="2659">
                  <c:v>5.6376082765041302E-2</c:v>
                </c:pt>
                <c:pt idx="2660">
                  <c:v>5.6375782117612599E-2</c:v>
                </c:pt>
                <c:pt idx="2661">
                  <c:v>5.6381351700579202E-2</c:v>
                </c:pt>
                <c:pt idx="2662">
                  <c:v>5.6392324827690701E-2</c:v>
                </c:pt>
                <c:pt idx="2663">
                  <c:v>5.6408131412621701E-2</c:v>
                </c:pt>
                <c:pt idx="2664">
                  <c:v>5.6428115230339103E-2</c:v>
                </c:pt>
                <c:pt idx="2665">
                  <c:v>5.6451543784754102E-2</c:v>
                </c:pt>
                <c:pt idx="2666">
                  <c:v>5.6477614134976602E-2</c:v>
                </c:pt>
                <c:pt idx="2667">
                  <c:v>5.6505458520420097E-2</c:v>
                </c:pt>
                <c:pt idx="2668">
                  <c:v>5.6534152592979003E-2</c:v>
                </c:pt>
                <c:pt idx="2669">
                  <c:v>5.6562727137541499E-2</c:v>
                </c:pt>
                <c:pt idx="2670">
                  <c:v>5.65901822264223E-2</c:v>
                </c:pt>
                <c:pt idx="2671">
                  <c:v>5.6615501527119298E-2</c:v>
                </c:pt>
                <c:pt idx="2672">
                  <c:v>5.66376643172668E-2</c:v>
                </c:pt>
                <c:pt idx="2673">
                  <c:v>5.6655653636086899E-2</c:v>
                </c:pt>
                <c:pt idx="2674">
                  <c:v>5.6668460594173499E-2</c:v>
                </c:pt>
                <c:pt idx="2675">
                  <c:v>5.6675086604054903E-2</c:v>
                </c:pt>
                <c:pt idx="2676">
                  <c:v>5.6674546484477797E-2</c:v>
                </c:pt>
                <c:pt idx="2677">
                  <c:v>5.6665875478784801E-2</c:v>
                </c:pt>
                <c:pt idx="2678">
                  <c:v>5.6648142113468102E-2</c:v>
                </c:pt>
                <c:pt idx="2679">
                  <c:v>5.6620466926452603E-2</c:v>
                </c:pt>
                <c:pt idx="2680">
                  <c:v>5.6582045111505302E-2</c:v>
                </c:pt>
                <c:pt idx="2681">
                  <c:v>5.6532169719684902E-2</c:v>
                </c:pt>
                <c:pt idx="2682">
                  <c:v>5.6470251704704898E-2</c:v>
                </c:pt>
                <c:pt idx="2683">
                  <c:v>5.6395834009186199E-2</c:v>
                </c:pt>
                <c:pt idx="2684">
                  <c:v>5.6308598876907E-2</c:v>
                </c:pt>
                <c:pt idx="2685">
                  <c:v>5.6208369941752601E-2</c:v>
                </c:pt>
                <c:pt idx="2686">
                  <c:v>5.6095112370047197E-2</c:v>
                </c:pt>
                <c:pt idx="2687">
                  <c:v>5.5968934632980902E-2</c:v>
                </c:pt>
                <c:pt idx="2688">
                  <c:v>5.58300942877362E-2</c:v>
                </c:pt>
                <c:pt idx="2689">
                  <c:v>5.5679008087771202E-2</c:v>
                </c:pt>
                <c:pt idx="2690">
                  <c:v>5.5516264723198802E-2</c:v>
                </c:pt>
                <c:pt idx="2691">
                  <c:v>5.5342637191669999E-2</c:v>
                </c:pt>
                <c:pt idx="2692">
                  <c:v>5.5159091512252602E-2</c:v>
                </c:pt>
                <c:pt idx="2693">
                  <c:v>5.49667892269219E-2</c:v>
                </c:pt>
                <c:pt idx="2694">
                  <c:v>5.47670826789333E-2</c:v>
                </c:pt>
                <c:pt idx="2695">
                  <c:v>5.4561503916521599E-2</c:v>
                </c:pt>
                <c:pt idx="2696">
                  <c:v>5.4351749487199702E-2</c:v>
                </c:pt>
                <c:pt idx="2697">
                  <c:v>5.4139663700633202E-2</c:v>
                </c:pt>
                <c:pt idx="2698">
                  <c:v>5.39272220179291E-2</c:v>
                </c:pt>
                <c:pt idx="2699">
                  <c:v>5.3716514569645601E-2</c:v>
                </c:pt>
                <c:pt idx="2700">
                  <c:v>5.3509728214147997E-2</c:v>
                </c:pt>
                <c:pt idx="2701">
                  <c:v>5.3309124703579E-2</c:v>
                </c:pt>
                <c:pt idx="2702">
                  <c:v>5.31170127600471E-2</c:v>
                </c:pt>
                <c:pt idx="2703">
                  <c:v>5.29357131394977E-2</c:v>
                </c:pt>
                <c:pt idx="2704">
                  <c:v>5.2767517704050998E-2</c:v>
                </c:pt>
                <c:pt idx="2705">
                  <c:v>5.2614645492587098E-2</c:v>
                </c:pt>
                <c:pt idx="2706">
                  <c:v>5.2479200017732298E-2</c:v>
                </c:pt>
                <c:pt idx="2707">
                  <c:v>5.2363131963705602E-2</c:v>
                </c:pt>
                <c:pt idx="2708">
                  <c:v>5.2268210055476702E-2</c:v>
                </c:pt>
                <c:pt idx="2709">
                  <c:v>5.2196000620899803E-2</c:v>
                </c:pt>
                <c:pt idx="2710">
                  <c:v>5.2147854096629503E-2</c:v>
                </c:pt>
                <c:pt idx="2711">
                  <c:v>5.2124895216400902E-2</c:v>
                </c:pt>
                <c:pt idx="2712">
                  <c:v>5.2128013345224801E-2</c:v>
                </c:pt>
                <c:pt idx="2713">
                  <c:v>5.2157850450546099E-2</c:v>
                </c:pt>
                <c:pt idx="2714">
                  <c:v>5.2214786173223199E-2</c:v>
                </c:pt>
                <c:pt idx="2715">
                  <c:v>5.2298921668132499E-2</c:v>
                </c:pt>
                <c:pt idx="2716">
                  <c:v>5.2410065471504202E-2</c:v>
                </c:pt>
                <c:pt idx="2717">
                  <c:v>5.2547724974241899E-2</c:v>
                </c:pt>
                <c:pt idx="2718">
                  <c:v>5.2711106038335703E-2</c:v>
                </c:pt>
                <c:pt idx="2719">
                  <c:v>5.2899121385804701E-2</c:v>
                </c:pt>
                <c:pt idx="2720">
                  <c:v>5.3110406422415601E-2</c:v>
                </c:pt>
                <c:pt idx="2721">
                  <c:v>5.3343339858127302E-2</c:v>
                </c:pt>
                <c:pt idx="2722">
                  <c:v>5.3596066273996101E-2</c:v>
                </c:pt>
                <c:pt idx="2723">
                  <c:v>5.3866518722575397E-2</c:v>
                </c:pt>
                <c:pt idx="2724">
                  <c:v>5.4152441222240902E-2</c:v>
                </c:pt>
                <c:pt idx="2725">
                  <c:v>5.4451412936927998E-2</c:v>
                </c:pt>
                <c:pt idx="2726">
                  <c:v>5.4760877057850703E-2</c:v>
                </c:pt>
                <c:pt idx="2727">
                  <c:v>5.50781772842334E-2</c:v>
                </c:pt>
                <c:pt idx="2728">
                  <c:v>5.5400603318754599E-2</c:v>
                </c:pt>
                <c:pt idx="2729">
                  <c:v>5.5725444575905801E-2</c:v>
                </c:pt>
                <c:pt idx="2730">
                  <c:v>5.6050049229393897E-2</c:v>
                </c:pt>
                <c:pt idx="2731">
                  <c:v>5.6371884493740698E-2</c:v>
                </c:pt>
                <c:pt idx="2732">
                  <c:v>5.6688593958309802E-2</c:v>
                </c:pt>
                <c:pt idx="2733">
                  <c:v>5.6998048816146299E-2</c:v>
                </c:pt>
                <c:pt idx="2734">
                  <c:v>5.7298391588357901E-2</c:v>
                </c:pt>
                <c:pt idx="2735">
                  <c:v>5.7588072797447702E-2</c:v>
                </c:pt>
                <c:pt idx="2736">
                  <c:v>5.7865882234634299E-2</c:v>
                </c:pt>
                <c:pt idx="2737">
                  <c:v>5.8130976464225603E-2</c:v>
                </c:pt>
                <c:pt idx="2738">
                  <c:v>5.8382903015356202E-2</c:v>
                </c:pt>
                <c:pt idx="2739">
                  <c:v>5.8621619872398098E-2</c:v>
                </c:pt>
                <c:pt idx="2740">
                  <c:v>5.8847507184282999E-2</c:v>
                </c:pt>
                <c:pt idx="2741">
                  <c:v>5.9061367273240399E-2</c:v>
                </c:pt>
                <c:pt idx="2742">
                  <c:v>5.9264409430267201E-2</c:v>
                </c:pt>
                <c:pt idx="2743">
                  <c:v>5.9458217630751299E-2</c:v>
                </c:pt>
                <c:pt idx="2744">
                  <c:v>5.9644701760962801E-2</c:v>
                </c:pt>
                <c:pt idx="2745">
                  <c:v>5.9826035431054601E-2</c:v>
                </c:pt>
                <c:pt idx="2746">
                  <c:v>6.0004585058719202E-2</c:v>
                </c:pt>
                <c:pt idx="2747">
                  <c:v>6.0182835027565301E-2</c:v>
                </c:pt>
                <c:pt idx="2748">
                  <c:v>6.0363312384230698E-2</c:v>
                </c:pt>
                <c:pt idx="2749">
                  <c:v>6.0548512399584503E-2</c:v>
                </c:pt>
                <c:pt idx="2750">
                  <c:v>6.0740824317500899E-2</c:v>
                </c:pt>
                <c:pt idx="2751">
                  <c:v>6.0942455525390397E-2</c:v>
                </c:pt>
                <c:pt idx="2752">
                  <c:v>6.1155352559340501E-2</c:v>
                </c:pt>
                <c:pt idx="2753">
                  <c:v>6.1381118706215203E-2</c:v>
                </c:pt>
                <c:pt idx="2754">
                  <c:v>6.1620930025819899E-2</c:v>
                </c:pt>
                <c:pt idx="2755">
                  <c:v>6.1875453673531401E-2</c:v>
                </c:pt>
                <c:pt idx="2756">
                  <c:v>6.2144773667990601E-2</c:v>
                </c:pt>
                <c:pt idx="2757">
                  <c:v>6.24283291833196E-2</c:v>
                </c:pt>
                <c:pt idx="2758">
                  <c:v>6.2724869065147404E-2</c:v>
                </c:pt>
                <c:pt idx="2759">
                  <c:v>6.3032424120489303E-2</c:v>
                </c:pt>
                <c:pt idx="2760">
                  <c:v>6.3348296573181404E-2</c:v>
                </c:pt>
                <c:pt idx="2761">
                  <c:v>6.3669064566531597E-2</c:v>
                </c:pt>
                <c:pt idx="2762">
                  <c:v>6.3990599147746602E-2</c:v>
                </c:pt>
                <c:pt idx="2763">
                  <c:v>6.4308091894106398E-2</c:v>
                </c:pt>
                <c:pt idx="2764">
                  <c:v>6.4616092948134904E-2</c:v>
                </c:pt>
                <c:pt idx="2765">
                  <c:v>6.4908561009160898E-2</c:v>
                </c:pt>
                <c:pt idx="2766">
                  <c:v>6.5178927899863806E-2</c:v>
                </c:pt>
                <c:pt idx="2767">
                  <c:v>6.5420180079867093E-2</c:v>
                </c:pt>
                <c:pt idx="2768">
                  <c:v>6.56249579036806E-2</c:v>
                </c:pt>
                <c:pt idx="2769">
                  <c:v>6.5785671077357596E-2</c:v>
                </c:pt>
                <c:pt idx="2770">
                  <c:v>6.5894626473918694E-2</c:v>
                </c:pt>
                <c:pt idx="2771">
                  <c:v>6.5944162944304899E-2</c:v>
                </c:pt>
                <c:pt idx="2772">
                  <c:v>6.5926787440120899E-2</c:v>
                </c:pt>
                <c:pt idx="2773">
                  <c:v>6.5835307733906806E-2</c:v>
                </c:pt>
                <c:pt idx="2774">
                  <c:v>6.5662958984450001E-2</c:v>
                </c:pt>
                <c:pt idx="2775">
                  <c:v>6.5403523643905503E-2</c:v>
                </c:pt>
                <c:pt idx="2776">
                  <c:v>6.5051445812272096E-2</c:v>
                </c:pt>
                <c:pt idx="2777">
                  <c:v>6.4601941410581801E-2</c:v>
                </c:pt>
                <c:pt idx="2778">
                  <c:v>6.4051104405724493E-2</c:v>
                </c:pt>
                <c:pt idx="2779">
                  <c:v>6.3396007378722793E-2</c:v>
                </c:pt>
                <c:pt idx="2780">
                  <c:v>6.2634792875819606E-2</c:v>
                </c:pt>
                <c:pt idx="2781">
                  <c:v>6.17667509544053E-2</c:v>
                </c:pt>
                <c:pt idx="2782">
                  <c:v>6.0792378483674601E-2</c:v>
                </c:pt>
                <c:pt idx="2783">
                  <c:v>5.9713417046111501E-2</c:v>
                </c:pt>
                <c:pt idx="2784">
                  <c:v>5.85328683444305E-2</c:v>
                </c:pt>
                <c:pt idx="2785">
                  <c:v>5.7254988191073899E-2</c:v>
                </c:pt>
                <c:pt idx="2786">
                  <c:v>5.5885261648906802E-2</c:v>
                </c:pt>
                <c:pt idx="2787">
                  <c:v>5.4430362127930301E-2</c:v>
                </c:pt>
                <c:pt idx="2788">
                  <c:v>5.2898096204391599E-2</c:v>
                </c:pt>
                <c:pt idx="2789">
                  <c:v>5.1297334170550303E-2</c:v>
                </c:pt>
                <c:pt idx="2790">
                  <c:v>4.9637924674027702E-2</c:v>
                </c:pt>
                <c:pt idx="2791">
                  <c:v>4.7930590990917697E-2</c:v>
                </c:pt>
                <c:pt idx="2792">
                  <c:v>4.6186806878209898E-2</c:v>
                </c:pt>
                <c:pt idx="2793">
                  <c:v>4.4418651546562597E-2</c:v>
                </c:pt>
                <c:pt idx="2794">
                  <c:v>4.2638645707137199E-2</c:v>
                </c:pt>
                <c:pt idx="2795">
                  <c:v>4.0859573215984601E-2</c:v>
                </c:pt>
                <c:pt idx="2796">
                  <c:v>3.9094294762930699E-2</c:v>
                </c:pt>
                <c:pt idx="2797">
                  <c:v>3.7355560679055197E-2</c:v>
                </c:pt>
                <c:pt idx="2798">
                  <c:v>3.5655829104114301E-2</c:v>
                </c:pt>
                <c:pt idx="2799">
                  <c:v>3.40070938840666E-2</c:v>
                </c:pt>
                <c:pt idx="2800">
                  <c:v>3.2420724441324898E-2</c:v>
                </c:pt>
                <c:pt idx="2801">
                  <c:v>3.0907318242320701E-2</c:v>
                </c:pt>
                <c:pt idx="2802">
                  <c:v>2.9476565835830498E-2</c:v>
                </c:pt>
                <c:pt idx="2803">
                  <c:v>2.8137128812856599E-2</c:v>
                </c:pt>
                <c:pt idx="2804">
                  <c:v>2.6896532157936401E-2</c:v>
                </c:pt>
                <c:pt idx="2805">
                  <c:v>2.57610737497742E-2</c:v>
                </c:pt>
                <c:pt idx="2806">
                  <c:v>2.4735754499299201E-2</c:v>
                </c:pt>
                <c:pt idx="2807">
                  <c:v>2.3824232219407299E-2</c:v>
                </c:pt>
                <c:pt idx="2808">
                  <c:v>2.30288007429977E-2</c:v>
                </c:pt>
                <c:pt idx="2809">
                  <c:v>2.2350393558895801E-2</c:v>
                </c:pt>
                <c:pt idx="2810">
                  <c:v>2.1788609129625901E-2</c:v>
                </c:pt>
                <c:pt idx="2811">
                  <c:v>2.1341753805205199E-2</c:v>
                </c:pt>
                <c:pt idx="2812">
                  <c:v>2.10068982106839E-2</c:v>
                </c:pt>
                <c:pt idx="2813">
                  <c:v>2.0779944105820399E-2</c:v>
                </c:pt>
                <c:pt idx="2814">
                  <c:v>2.06557005820549E-2</c:v>
                </c:pt>
                <c:pt idx="2815">
                  <c:v>2.0627970386579798E-2</c:v>
                </c:pt>
                <c:pt idx="2816">
                  <c:v>2.0689648332796899E-2</c:v>
                </c:pt>
                <c:pt idx="2817">
                  <c:v>2.08328335670354E-2</c:v>
                </c:pt>
                <c:pt idx="2818">
                  <c:v>2.10489558866006E-2</c:v>
                </c:pt>
                <c:pt idx="2819">
                  <c:v>2.1328913949424998E-2</c:v>
                </c:pt>
                <c:pt idx="2820">
                  <c:v>2.1663220975939101E-2</c:v>
                </c:pt>
                <c:pt idx="2821">
                  <c:v>2.2042152179718302E-2</c:v>
                </c:pt>
                <c:pt idx="2822">
                  <c:v>2.2455888085055602E-2</c:v>
                </c:pt>
                <c:pt idx="2823">
                  <c:v>2.28946491236472E-2</c:v>
                </c:pt>
                <c:pt idx="2824">
                  <c:v>2.3348819086041601E-2</c:v>
                </c:pt>
                <c:pt idx="2825">
                  <c:v>2.3809057405916701E-2</c:v>
                </c:pt>
                <c:pt idx="2826">
                  <c:v>2.4266401985070098E-2</c:v>
                </c:pt>
                <c:pt idx="2827">
                  <c:v>2.4712364682602201E-2</c:v>
                </c:pt>
                <c:pt idx="2828">
                  <c:v>2.5139020649779902E-2</c:v>
                </c:pt>
                <c:pt idx="2829">
                  <c:v>2.55390909502951E-2</c:v>
                </c:pt>
                <c:pt idx="2830">
                  <c:v>2.5906016197344998E-2</c:v>
                </c:pt>
                <c:pt idx="2831">
                  <c:v>2.6234017977469801E-2</c:v>
                </c:pt>
                <c:pt idx="2832">
                  <c:v>2.6518144978052199E-2</c:v>
                </c:pt>
                <c:pt idx="2833">
                  <c:v>2.6754301968372599E-2</c:v>
                </c:pt>
                <c:pt idx="2834">
                  <c:v>2.69392617400252E-2</c:v>
                </c:pt>
                <c:pt idx="2835">
                  <c:v>2.7070662142466801E-2</c:v>
                </c:pt>
                <c:pt idx="2836">
                  <c:v>2.71469916887115E-2</c:v>
                </c:pt>
                <c:pt idx="2837">
                  <c:v>2.7167567314329701E-2</c:v>
                </c:pt>
                <c:pt idx="2838">
                  <c:v>2.7132506745338202E-2</c:v>
                </c:pt>
                <c:pt idx="2839">
                  <c:v>2.70426961102039E-2</c:v>
                </c:pt>
                <c:pt idx="2840">
                  <c:v>2.6899751705347301E-2</c:v>
                </c:pt>
                <c:pt idx="2841">
                  <c:v>2.6705973856458599E-2</c:v>
                </c:pt>
                <c:pt idx="2842">
                  <c:v>2.6464290950789001E-2</c:v>
                </c:pt>
                <c:pt idx="2843">
                  <c:v>2.61781929408865E-2</c:v>
                </c:pt>
                <c:pt idx="2844">
                  <c:v>2.58516555915917E-2</c:v>
                </c:pt>
                <c:pt idx="2845">
                  <c:v>2.54890587856463E-2</c:v>
                </c:pt>
                <c:pt idx="2846">
                  <c:v>2.5095103486594501E-2</c:v>
                </c:pt>
                <c:pt idx="2847">
                  <c:v>2.4674731880067999E-2</c:v>
                </c:pt>
                <c:pt idx="2848">
                  <c:v>2.4233053759775299E-2</c:v>
                </c:pt>
                <c:pt idx="2849">
                  <c:v>2.3775279969403901E-2</c:v>
                </c:pt>
                <c:pt idx="2850">
                  <c:v>2.3306661509009501E-2</c:v>
                </c:pt>
                <c:pt idx="2851">
                  <c:v>2.28324315167323E-2</c:v>
                </c:pt>
                <c:pt idx="2852">
                  <c:v>2.2357747171739301E-2</c:v>
                </c:pt>
                <c:pt idx="2853">
                  <c:v>2.1887629677033699E-2</c:v>
                </c:pt>
                <c:pt idx="2854">
                  <c:v>2.1426902522065101E-2</c:v>
                </c:pt>
                <c:pt idx="2855">
                  <c:v>2.09801304608093E-2</c:v>
                </c:pt>
                <c:pt idx="2856">
                  <c:v>2.0551563148095899E-2</c:v>
                </c:pt>
                <c:pt idx="2857">
                  <c:v>2.0145087481724E-2</c:v>
                </c:pt>
                <c:pt idx="2858">
                  <c:v>1.9764191352029999E-2</c:v>
                </c:pt>
                <c:pt idx="2859">
                  <c:v>1.9411939278355699E-2</c:v>
                </c:pt>
                <c:pt idx="2860">
                  <c:v>1.9090958184748499E-2</c:v>
                </c:pt>
                <c:pt idx="2861">
                  <c:v>1.88034301239739E-2</c:v>
                </c:pt>
                <c:pt idx="2862">
                  <c:v>1.8551088549541801E-2</c:v>
                </c:pt>
                <c:pt idx="2863">
                  <c:v>1.8335215780408601E-2</c:v>
                </c:pt>
                <c:pt idx="2864">
                  <c:v>1.8156641209148301E-2</c:v>
                </c:pt>
                <c:pt idx="2865">
                  <c:v>1.8015741828670401E-2</c:v>
                </c:pt>
                <c:pt idx="2866">
                  <c:v>1.7912447903360201E-2</c:v>
                </c:pt>
                <c:pt idx="2867">
                  <c:v>1.7846256462246201E-2</c:v>
                </c:pt>
                <c:pt idx="2868">
                  <c:v>1.78162537680756E-2</c:v>
                </c:pt>
                <c:pt idx="2869">
                  <c:v>1.7821145681764201E-2</c:v>
                </c:pt>
                <c:pt idx="2870">
                  <c:v>1.7859292812357101E-2</c:v>
                </c:pt>
                <c:pt idx="2871">
                  <c:v>1.7928746255061301E-2</c:v>
                </c:pt>
                <c:pt idx="2872">
                  <c:v>1.8027279914341599E-2</c:v>
                </c:pt>
                <c:pt idx="2873">
                  <c:v>1.81524168153459E-2</c:v>
                </c:pt>
                <c:pt idx="2874">
                  <c:v>1.8301448998268799E-2</c:v>
                </c:pt>
                <c:pt idx="2875">
                  <c:v>1.84714528471699E-2</c:v>
                </c:pt>
                <c:pt idx="2876">
                  <c:v>1.86593031904701E-2</c:v>
                </c:pt>
                <c:pt idx="2877">
                  <c:v>1.8861689630214801E-2</c:v>
                </c:pt>
                <c:pt idx="2878">
                  <c:v>1.9075137309961701E-2</c:v>
                </c:pt>
                <c:pt idx="2879">
                  <c:v>1.9296032338151501E-2</c:v>
                </c:pt>
                <c:pt idx="2880">
                  <c:v>1.9520650237037099E-2</c:v>
                </c:pt>
                <c:pt idx="2881">
                  <c:v>1.9745184791262398E-2</c:v>
                </c:pt>
                <c:pt idx="2882">
                  <c:v>1.9965774796181501E-2</c:v>
                </c:pt>
                <c:pt idx="2883">
                  <c:v>2.0178527325151401E-2</c:v>
                </c:pt>
                <c:pt idx="2884">
                  <c:v>2.0379537847896499E-2</c:v>
                </c:pt>
                <c:pt idx="2885">
                  <c:v>2.05649092431287E-2</c:v>
                </c:pt>
                <c:pt idx="2886">
                  <c:v>2.07307727739066E-2</c:v>
                </c:pt>
                <c:pt idx="2887">
                  <c:v>2.0873313935887101E-2</c:v>
                </c:pt>
                <c:pt idx="2888">
                  <c:v>2.0988804749321601E-2</c:v>
                </c:pt>
                <c:pt idx="2889">
                  <c:v>2.1073642100995101E-2</c:v>
                </c:pt>
                <c:pt idx="2890">
                  <c:v>2.1124389953352099E-2</c:v>
                </c:pt>
                <c:pt idx="2891">
                  <c:v>2.1137822254958399E-2</c:v>
                </c:pt>
                <c:pt idx="2892">
                  <c:v>2.1110963461037E-2</c:v>
                </c:pt>
                <c:pt idx="2893">
                  <c:v>2.10411246173112E-2</c:v>
                </c:pt>
                <c:pt idx="2894">
                  <c:v>2.09259346273181E-2</c:v>
                </c:pt>
                <c:pt idx="2895">
                  <c:v>2.0763368029344E-2</c:v>
                </c:pt>
                <c:pt idx="2896">
                  <c:v>2.0551771646343E-2</c:v>
                </c:pt>
                <c:pt idx="2897">
                  <c:v>2.02898923142966E-2</c:v>
                </c:pt>
                <c:pt idx="2898">
                  <c:v>1.99769065192517E-2</c:v>
                </c:pt>
                <c:pt idx="2899">
                  <c:v>1.96124507137403E-2</c:v>
                </c:pt>
                <c:pt idx="2900">
                  <c:v>1.9196649157264399E-2</c:v>
                </c:pt>
                <c:pt idx="2901">
                  <c:v>1.87301350737786E-2</c:v>
                </c:pt>
                <c:pt idx="2902">
                  <c:v>1.8214061162386601E-2</c:v>
                </c:pt>
                <c:pt idx="2903">
                  <c:v>1.7650097021266901E-2</c:v>
                </c:pt>
                <c:pt idx="2904">
                  <c:v>1.7040413366758999E-2</c:v>
                </c:pt>
                <c:pt idx="2905">
                  <c:v>1.6387655211705099E-2</c:v>
                </c:pt>
                <c:pt idx="2906">
                  <c:v>1.5694907542441999E-2</c:v>
                </c:pt>
                <c:pt idx="2907">
                  <c:v>1.4965657024417E-2</c:v>
                </c:pt>
                <c:pt idx="2908">
                  <c:v>1.4203752012397999E-2</c:v>
                </c:pt>
                <c:pt idx="2909">
                  <c:v>1.34133612822599E-2</c:v>
                </c:pt>
                <c:pt idx="2910">
                  <c:v>1.2598930243466099E-2</c:v>
                </c:pt>
                <c:pt idx="2911">
                  <c:v>1.17651325893997E-2</c:v>
                </c:pt>
                <c:pt idx="2912">
                  <c:v>1.09168156996979E-2</c:v>
                </c:pt>
                <c:pt idx="2913">
                  <c:v>1.0058939505312401E-2</c:v>
                </c:pt>
                <c:pt idx="2914">
                  <c:v>9.1965104692798907E-3</c:v>
                </c:pt>
                <c:pt idx="2915">
                  <c:v>8.3345140849181206E-3</c:v>
                </c:pt>
                <c:pt idx="2916">
                  <c:v>7.4778500931761104E-3</c:v>
                </c:pt>
                <c:pt idx="2917">
                  <c:v>6.6312740473852402E-3</c:v>
                </c:pt>
                <c:pt idx="2918">
                  <c:v>5.7993470832136598E-3</c:v>
                </c:pt>
                <c:pt idx="2919">
                  <c:v>4.9863934929484204E-3</c:v>
                </c:pt>
                <c:pt idx="2920">
                  <c:v>4.1964638161410698E-3</c:v>
                </c:pt>
                <c:pt idx="2921">
                  <c:v>3.4333002622363999E-3</c:v>
                </c:pt>
                <c:pt idx="2922">
                  <c:v>2.7003015909199601E-3</c:v>
                </c:pt>
                <c:pt idx="2923">
                  <c:v>2.0004859533434001E-3</c:v>
                </c:pt>
                <c:pt idx="2924">
                  <c:v>1.33645221334894E-3</c:v>
                </c:pt>
                <c:pt idx="2925">
                  <c:v>7.1034221940591898E-4</c:v>
                </c:pt>
                <c:pt idx="2926">
                  <c:v>1.23807578595643E-4</c:v>
                </c:pt>
                <c:pt idx="2927">
                  <c:v>-4.2201579277687602E-4</c:v>
                </c:pt>
                <c:pt idx="2928">
                  <c:v>-9.26523534950745E-4</c:v>
                </c:pt>
                <c:pt idx="2929">
                  <c:v>-1.3896492792221E-3</c:v>
                </c:pt>
                <c:pt idx="2930">
                  <c:v>-1.8118634516625901E-3</c:v>
                </c:pt>
                <c:pt idx="2931">
                  <c:v>-2.1941670126519801E-3</c:v>
                </c:pt>
                <c:pt idx="2932">
                  <c:v>-2.5380823495233899E-3</c:v>
                </c:pt>
                <c:pt idx="2933">
                  <c:v>-2.8456421809139802E-3</c:v>
                </c:pt>
                <c:pt idx="2934">
                  <c:v>-3.1193754090004899E-3</c:v>
                </c:pt>
                <c:pt idx="2935">
                  <c:v>-3.3622870888398702E-3</c:v>
                </c:pt>
                <c:pt idx="2936">
                  <c:v>-3.5778288236833601E-3</c:v>
                </c:pt>
                <c:pt idx="2937">
                  <c:v>-3.7698563666318302E-3</c:v>
                </c:pt>
                <c:pt idx="2938">
                  <c:v>-3.94257288333373E-3</c:v>
                </c:pt>
                <c:pt idx="2939">
                  <c:v>-4.1004586097787496E-3</c:v>
                </c:pt>
                <c:pt idx="2940">
                  <c:v>-4.2481897777914904E-3</c:v>
                </c:pt>
                <c:pt idx="2941">
                  <c:v>-4.3905510825445896E-3</c:v>
                </c:pt>
                <c:pt idx="2942">
                  <c:v>-4.5323462934352696E-3</c:v>
                </c:pt>
                <c:pt idx="2943">
                  <c:v>-4.6783107922254196E-3</c:v>
                </c:pt>
                <c:pt idx="2944">
                  <c:v>-4.8330281291808401E-3</c:v>
                </c:pt>
                <c:pt idx="2945">
                  <c:v>-5.0008507781455196E-3</c:v>
                </c:pt>
                <c:pt idx="2946">
                  <c:v>-5.1858239939500299E-3</c:v>
                </c:pt>
                <c:pt idx="2947">
                  <c:v>-5.3916116191717002E-3</c:v>
                </c:pt>
                <c:pt idx="2948">
                  <c:v>-5.6214238238635897E-3</c:v>
                </c:pt>
                <c:pt idx="2949">
                  <c:v>-5.8779484943463798E-3</c:v>
                </c:pt>
                <c:pt idx="2950">
                  <c:v>-6.1632895267790004E-3</c:v>
                </c:pt>
                <c:pt idx="2951">
                  <c:v>-6.4789160083508802E-3</c:v>
                </c:pt>
                <c:pt idx="2952">
                  <c:v>-6.8256258747036898E-3</c:v>
                </c:pt>
                <c:pt idx="2953">
                  <c:v>-7.2035261342147296E-3</c:v>
                </c:pt>
                <c:pt idx="2954">
                  <c:v>-7.6120295268306201E-3</c:v>
                </c:pt>
                <c:pt idx="2955">
                  <c:v>-8.0498652718039802E-3</c:v>
                </c:pt>
                <c:pt idx="2956">
                  <c:v>-8.5151002182425398E-3</c:v>
                </c:pt>
                <c:pt idx="2957">
                  <c:v>-9.0051667998876893E-3</c:v>
                </c:pt>
                <c:pt idx="2958">
                  <c:v>-9.5168956189886304E-3</c:v>
                </c:pt>
                <c:pt idx="2959">
                  <c:v>-1.0046552558132599E-2</c:v>
                </c:pt>
                <c:pt idx="2960">
                  <c:v>-1.05898821539129E-2</c:v>
                </c:pt>
                <c:pt idx="2961">
                  <c:v>-1.11421598691849E-2</c:v>
                </c:pt>
                <c:pt idx="2962">
                  <c:v>-1.1698255562191199E-2</c:v>
                </c:pt>
                <c:pt idx="2963">
                  <c:v>-1.2252708956350699E-2</c:v>
                </c:pt>
                <c:pt idx="2964">
                  <c:v>-1.2799815715399799E-2</c:v>
                </c:pt>
                <c:pt idx="2965">
                  <c:v>-1.33337205897826E-2</c:v>
                </c:pt>
                <c:pt idx="2966">
                  <c:v>-1.3848512870596401E-2</c:v>
                </c:pt>
                <c:pt idx="2967">
                  <c:v>-1.43383195672756E-2</c:v>
                </c:pt>
                <c:pt idx="2968">
                  <c:v>-1.47973931656808E-2</c:v>
                </c:pt>
                <c:pt idx="2969">
                  <c:v>-1.5220192861878999E-2</c:v>
                </c:pt>
                <c:pt idx="2970">
                  <c:v>-1.56014600196976E-2</c:v>
                </c:pt>
                <c:pt idx="2971">
                  <c:v>-1.5936289649903401E-2</c:v>
                </c:pt>
                <c:pt idx="2972">
                  <c:v>-1.6220199621703499E-2</c:v>
                </c:pt>
                <c:pt idx="2973">
                  <c:v>-1.6449198113254401E-2</c:v>
                </c:pt>
                <c:pt idx="2974">
                  <c:v>-1.6619847922251501E-2</c:v>
                </c:pt>
                <c:pt idx="2975">
                  <c:v>-1.6729324490670001E-2</c:v>
                </c:pt>
                <c:pt idx="2976">
                  <c:v>-1.6775463714637399E-2</c:v>
                </c:pt>
                <c:pt idx="2977">
                  <c:v>-1.67567962634666E-2</c:v>
                </c:pt>
                <c:pt idx="2978">
                  <c:v>-1.6672566979200699E-2</c:v>
                </c:pt>
                <c:pt idx="2979">
                  <c:v>-1.65227402112537E-2</c:v>
                </c:pt>
                <c:pt idx="2980">
                  <c:v>-1.6307993818786701E-2</c:v>
                </c:pt>
                <c:pt idx="2981">
                  <c:v>-1.6029705452316301E-2</c:v>
                </c:pt>
                <c:pt idx="2982">
                  <c:v>-1.5689934381148199E-2</c:v>
                </c:pt>
                <c:pt idx="2983">
                  <c:v>-1.52914007198567E-2</c:v>
                </c:pt>
                <c:pt idx="2984">
                  <c:v>-1.4837461932565601E-2</c:v>
                </c:pt>
                <c:pt idx="2985">
                  <c:v>-1.43320847242731E-2</c:v>
                </c:pt>
                <c:pt idx="2986">
                  <c:v>-1.37798096348422E-2</c:v>
                </c:pt>
                <c:pt idx="2987">
                  <c:v>-1.31857062215617E-2</c:v>
                </c:pt>
                <c:pt idx="2988">
                  <c:v>-1.25553184018804E-2</c:v>
                </c:pt>
                <c:pt idx="2989">
                  <c:v>-1.1894601574129899E-2</c:v>
                </c:pt>
                <c:pt idx="2990">
                  <c:v>-1.1209854706288099E-2</c:v>
                </c:pt>
                <c:pt idx="2991">
                  <c:v>-1.0507651151877E-2</c:v>
                </c:pt>
                <c:pt idx="2992">
                  <c:v>-9.7947713958308202E-3</c:v>
                </c:pt>
                <c:pt idx="2993">
                  <c:v>-9.0781394308453705E-3</c:v>
                </c:pt>
                <c:pt idx="2994">
                  <c:v>-8.3647624220187407E-3</c:v>
                </c:pt>
                <c:pt idx="2995">
                  <c:v>-7.6616713731012002E-3</c:v>
                </c:pt>
                <c:pt idx="2996">
                  <c:v>-6.9758594201513998E-3</c:v>
                </c:pt>
                <c:pt idx="2997">
                  <c:v>-6.31421467839884E-3</c:v>
                </c:pt>
                <c:pt idx="2998">
                  <c:v>-5.6834462014439396E-3</c:v>
                </c:pt>
                <c:pt idx="2999">
                  <c:v>-5.0900039303243801E-3</c:v>
                </c:pt>
                <c:pt idx="3000">
                  <c:v>-4.5399956410929997E-3</c:v>
                </c:pt>
                <c:pt idx="3001">
                  <c:v>-4.0391051548560796E-3</c:v>
                </c:pt>
                <c:pt idx="3002">
                  <c:v>-3.5925161249013302E-3</c:v>
                </c:pt>
                <c:pt idx="3003">
                  <c:v>-3.2048446039795501E-3</c:v>
                </c:pt>
                <c:pt idx="3004">
                  <c:v>-2.88008173308853E-3</c:v>
                </c:pt>
                <c:pt idx="3005">
                  <c:v>-2.6215460025818299E-3</c:v>
                </c:pt>
                <c:pt idx="3006">
                  <c:v>-2.4318433999973299E-3</c:v>
                </c:pt>
                <c:pt idx="3007">
                  <c:v>-2.3128338473982998E-3</c:v>
                </c:pt>
                <c:pt idx="3008">
                  <c:v>-2.26560355362744E-3</c:v>
                </c:pt>
                <c:pt idx="3009">
                  <c:v>-2.2904446722480701E-3</c:v>
                </c:pt>
                <c:pt idx="3010">
                  <c:v>-2.38684518425757E-3</c:v>
                </c:pt>
                <c:pt idx="3011">
                  <c:v>-2.5534925792656399E-3</c:v>
                </c:pt>
                <c:pt idx="3012">
                  <c:v>-2.7882943714156601E-3</c:v>
                </c:pt>
                <c:pt idx="3013">
                  <c:v>-3.0884168043869599E-3</c:v>
                </c:pt>
                <c:pt idx="3014">
                  <c:v>-3.4503407066093202E-3</c:v>
                </c:pt>
                <c:pt idx="3015">
                  <c:v>-3.86993112433886E-3</c:v>
                </c:pt>
                <c:pt idx="3016">
                  <c:v>-4.3425159472925802E-3</c:v>
                </c:pt>
                <c:pt idx="3017">
                  <c:v>-4.86296878641928E-3</c:v>
                </c:pt>
                <c:pt idx="3018">
                  <c:v>-5.4257927805622698E-3</c:v>
                </c:pt>
                <c:pt idx="3019">
                  <c:v>-6.0252041464441599E-3</c:v>
                </c:pt>
                <c:pt idx="3020">
                  <c:v>-6.6552162658115796E-3</c:v>
                </c:pt>
                <c:pt idx="3021">
                  <c:v>-7.3097261804933398E-3</c:v>
                </c:pt>
                <c:pt idx="3022">
                  <c:v>-7.9826051583681504E-3</c:v>
                </c:pt>
                <c:pt idx="3023">
                  <c:v>-8.6677935681966096E-3</c:v>
                </c:pt>
                <c:pt idx="3024">
                  <c:v>-9.35939816165424E-3</c:v>
                </c:pt>
                <c:pt idx="3025">
                  <c:v>-1.0051787833284601E-2</c:v>
                </c:pt>
                <c:pt idx="3026">
                  <c:v>-1.0739682890364E-2</c:v>
                </c:pt>
                <c:pt idx="3027">
                  <c:v>-1.14182333173997E-2</c:v>
                </c:pt>
                <c:pt idx="3028">
                  <c:v>-1.2083083285093599E-2</c:v>
                </c:pt>
                <c:pt idx="3029">
                  <c:v>-1.27304214732285E-2</c:v>
                </c:pt>
                <c:pt idx="3030">
                  <c:v>-1.33570187526331E-2</c:v>
                </c:pt>
                <c:pt idx="3031">
                  <c:v>-1.39602557778716E-2</c:v>
                </c:pt>
                <c:pt idx="3032">
                  <c:v>-1.45381428677751E-2</c:v>
                </c:pt>
                <c:pt idx="3033">
                  <c:v>-1.50893333238785E-2</c:v>
                </c:pt>
                <c:pt idx="3034">
                  <c:v>-1.5613129477861001E-2</c:v>
                </c:pt>
                <c:pt idx="3035">
                  <c:v>-1.61094790039716E-2</c:v>
                </c:pt>
                <c:pt idx="3036">
                  <c:v>-1.6578958250609201E-2</c:v>
                </c:pt>
                <c:pt idx="3037">
                  <c:v>-1.70227400551923E-2</c:v>
                </c:pt>
                <c:pt idx="3038">
                  <c:v>-1.74425455062912E-2</c:v>
                </c:pt>
                <c:pt idx="3039">
                  <c:v>-1.7840581622683701E-2</c:v>
                </c:pt>
                <c:pt idx="3040">
                  <c:v>-1.82194690335056E-2</c:v>
                </c:pt>
                <c:pt idx="3041">
                  <c:v>-1.85821648312346E-2</c:v>
                </c:pt>
                <c:pt idx="3042">
                  <c:v>-1.8931885575767499E-2</c:v>
                </c:pt>
                <c:pt idx="3043">
                  <c:v>-1.9272034056817801E-2</c:v>
                </c:pt>
                <c:pt idx="3044">
                  <c:v>-1.9606131303987102E-2</c:v>
                </c:pt>
                <c:pt idx="3045">
                  <c:v>-1.9937753188907701E-2</c:v>
                </c:pt>
                <c:pt idx="3046">
                  <c:v>-2.0270469606213301E-2</c:v>
                </c:pt>
                <c:pt idx="3047">
                  <c:v>-2.06077841704355E-2</c:v>
                </c:pt>
                <c:pt idx="3048">
                  <c:v>-2.09530735368164E-2</c:v>
                </c:pt>
                <c:pt idx="3049">
                  <c:v>-2.1309527210398201E-2</c:v>
                </c:pt>
                <c:pt idx="3050">
                  <c:v>-2.168009025022E-2</c:v>
                </c:pt>
                <c:pt idx="3051">
                  <c:v>-2.2067412010268E-2</c:v>
                </c:pt>
                <c:pt idx="3052">
                  <c:v>-2.2473803728239601E-2</c:v>
                </c:pt>
                <c:pt idx="3053">
                  <c:v>-2.2901206431237098E-2</c:v>
                </c:pt>
                <c:pt idx="3054">
                  <c:v>-2.3351168644694699E-2</c:v>
                </c:pt>
                <c:pt idx="3055">
                  <c:v>-2.3824831461103299E-2</c:v>
                </c:pt>
                <c:pt idx="3056">
                  <c:v>-2.4322917470048899E-2</c:v>
                </c:pt>
                <c:pt idx="3057">
                  <c:v>-2.4845720390663E-2</c:v>
                </c:pt>
                <c:pt idx="3058">
                  <c:v>-2.53930938472052E-2</c:v>
                </c:pt>
                <c:pt idx="3059">
                  <c:v>-2.5964439861425902E-2</c:v>
                </c:pt>
                <c:pt idx="3060">
                  <c:v>-2.6558699411772999E-2</c:v>
                </c:pt>
                <c:pt idx="3061">
                  <c:v>-2.71743481925007E-2</c:v>
                </c:pt>
                <c:pt idx="3062">
                  <c:v>-2.78094002695254E-2</c:v>
                </c:pt>
                <c:pt idx="3063">
                  <c:v>-2.8461420853419898E-2</c:v>
                </c:pt>
                <c:pt idx="3064">
                  <c:v>-2.9127547437002299E-2</c:v>
                </c:pt>
                <c:pt idx="3065">
                  <c:v>-2.9804516851743401E-2</c:v>
                </c:pt>
                <c:pt idx="3066">
                  <c:v>-3.0488695096025101E-2</c:v>
                </c:pt>
                <c:pt idx="3067">
                  <c:v>-3.11761073841995E-2</c:v>
                </c:pt>
                <c:pt idx="3068">
                  <c:v>-3.1862467496430201E-2</c:v>
                </c:pt>
                <c:pt idx="3069">
                  <c:v>-3.2543207494787403E-2</c:v>
                </c:pt>
                <c:pt idx="3070">
                  <c:v>-3.3213510455485797E-2</c:v>
                </c:pt>
                <c:pt idx="3071">
                  <c:v>-3.3868349515075703E-2</c:v>
                </c:pt>
                <c:pt idx="3072">
                  <c:v>-3.4502536030233399E-2</c:v>
                </c:pt>
                <c:pt idx="3073">
                  <c:v>-3.5110778114056801E-2</c:v>
                </c:pt>
                <c:pt idx="3074">
                  <c:v>-3.5687748670581901E-2</c:v>
                </c:pt>
                <c:pt idx="3075">
                  <c:v>-3.6228160039371501E-2</c:v>
                </c:pt>
                <c:pt idx="3076">
                  <c:v>-3.6726841276171401E-2</c:v>
                </c:pt>
                <c:pt idx="3077">
                  <c:v>-3.7178814359426701E-2</c:v>
                </c:pt>
                <c:pt idx="3078">
                  <c:v>-3.7579367025603598E-2</c:v>
                </c:pt>
                <c:pt idx="3079">
                  <c:v>-3.7924121812599097E-2</c:v>
                </c:pt>
                <c:pt idx="3080">
                  <c:v>-3.8209102442957402E-2</c:v>
                </c:pt>
                <c:pt idx="3081">
                  <c:v>-3.84307993479195E-2</c:v>
                </c:pt>
                <c:pt idx="3082">
                  <c:v>-3.8586235715455101E-2</c:v>
                </c:pt>
                <c:pt idx="3083">
                  <c:v>-3.8673034062884998E-2</c:v>
                </c:pt>
                <c:pt idx="3084">
                  <c:v>-3.8689481397994503E-2</c:v>
                </c:pt>
                <c:pt idx="3085">
                  <c:v>-3.86345892303828E-2</c:v>
                </c:pt>
                <c:pt idx="3086">
                  <c:v>-3.8508143813102802E-2</c:v>
                </c:pt>
                <c:pt idx="3087">
                  <c:v>-3.8310742485896297E-2</c:v>
                </c:pt>
                <c:pt idx="3088">
                  <c:v>-3.80438136618877E-2</c:v>
                </c:pt>
                <c:pt idx="3089">
                  <c:v>-3.7709620151175099E-2</c:v>
                </c:pt>
                <c:pt idx="3090">
                  <c:v>-3.7311247355593602E-2</c:v>
                </c:pt>
                <c:pt idx="3091">
                  <c:v>-3.6852578833333899E-2</c:v>
                </c:pt>
                <c:pt idx="3092">
                  <c:v>-3.6338261604408E-2</c:v>
                </c:pt>
                <c:pt idx="3093">
                  <c:v>-3.5773662482629497E-2</c:v>
                </c:pt>
                <c:pt idx="3094">
                  <c:v>-3.5164815127067997E-2</c:v>
                </c:pt>
                <c:pt idx="3095">
                  <c:v>-3.4518356115147301E-2</c:v>
                </c:pt>
                <c:pt idx="3096">
                  <c:v>-3.3841447905207003E-2</c:v>
                </c:pt>
                <c:pt idx="3097">
                  <c:v>-3.3141687473987103E-2</c:v>
                </c:pt>
                <c:pt idx="3098">
                  <c:v>-3.24270014336632E-2</c:v>
                </c:pt>
                <c:pt idx="3099">
                  <c:v>-3.1705530793044501E-2</c:v>
                </c:pt>
                <c:pt idx="3100">
                  <c:v>-3.0985510385742401E-2</c:v>
                </c:pt>
                <c:pt idx="3101">
                  <c:v>-3.0275148763807699E-2</c:v>
                </c:pt>
                <c:pt idx="3102">
                  <c:v>-2.9582513828316899E-2</c:v>
                </c:pt>
                <c:pt idx="3103">
                  <c:v>-2.8915427765861701E-2</c:v>
                </c:pt>
                <c:pt idx="3104">
                  <c:v>-2.8281372469769198E-2</c:v>
                </c:pt>
                <c:pt idx="3105">
                  <c:v>-2.7687404358484699E-2</c:v>
                </c:pt>
                <c:pt idx="3106">
                  <c:v>-2.7140076233183302E-2</c:v>
                </c:pt>
                <c:pt idx="3107">
                  <c:v>-2.6645364027808802E-2</c:v>
                </c:pt>
                <c:pt idx="3108">
                  <c:v>-2.6208597790021299E-2</c:v>
                </c:pt>
                <c:pt idx="3109">
                  <c:v>-2.5834398211157499E-2</c:v>
                </c:pt>
                <c:pt idx="3110">
                  <c:v>-2.5526621596326099E-2</c:v>
                </c:pt>
                <c:pt idx="3111">
                  <c:v>-2.5288316716673299E-2</c:v>
                </c:pt>
                <c:pt idx="3112">
                  <c:v>-2.5121696319007701E-2</c:v>
                </c:pt>
                <c:pt idx="3113">
                  <c:v>-2.5028124369433101E-2</c:v>
                </c:pt>
                <c:pt idx="3114">
                  <c:v>-2.5008117892101101E-2</c:v>
                </c:pt>
                <c:pt idx="3115">
                  <c:v>-2.5061360282301E-2</c:v>
                </c:pt>
                <c:pt idx="3116">
                  <c:v>-2.5186721982044299E-2</c:v>
                </c:pt>
                <c:pt idx="3117">
                  <c:v>-2.53822848319737E-2</c:v>
                </c:pt>
                <c:pt idx="3118">
                  <c:v>-2.5645368097738399E-2</c:v>
                </c:pt>
                <c:pt idx="3119">
                  <c:v>-2.5972556422913101E-2</c:v>
                </c:pt>
                <c:pt idx="3120">
                  <c:v>-2.6359731916887501E-2</c:v>
                </c:pt>
                <c:pt idx="3121">
                  <c:v>-2.6802113570624501E-2</c:v>
                </c:pt>
                <c:pt idx="3122">
                  <c:v>-2.72943068924489E-2</c:v>
                </c:pt>
                <c:pt idx="3123">
                  <c:v>-2.7830365153023499E-2</c:v>
                </c:pt>
                <c:pt idx="3124">
                  <c:v>-2.8403861422592401E-2</c:v>
                </c:pt>
                <c:pt idx="3125">
                  <c:v>-2.9007968506530701E-2</c:v>
                </c:pt>
                <c:pt idx="3126">
                  <c:v>-2.9635542784076499E-2</c:v>
                </c:pt>
                <c:pt idx="3127">
                  <c:v>-3.0279208247905701E-2</c:v>
                </c:pt>
                <c:pt idx="3128">
                  <c:v>-3.0931438481231002E-2</c:v>
                </c:pt>
                <c:pt idx="3129">
                  <c:v>-3.1584636167598497E-2</c:v>
                </c:pt>
                <c:pt idx="3130">
                  <c:v>-3.2231211237683299E-2</c:v>
                </c:pt>
                <c:pt idx="3131">
                  <c:v>-3.2863659420067998E-2</c:v>
                </c:pt>
                <c:pt idx="3132">
                  <c:v>-3.3474642605818603E-2</c:v>
                </c:pt>
                <c:pt idx="3133">
                  <c:v>-3.4057071164420499E-2</c:v>
                </c:pt>
                <c:pt idx="3134">
                  <c:v>-3.4604186556662302E-2</c:v>
                </c:pt>
                <c:pt idx="3135">
                  <c:v>-3.5109640959392799E-2</c:v>
                </c:pt>
                <c:pt idx="3136">
                  <c:v>-3.5567569895630799E-2</c:v>
                </c:pt>
                <c:pt idx="3137">
                  <c:v>-3.5972654459080801E-2</c:v>
                </c:pt>
                <c:pt idx="3138">
                  <c:v>-3.6320171439980897E-2</c:v>
                </c:pt>
                <c:pt idx="3139">
                  <c:v>-3.6606031813303803E-2</c:v>
                </c:pt>
                <c:pt idx="3140">
                  <c:v>-3.6826809818960603E-2</c:v>
                </c:pt>
                <c:pt idx="3141">
                  <c:v>-3.6979765639302498E-2</c:v>
                </c:pt>
                <c:pt idx="3142">
                  <c:v>-3.706286425422E-2</c:v>
                </c:pt>
                <c:pt idx="3143">
                  <c:v>-3.7074791619113298E-2</c:v>
                </c:pt>
                <c:pt idx="3144">
                  <c:v>-3.7014967381471003E-2</c:v>
                </c:pt>
                <c:pt idx="3145">
                  <c:v>-3.6883551679276899E-2</c:v>
                </c:pt>
                <c:pt idx="3146">
                  <c:v>-3.6681442901199499E-2</c:v>
                </c:pt>
                <c:pt idx="3147">
                  <c:v>-3.64102639998716E-2</c:v>
                </c:pt>
                <c:pt idx="3148">
                  <c:v>-3.60723367776895E-2</c:v>
                </c:pt>
                <c:pt idx="3149">
                  <c:v>-3.5670645769408399E-2</c:v>
                </c:pt>
                <c:pt idx="3150">
                  <c:v>-3.5208795082447501E-2</c:v>
                </c:pt>
                <c:pt idx="3151">
                  <c:v>-3.4690962216876002E-2</c:v>
                </c:pt>
                <c:pt idx="3152">
                  <c:v>-3.4121852270558403E-2</c:v>
                </c:pt>
                <c:pt idx="3153">
                  <c:v>-3.3506654247297298E-2</c:v>
                </c:pt>
                <c:pt idx="3154">
                  <c:v>-3.2850998980994098E-2</c:v>
                </c:pt>
                <c:pt idx="3155">
                  <c:v>-3.2160916267053398E-2</c:v>
                </c:pt>
                <c:pt idx="3156">
                  <c:v>-3.1442787932244198E-2</c:v>
                </c:pt>
                <c:pt idx="3157">
                  <c:v>-3.0703294122646298E-2</c:v>
                </c:pt>
                <c:pt idx="3158">
                  <c:v>-2.9949351745117501E-2</c:v>
                </c:pt>
                <c:pt idx="3159">
                  <c:v>-2.91880460246614E-2</c:v>
                </c:pt>
                <c:pt idx="3160">
                  <c:v>-2.84265577935028E-2</c:v>
                </c:pt>
                <c:pt idx="3161">
                  <c:v>-2.76720899254327E-2</c:v>
                </c:pt>
                <c:pt idx="3162">
                  <c:v>-2.6931796076627101E-2</c:v>
                </c:pt>
                <c:pt idx="3163">
                  <c:v>-2.6212713655861801E-2</c:v>
                </c:pt>
                <c:pt idx="3164">
                  <c:v>-2.5521701096683499E-2</c:v>
                </c:pt>
                <c:pt idx="3165">
                  <c:v>-2.4865377734054599E-2</c:v>
                </c:pt>
                <c:pt idx="3166">
                  <c:v>-2.4250063682886E-2</c:v>
                </c:pt>
                <c:pt idx="3167">
                  <c:v>-2.3681717531842901E-2</c:v>
                </c:pt>
                <c:pt idx="3168">
                  <c:v>-2.3165871223699799E-2</c:v>
                </c:pt>
                <c:pt idx="3169">
                  <c:v>-2.2707563478198401E-2</c:v>
                </c:pt>
                <c:pt idx="3170">
                  <c:v>-2.2311274712060999E-2</c:v>
                </c:pt>
                <c:pt idx="3171">
                  <c:v>-2.1980867089808499E-2</c:v>
                </c:pt>
                <c:pt idx="3172">
                  <c:v>-2.1719532917122201E-2</c:v>
                </c:pt>
                <c:pt idx="3173">
                  <c:v>-2.1529753186523299E-2</c:v>
                </c:pt>
                <c:pt idx="3174">
                  <c:v>-2.14132661417114E-2</c:v>
                </c:pt>
                <c:pt idx="3175">
                  <c:v>-2.1371043954792501E-2</c:v>
                </c:pt>
                <c:pt idx="3176">
                  <c:v>-2.1403274742352499E-2</c:v>
                </c:pt>
                <c:pt idx="3177">
                  <c:v>-2.1509347573164E-2</c:v>
                </c:pt>
                <c:pt idx="3178">
                  <c:v>-2.1687839665437199E-2</c:v>
                </c:pt>
                <c:pt idx="3179">
                  <c:v>-2.1936506968337599E-2</c:v>
                </c:pt>
                <c:pt idx="3180">
                  <c:v>-2.2252280958654901E-2</c:v>
                </c:pt>
                <c:pt idx="3181">
                  <c:v>-2.2631275157769901E-2</c:v>
                </c:pt>
                <c:pt idx="3182">
                  <c:v>-2.30688043555012E-2</c:v>
                </c:pt>
                <c:pt idx="3183">
                  <c:v>-2.35594179570629E-2</c:v>
                </c:pt>
                <c:pt idx="3184">
                  <c:v>-2.40969467394395E-2</c:v>
                </c:pt>
                <c:pt idx="3185">
                  <c:v>-2.46745603812683E-2</c:v>
                </c:pt>
                <c:pt idx="3186">
                  <c:v>-2.5284832185999199E-2</c:v>
                </c:pt>
                <c:pt idx="3187">
                  <c:v>-2.59198078292967E-2</c:v>
                </c:pt>
                <c:pt idx="3188">
                  <c:v>-2.65710765101662E-2</c:v>
                </c:pt>
                <c:pt idx="3189">
                  <c:v>-2.7229844897988499E-2</c:v>
                </c:pt>
                <c:pt idx="3190">
                  <c:v>-2.7887015925100098E-2</c:v>
                </c:pt>
                <c:pt idx="3191">
                  <c:v>-2.85332751079421E-2</c:v>
                </c:pt>
                <c:pt idx="3192">
                  <c:v>-2.9159186411310101E-2</c:v>
                </c:pt>
                <c:pt idx="3193">
                  <c:v>-2.9755297917621E-2</c:v>
                </c:pt>
                <c:pt idx="3194">
                  <c:v>-3.0312255359175599E-2</c:v>
                </c:pt>
                <c:pt idx="3195">
                  <c:v>-3.0820919758712501E-2</c:v>
                </c:pt>
                <c:pt idx="3196">
                  <c:v>-3.1272484732702797E-2</c:v>
                </c:pt>
                <c:pt idx="3197">
                  <c:v>-3.1658589684540703E-2</c:v>
                </c:pt>
                <c:pt idx="3198">
                  <c:v>-3.19714267668635E-2</c:v>
                </c:pt>
                <c:pt idx="3199">
                  <c:v>-3.22038413713919E-2</c:v>
                </c:pt>
                <c:pt idx="3200">
                  <c:v>-3.2349427275122501E-2</c:v>
                </c:pt>
                <c:pt idx="3201">
                  <c:v>-3.2402617949559398E-2</c:v>
                </c:pt>
                <c:pt idx="3202">
                  <c:v>-3.2358774790019501E-2</c:v>
                </c:pt>
                <c:pt idx="3203">
                  <c:v>-3.2214271382286497E-2</c:v>
                </c:pt>
                <c:pt idx="3204">
                  <c:v>-3.1966570951965402E-2</c:v>
                </c:pt>
                <c:pt idx="3205">
                  <c:v>-3.1614292587692598E-2</c:v>
                </c:pt>
                <c:pt idx="3206">
                  <c:v>-3.1157261390009901E-2</c:v>
                </c:pt>
                <c:pt idx="3207">
                  <c:v>-3.05965386787127E-2</c:v>
                </c:pt>
                <c:pt idx="3208">
                  <c:v>-2.9934430499269499E-2</c:v>
                </c:pt>
                <c:pt idx="3209">
                  <c:v>-2.9174475141293999E-2</c:v>
                </c:pt>
                <c:pt idx="3210">
                  <c:v>-2.8321412369316901E-2</c:v>
                </c:pt>
                <c:pt idx="3211">
                  <c:v>-2.7381137990656002E-2</c:v>
                </c:pt>
                <c:pt idx="3212">
                  <c:v>-2.6360647086777801E-2</c:v>
                </c:pt>
                <c:pt idx="3213">
                  <c:v>-2.5267967923801999E-2</c:v>
                </c:pt>
                <c:pt idx="3214">
                  <c:v>-2.41120867402317E-2</c:v>
                </c:pt>
                <c:pt idx="3215">
                  <c:v>-2.2902862012422101E-2</c:v>
                </c:pt>
                <c:pt idx="3216">
                  <c:v>-2.1650926143367201E-2</c:v>
                </c:pt>
                <c:pt idx="3217">
                  <c:v>-2.0367573158437999E-2</c:v>
                </c:pt>
                <c:pt idx="3218">
                  <c:v>-1.9064632685630099E-2</c:v>
                </c:pt>
                <c:pt idx="3219">
                  <c:v>-1.77543325622193E-2</c:v>
                </c:pt>
                <c:pt idx="3220">
                  <c:v>-1.6449154067581701E-2</c:v>
                </c:pt>
                <c:pt idx="3221">
                  <c:v>-1.51616844704E-2</c:v>
                </c:pt>
                <c:pt idx="3222">
                  <c:v>-1.39044710809463E-2</c:v>
                </c:pt>
                <c:pt idx="3223">
                  <c:v>-1.26898794752709E-2</c:v>
                </c:pt>
                <c:pt idx="3224">
                  <c:v>-1.15299565386903E-2</c:v>
                </c:pt>
                <c:pt idx="3225">
                  <c:v>-1.0436297245828801E-2</c:v>
                </c:pt>
                <c:pt idx="3226">
                  <c:v>-9.41991340125551E-3</c:v>
                </c:pt>
                <c:pt idx="3227">
                  <c:v>-8.4911032680986698E-3</c:v>
                </c:pt>
                <c:pt idx="3228">
                  <c:v>-7.6593228731614499E-3</c:v>
                </c:pt>
                <c:pt idx="3229">
                  <c:v>-6.9330620396971399E-3</c:v>
                </c:pt>
                <c:pt idx="3230">
                  <c:v>-6.3197299530961502E-3</c:v>
                </c:pt>
                <c:pt idx="3231">
                  <c:v>-5.8255556474839498E-3</c:v>
                </c:pt>
                <c:pt idx="3232">
                  <c:v>-5.4555079867951396E-3</c:v>
                </c:pt>
                <c:pt idx="3233">
                  <c:v>-5.2132377226897899E-3</c:v>
                </c:pt>
                <c:pt idx="3234">
                  <c:v>-5.1010416665755003E-3</c:v>
                </c:pt>
                <c:pt idx="3235">
                  <c:v>-5.1198467932330998E-3</c:v>
                </c:pt>
                <c:pt idx="3236">
                  <c:v>-5.2692110058272399E-3</c:v>
                </c:pt>
                <c:pt idx="3237">
                  <c:v>-5.5473376797178396E-3</c:v>
                </c:pt>
                <c:pt idx="3238">
                  <c:v>-5.9511026527153997E-3</c:v>
                </c:pt>
                <c:pt idx="3239">
                  <c:v>-6.4760942461331399E-3</c:v>
                </c:pt>
                <c:pt idx="3240">
                  <c:v>-7.1166683309073896E-3</c:v>
                </c:pt>
                <c:pt idx="3241">
                  <c:v>-7.8660208421401298E-3</c:v>
                </c:pt>
                <c:pt idx="3242">
                  <c:v>-8.7162793361002504E-3</c:v>
                </c:pt>
                <c:pt idx="3243">
                  <c:v>-9.6586133750872095E-3</c:v>
                </c:pt>
                <c:pt idx="3244">
                  <c:v>-1.06833612582567E-2</c:v>
                </c:pt>
                <c:pt idx="3245">
                  <c:v>-1.1780168697144201E-2</c:v>
                </c:pt>
                <c:pt idx="3246">
                  <c:v>-1.293813423298E-2</c:v>
                </c:pt>
                <c:pt idx="3247">
                  <c:v>-1.41459568261423E-2</c:v>
                </c:pt>
                <c:pt idx="3248">
                  <c:v>-1.53920827918796E-2</c:v>
                </c:pt>
                <c:pt idx="3249">
                  <c:v>-1.6664851321909702E-2</c:v>
                </c:pt>
                <c:pt idx="3250">
                  <c:v>-1.7952639338463101E-2</c:v>
                </c:pt>
                <c:pt idx="3251">
                  <c:v>-1.92440067730517E-2</c:v>
                </c:pt>
                <c:pt idx="3252">
                  <c:v>-2.0527842445795599E-2</c:v>
                </c:pt>
                <c:pt idx="3253">
                  <c:v>-2.1793508917740598E-2</c:v>
                </c:pt>
                <c:pt idx="3254">
                  <c:v>-2.30309826518552E-2</c:v>
                </c:pt>
                <c:pt idx="3255">
                  <c:v>-2.4230984290407799E-2</c:v>
                </c:pt>
                <c:pt idx="3256">
                  <c:v>-2.5385093469628799E-2</c:v>
                </c:pt>
                <c:pt idx="3257">
                  <c:v>-2.6485843597911899E-2</c:v>
                </c:pt>
                <c:pt idx="3258">
                  <c:v>-2.75267941221943E-2</c:v>
                </c:pt>
                <c:pt idx="3259">
                  <c:v>-2.8502580281513999E-2</c:v>
                </c:pt>
                <c:pt idx="3260">
                  <c:v>-2.9408942408900501E-2</c:v>
                </c:pt>
                <c:pt idx="3261">
                  <c:v>-3.0242737943733899E-2</c:v>
                </c:pt>
                <c:pt idx="3262">
                  <c:v>-3.1001939261066699E-2</c:v>
                </c:pt>
                <c:pt idx="3263">
                  <c:v>-3.1685619344776601E-2</c:v>
                </c:pt>
                <c:pt idx="3264">
                  <c:v>-3.2293925680270501E-2</c:v>
                </c:pt>
                <c:pt idx="3265">
                  <c:v>-3.2828041263540102E-2</c:v>
                </c:pt>
                <c:pt idx="3266">
                  <c:v>-3.3290131092219101E-2</c:v>
                </c:pt>
                <c:pt idx="3267">
                  <c:v>-3.3683273288260401E-2</c:v>
                </c:pt>
                <c:pt idx="3268">
                  <c:v>-3.4011375823406E-2</c:v>
                </c:pt>
                <c:pt idx="3269">
                  <c:v>-3.4279081936732701E-2</c:v>
                </c:pt>
                <c:pt idx="3270">
                  <c:v>-3.44916689378627E-2</c:v>
                </c:pt>
                <c:pt idx="3271">
                  <c:v>-3.4654945604266497E-2</c:v>
                </c:pt>
                <c:pt idx="3272">
                  <c:v>-3.4775152595289099E-2</c:v>
                </c:pt>
                <c:pt idx="3273">
                  <c:v>-3.4858868408152797E-2</c:v>
                </c:pt>
                <c:pt idx="3274">
                  <c:v>-3.4912920970516001E-2</c:v>
                </c:pt>
                <c:pt idx="3275">
                  <c:v>-3.4944302848442299E-2</c:v>
                </c:pt>
                <c:pt idx="3276">
                  <c:v>-3.4960087067427502E-2</c:v>
                </c:pt>
                <c:pt idx="3277">
                  <c:v>-3.4967341091197E-2</c:v>
                </c:pt>
                <c:pt idx="3278">
                  <c:v>-3.4973038304225199E-2</c:v>
                </c:pt>
                <c:pt idx="3279">
                  <c:v>-3.4983968586224101E-2</c:v>
                </c:pt>
                <c:pt idx="3280">
                  <c:v>-3.5006651321854897E-2</c:v>
                </c:pt>
                <c:pt idx="3281">
                  <c:v>-3.5047254806016399E-2</c:v>
                </c:pt>
                <c:pt idx="3282">
                  <c:v>-3.5111525266876401E-2</c:v>
                </c:pt>
                <c:pt idx="3283">
                  <c:v>-3.5204726857739503E-2</c:v>
                </c:pt>
                <c:pt idx="3284">
                  <c:v>-3.5331591593946401E-2</c:v>
                </c:pt>
                <c:pt idx="3285">
                  <c:v>-3.5496276222054597E-2</c:v>
                </c:pt>
                <c:pt idx="3286">
                  <c:v>-3.57023222290083E-2</c:v>
                </c:pt>
                <c:pt idx="3287">
                  <c:v>-3.5952615999511703E-2</c:v>
                </c:pt>
                <c:pt idx="3288">
                  <c:v>-3.6249348221816698E-2</c:v>
                </c:pt>
                <c:pt idx="3289">
                  <c:v>-3.6593974213512501E-2</c:v>
                </c:pt>
                <c:pt idx="3290">
                  <c:v>-3.6987178945418898E-2</c:v>
                </c:pt>
                <c:pt idx="3291">
                  <c:v>-3.7428851471052203E-2</c:v>
                </c:pt>
                <c:pt idx="3292">
                  <c:v>-3.7918072912641397E-2</c:v>
                </c:pt>
                <c:pt idx="3293">
                  <c:v>-3.8453120270558201E-2</c:v>
                </c:pt>
                <c:pt idx="3294">
                  <c:v>-3.9031485756596103E-2</c:v>
                </c:pt>
                <c:pt idx="3295">
                  <c:v>-3.96499090809748E-2</c:v>
                </c:pt>
                <c:pt idx="3296">
                  <c:v>-4.0304419041228799E-2</c:v>
                </c:pt>
                <c:pt idx="3297">
                  <c:v>-4.0990381209060199E-2</c:v>
                </c:pt>
                <c:pt idx="3298">
                  <c:v>-4.1702550126341102E-2</c:v>
                </c:pt>
                <c:pt idx="3299">
                  <c:v>-4.2435126405102302E-2</c:v>
                </c:pt>
                <c:pt idx="3300">
                  <c:v>-4.3181820658482299E-2</c:v>
                </c:pt>
                <c:pt idx="3301">
                  <c:v>-4.3935926697892098E-2</c:v>
                </c:pt>
                <c:pt idx="3302">
                  <c:v>-4.4690405691528899E-2</c:v>
                </c:pt>
                <c:pt idx="3303">
                  <c:v>-4.5437981168910402E-2</c:v>
                </c:pt>
                <c:pt idx="3304">
                  <c:v>-4.61712424827775E-2</c:v>
                </c:pt>
                <c:pt idx="3305">
                  <c:v>-4.6882752499260799E-2</c:v>
                </c:pt>
                <c:pt idx="3306">
                  <c:v>-4.7565154665613202E-2</c:v>
                </c:pt>
                <c:pt idx="3307">
                  <c:v>-4.8211275436695199E-2</c:v>
                </c:pt>
                <c:pt idx="3308">
                  <c:v>-4.8814219895046702E-2</c:v>
                </c:pt>
                <c:pt idx="3309">
                  <c:v>-4.9367460462941902E-2</c:v>
                </c:pt>
                <c:pt idx="3310">
                  <c:v>-4.9864920097746103E-2</c:v>
                </c:pt>
                <c:pt idx="3311">
                  <c:v>-5.0301051814514497E-2</c:v>
                </c:pt>
                <c:pt idx="3312">
                  <c:v>-5.0670915712175697E-2</c:v>
                </c:pt>
                <c:pt idx="3313">
                  <c:v>-5.0970253139879997E-2</c:v>
                </c:pt>
                <c:pt idx="3314">
                  <c:v>-5.1195555742221698E-2</c:v>
                </c:pt>
                <c:pt idx="3315">
                  <c:v>-5.1344125601674999E-2</c:v>
                </c:pt>
                <c:pt idx="3316">
                  <c:v>-5.1414122287647399E-2</c:v>
                </c:pt>
                <c:pt idx="3317">
                  <c:v>-5.14045936395994E-2</c:v>
                </c:pt>
                <c:pt idx="3318">
                  <c:v>-5.1315489213334599E-2</c:v>
                </c:pt>
                <c:pt idx="3319">
                  <c:v>-5.1147657694602097E-2</c:v>
                </c:pt>
                <c:pt idx="3320">
                  <c:v>-5.0902831379116997E-2</c:v>
                </c:pt>
                <c:pt idx="3321">
                  <c:v>-5.0583601461748597E-2</c:v>
                </c:pt>
                <c:pt idx="3322">
                  <c:v>-5.0193387200272097E-2</c:v>
                </c:pt>
                <c:pt idx="3323">
                  <c:v>-4.9736400255240197E-2</c:v>
                </c:pt>
                <c:pt idx="3324">
                  <c:v>-4.9217603274765501E-2</c:v>
                </c:pt>
                <c:pt idx="3325">
                  <c:v>-4.8642659975534297E-2</c:v>
                </c:pt>
                <c:pt idx="3326">
                  <c:v>-4.8017873375550503E-2</c:v>
                </c:pt>
                <c:pt idx="3327">
                  <c:v>-4.73501097522393E-2</c:v>
                </c:pt>
                <c:pt idx="3328">
                  <c:v>-4.664670795393E-2</c:v>
                </c:pt>
                <c:pt idx="3329">
                  <c:v>-4.59153760939503E-2</c:v>
                </c:pt>
                <c:pt idx="3330">
                  <c:v>-4.5164079601753698E-2</c:v>
                </c:pt>
                <c:pt idx="3331">
                  <c:v>-4.4400925522826297E-2</c:v>
                </c:pt>
                <c:pt idx="3332">
                  <c:v>-4.3634047597692703E-2</c:v>
                </c:pt>
                <c:pt idx="3333">
                  <c:v>-4.2871495152396202E-2</c:v>
                </c:pt>
                <c:pt idx="3334">
                  <c:v>-4.2121126771045E-2</c:v>
                </c:pt>
                <c:pt idx="3335">
                  <c:v>-4.1390507945569498E-2</c:v>
                </c:pt>
                <c:pt idx="3336">
                  <c:v>-4.0686811166257303E-2</c:v>
                </c:pt>
                <c:pt idx="3337">
                  <c:v>-4.0016717515048997E-2</c:v>
                </c:pt>
                <c:pt idx="3338">
                  <c:v>-3.9386320433425402E-2</c:v>
                </c:pt>
                <c:pt idx="3339">
                  <c:v>-3.8801034230555101E-2</c:v>
                </c:pt>
                <c:pt idx="3340">
                  <c:v>-3.8265511307433199E-2</c:v>
                </c:pt>
                <c:pt idx="3341">
                  <c:v>-3.7783572467340203E-2</c:v>
                </c:pt>
                <c:pt idx="3342">
                  <c:v>-3.73581538585811E-2</c:v>
                </c:pt>
                <c:pt idx="3343">
                  <c:v>-3.6991272216550297E-2</c:v>
                </c:pt>
                <c:pt idx="3344">
                  <c:v>-3.6684007711650798E-2</c:v>
                </c:pt>
                <c:pt idx="3345">
                  <c:v>-3.6436501734483102E-2</c:v>
                </c:pt>
                <c:pt idx="3346">
                  <c:v>-3.6247966158628998E-2</c:v>
                </c:pt>
                <c:pt idx="3347">
                  <c:v>-3.6116701318760901E-2</c:v>
                </c:pt>
                <c:pt idx="3348">
                  <c:v>-3.6040121759465402E-2</c:v>
                </c:pt>
                <c:pt idx="3349">
                  <c:v>-3.60147909160995E-2</c:v>
                </c:pt>
                <c:pt idx="3350">
                  <c:v>-3.6036467411360601E-2</c:v>
                </c:pt>
                <c:pt idx="3351">
                  <c:v>-3.61001660050351E-2</c:v>
                </c:pt>
                <c:pt idx="3352">
                  <c:v>-3.6200235239263003E-2</c:v>
                </c:pt>
                <c:pt idx="3353">
                  <c:v>-3.6330451735653198E-2</c:v>
                </c:pt>
                <c:pt idx="3354">
                  <c:v>-3.6484128612635197E-2</c:v>
                </c:pt>
                <c:pt idx="3355">
                  <c:v>-3.66542335293304E-2</c:v>
                </c:pt>
                <c:pt idx="3356">
                  <c:v>-3.6833511167667497E-2</c:v>
                </c:pt>
                <c:pt idx="3357">
                  <c:v>-3.70146056893189E-2</c:v>
                </c:pt>
                <c:pt idx="3358">
                  <c:v>-3.7190180372248798E-2</c:v>
                </c:pt>
                <c:pt idx="3359">
                  <c:v>-3.7353033480003503E-2</c:v>
                </c:pt>
                <c:pt idx="3360">
                  <c:v>-3.7496210772340499E-2</c:v>
                </c:pt>
                <c:pt idx="3361">
                  <c:v>-3.7613115515816899E-2</c:v>
                </c:pt>
                <c:pt idx="3362">
                  <c:v>-3.76976162762711E-2</c:v>
                </c:pt>
                <c:pt idx="3363">
                  <c:v>-3.7744151366383399E-2</c:v>
                </c:pt>
                <c:pt idx="3364">
                  <c:v>-3.7747827115094203E-2</c:v>
                </c:pt>
                <c:pt idx="3365">
                  <c:v>-3.7704505892933303E-2</c:v>
                </c:pt>
                <c:pt idx="3366">
                  <c:v>-3.7610879728849002E-2</c:v>
                </c:pt>
                <c:pt idx="3367">
                  <c:v>-3.7464526525100003E-2</c:v>
                </c:pt>
                <c:pt idx="3368">
                  <c:v>-3.7263947846111103E-2</c:v>
                </c:pt>
                <c:pt idx="3369">
                  <c:v>-3.7008589278381403E-2</c:v>
                </c:pt>
                <c:pt idx="3370">
                  <c:v>-3.6698845797662499E-2</c:v>
                </c:pt>
                <c:pt idx="3371">
                  <c:v>-3.6336055084432099E-2</c:v>
                </c:pt>
                <c:pt idx="3372">
                  <c:v>-3.5922481218708197E-2</c:v>
                </c:pt>
                <c:pt idx="3373">
                  <c:v>-3.5461289820880801E-2</c:v>
                </c:pt>
                <c:pt idx="3374">
                  <c:v>-3.4956513929488897E-2</c:v>
                </c:pt>
                <c:pt idx="3375">
                  <c:v>-3.4413008450253697E-2</c:v>
                </c:pt>
                <c:pt idx="3376">
                  <c:v>-3.3836390625206401E-2</c:v>
                </c:pt>
                <c:pt idx="3377">
                  <c:v>-3.3232964962399698E-2</c:v>
                </c:pt>
                <c:pt idx="3378">
                  <c:v>-3.2609633059099502E-2</c:v>
                </c:pt>
                <c:pt idx="3379">
                  <c:v>-3.1973790918103998E-2</c:v>
                </c:pt>
                <c:pt idx="3380">
                  <c:v>-3.1333217880966803E-2</c:v>
                </c:pt>
                <c:pt idx="3381">
                  <c:v>-3.0695961704581599E-2</c:v>
                </c:pt>
                <c:pt idx="3382">
                  <c:v>-3.0070223534132301E-2</c:v>
                </c:pt>
                <c:pt idx="3383">
                  <c:v>-2.94642448883153E-2</c:v>
                </c:pt>
                <c:pt idx="3384">
                  <c:v>-2.8886196864689798E-2</c:v>
                </c:pt>
                <c:pt idx="3385">
                  <c:v>-2.8344070339980199E-2</c:v>
                </c:pt>
                <c:pt idx="3386">
                  <c:v>-2.78455656151778E-2</c:v>
                </c:pt>
                <c:pt idx="3387">
                  <c:v>-2.7397980899911401E-2</c:v>
                </c:pt>
                <c:pt idx="3388">
                  <c:v>-2.70081007873735E-2</c:v>
                </c:pt>
                <c:pt idx="3389">
                  <c:v>-2.6682087641242299E-2</c:v>
                </c:pt>
                <c:pt idx="3390">
                  <c:v>-2.6425379918627801E-2</c:v>
                </c:pt>
                <c:pt idx="3391">
                  <c:v>-2.6242601543212899E-2</c:v>
                </c:pt>
                <c:pt idx="3392">
                  <c:v>-2.61374854607659E-2</c:v>
                </c:pt>
                <c:pt idx="3393">
                  <c:v>-2.6112812668449999E-2</c:v>
                </c:pt>
                <c:pt idx="3394">
                  <c:v>-2.6170365879767399E-2</c:v>
                </c:pt>
                <c:pt idx="3395">
                  <c:v>-2.6310895392119501E-2</c:v>
                </c:pt>
                <c:pt idx="3396">
                  <c:v>-2.6534094353733901E-2</c:v>
                </c:pt>
                <c:pt idx="3397">
                  <c:v>-2.6838581645403099E-2</c:v>
                </c:pt>
                <c:pt idx="3398">
                  <c:v>-2.7221892550633099E-2</c:v>
                </c:pt>
                <c:pt idx="3399">
                  <c:v>-2.7680479489291799E-2</c:v>
                </c:pt>
                <c:pt idx="3400">
                  <c:v>-2.8209726587776901E-2</c:v>
                </c:pt>
                <c:pt idx="3401">
                  <c:v>-2.8803982281892099E-2</c:v>
                </c:pt>
                <c:pt idx="3402">
                  <c:v>-2.9456613320801201E-2</c:v>
                </c:pt>
                <c:pt idx="3403">
                  <c:v>-3.0160081608367501E-2</c:v>
                </c:pt>
                <c:pt idx="3404">
                  <c:v>-3.0906042846695701E-2</c:v>
                </c:pt>
                <c:pt idx="3405">
                  <c:v>-3.16854638391732E-2</c:v>
                </c:pt>
                <c:pt idx="3406">
                  <c:v>-3.2488754393245299E-2</c:v>
                </c:pt>
                <c:pt idx="3407">
                  <c:v>-3.3305910284465501E-2</c:v>
                </c:pt>
                <c:pt idx="3408">
                  <c:v>-3.4126665231962901E-2</c:v>
                </c:pt>
                <c:pt idx="3409">
                  <c:v>-3.4940651444261797E-2</c:v>
                </c:pt>
                <c:pt idx="3410">
                  <c:v>-3.5737569276145298E-2</c:v>
                </c:pt>
                <c:pt idx="3411">
                  <c:v>-3.6507366471720003E-2</c:v>
                </c:pt>
                <c:pt idx="3412">
                  <c:v>-3.72404262504119E-2</c:v>
                </c:pt>
                <c:pt idx="3413">
                  <c:v>-3.7927761332558298E-2</c:v>
                </c:pt>
                <c:pt idx="3414">
                  <c:v>-3.8561208510918203E-2</c:v>
                </c:pt>
                <c:pt idx="3415">
                  <c:v>-3.9133616483730503E-2</c:v>
                </c:pt>
                <c:pt idx="3416">
                  <c:v>-3.9639019193095502E-2</c:v>
                </c:pt>
                <c:pt idx="3417">
                  <c:v>-4.0072788064782899E-2</c:v>
                </c:pt>
                <c:pt idx="3418">
                  <c:v>-4.0431758809170597E-2</c:v>
                </c:pt>
                <c:pt idx="3419">
                  <c:v>-4.0714330938652198E-2</c:v>
                </c:pt>
                <c:pt idx="3420">
                  <c:v>-4.0920540080896399E-2</c:v>
                </c:pt>
                <c:pt idx="3421">
                  <c:v>-4.1052104047348298E-2</c:v>
                </c:pt>
                <c:pt idx="3422">
                  <c:v>-4.11124433676563E-2</c:v>
                </c:pt>
                <c:pt idx="3423">
                  <c:v>-4.1106675879825798E-2</c:v>
                </c:pt>
                <c:pt idx="3424">
                  <c:v>-4.1041583523530899E-2</c:v>
                </c:pt>
                <c:pt idx="3425">
                  <c:v>-4.09255484866956E-2</c:v>
                </c:pt>
                <c:pt idx="3426">
                  <c:v>-4.0768456011304001E-2</c:v>
                </c:pt>
                <c:pt idx="3427">
                  <c:v>-4.05815627123087E-2</c:v>
                </c:pt>
                <c:pt idx="3428">
                  <c:v>-4.0377331790100002E-2</c:v>
                </c:pt>
                <c:pt idx="3429">
                  <c:v>-4.0169239188718002E-2</c:v>
                </c:pt>
                <c:pt idx="3430">
                  <c:v>-3.9971556744312901E-2</c:v>
                </c:pt>
                <c:pt idx="3431">
                  <c:v>-3.9799119189153298E-2</c:v>
                </c:pt>
                <c:pt idx="3432">
                  <c:v>-3.9667081459864501E-2</c:v>
                </c:pt>
                <c:pt idx="3433">
                  <c:v>-3.95906713915899E-2</c:v>
                </c:pt>
                <c:pt idx="3434">
                  <c:v>-3.9584941113827703E-2</c:v>
                </c:pt>
                <c:pt idx="3435">
                  <c:v>-3.9664519029735897E-2</c:v>
                </c:pt>
                <c:pt idx="3436">
                  <c:v>-3.9843363831240403E-2</c:v>
                </c:pt>
                <c:pt idx="3437">
                  <c:v>-4.0134522818020497E-2</c:v>
                </c:pt>
                <c:pt idx="3438">
                  <c:v>-4.0549898474914602E-2</c:v>
                </c:pt>
                <c:pt idx="3439">
                  <c:v>-4.1100029041637599E-2</c:v>
                </c:pt>
                <c:pt idx="3440">
                  <c:v>-4.1793889912442803E-2</c:v>
                </c:pt>
                <c:pt idx="3441">
                  <c:v>-4.2638722673321798E-2</c:v>
                </c:pt>
                <c:pt idx="3442">
                  <c:v>-4.3639897353426702E-2</c:v>
                </c:pt>
                <c:pt idx="3443">
                  <c:v>-4.4800811317045698E-2</c:v>
                </c:pt>
                <c:pt idx="3444">
                  <c:v>-4.6122825729604501E-2</c:v>
                </c:pt>
                <c:pt idx="3445">
                  <c:v>-4.7605238462613601E-2</c:v>
                </c:pt>
                <c:pt idx="3446">
                  <c:v>-4.9245291330683699E-2</c:v>
                </c:pt>
                <c:pt idx="3447">
                  <c:v>-5.10382098669169E-2</c:v>
                </c:pt>
                <c:pt idx="3448">
                  <c:v>-5.2977274978573102E-2</c:v>
                </c:pt>
                <c:pt idx="3449">
                  <c:v>-5.5053926939999102E-2</c:v>
                </c:pt>
                <c:pt idx="3450">
                  <c:v>-5.7257902530457899E-2</c:v>
                </c:pt>
                <c:pt idx="3451">
                  <c:v>-5.9577405331564498E-2</c:v>
                </c:pt>
                <c:pt idx="3452">
                  <c:v>-6.1999307222042603E-2</c:v>
                </c:pt>
                <c:pt idx="3453">
                  <c:v>-6.4509376203461199E-2</c:v>
                </c:pt>
                <c:pt idx="3454">
                  <c:v>-6.7092522493193904E-2</c:v>
                </c:pt>
                <c:pt idx="3455">
                  <c:v>-6.9733052329241194E-2</c:v>
                </c:pt>
                <c:pt idx="3456">
                  <c:v>-7.2414918160768005E-2</c:v>
                </c:pt>
                <c:pt idx="3457">
                  <c:v>-7.51219552907188E-2</c:v>
                </c:pt>
                <c:pt idx="3458">
                  <c:v>-7.7838098112810006E-2</c:v>
                </c:pt>
                <c:pt idx="3459">
                  <c:v>-8.0547572703678502E-2</c:v>
                </c:pt>
                <c:pt idx="3460">
                  <c:v>-8.3235065538009106E-2</c:v>
                </c:pt>
                <c:pt idx="3461">
                  <c:v>-8.58858697935211E-2</c:v>
                </c:pt>
                <c:pt idx="3462">
                  <c:v>-8.8486010948488195E-2</c:v>
                </c:pt>
                <c:pt idx="3463">
                  <c:v>-9.1022352454556504E-2</c:v>
                </c:pt>
                <c:pt idx="3464">
                  <c:v>-9.3482680871451104E-2</c:v>
                </c:pt>
                <c:pt idx="3465">
                  <c:v>-9.5855768829216703E-2</c:v>
                </c:pt>
                <c:pt idx="3466">
                  <c:v>-9.8131414214368301E-2</c:v>
                </c:pt>
                <c:pt idx="3467">
                  <c:v>-0.10030045524296401</c:v>
                </c:pt>
                <c:pt idx="3468">
                  <c:v>-0.10235476319660899</c:v>
                </c:pt>
                <c:pt idx="3469">
                  <c:v>-0.10428721678801001</c:v>
                </c:pt>
                <c:pt idx="3470">
                  <c:v>-0.106091663596935</c:v>
                </c:pt>
                <c:pt idx="3471">
                  <c:v>-0.10776287429043201</c:v>
                </c:pt>
                <c:pt idx="3472">
                  <c:v>-0.10929649438827101</c:v>
                </c:pt>
                <c:pt idx="3473">
                  <c:v>-0.110688996525075</c:v>
                </c:pt>
                <c:pt idx="3474">
                  <c:v>-0.111937634115631</c:v>
                </c:pt>
                <c:pt idx="3475">
                  <c:v>-0.11304039578547399</c:v>
                </c:pt>
                <c:pt idx="3476">
                  <c:v>-0.11399595949073101</c:v>
                </c:pt>
                <c:pt idx="3477">
                  <c:v>-0.11480364606224699</c:v>
                </c:pt>
                <c:pt idx="3478">
                  <c:v>-0.11546337351711899</c:v>
                </c:pt>
                <c:pt idx="3479">
                  <c:v>-0.115975615066551</c:v>
                </c:pt>
                <c:pt idx="3480">
                  <c:v>-0.11634136453426</c:v>
                </c:pt>
                <c:pt idx="3481">
                  <c:v>-0.116562112479989</c:v>
                </c:pt>
                <c:pt idx="3482">
                  <c:v>-0.116639834761497</c:v>
                </c:pt>
                <c:pt idx="3483">
                  <c:v>-0.116576992978196</c:v>
                </c:pt>
                <c:pt idx="3484">
                  <c:v>-0.116376543852479</c:v>
                </c:pt>
                <c:pt idx="3485">
                  <c:v>-0.11604195289067799</c:v>
                </c:pt>
                <c:pt idx="3486">
                  <c:v>-0.115577207298528</c:v>
                </c:pt>
                <c:pt idx="3487">
                  <c:v>-0.11498682429597</c:v>
                </c:pt>
                <c:pt idx="3488">
                  <c:v>-0.114275853215186</c:v>
                </c:pt>
                <c:pt idx="3489">
                  <c:v>-0.113449872175831</c:v>
                </c:pt>
                <c:pt idx="3490">
                  <c:v>-0.112514981803813</c:v>
                </c:pt>
                <c:pt idx="3491">
                  <c:v>-0.11147779882981999</c:v>
                </c:pt>
                <c:pt idx="3492">
                  <c:v>-0.110345451420019</c:v>
                </c:pt>
                <c:pt idx="3493">
                  <c:v>-0.109125576165996</c:v>
                </c:pt>
                <c:pt idx="3494">
                  <c:v>-0.107826314499256</c:v>
                </c:pt>
                <c:pt idx="3495">
                  <c:v>-0.10645630470718299</c:v>
                </c:pt>
                <c:pt idx="3496">
                  <c:v>-0.105024665362588</c:v>
                </c:pt>
                <c:pt idx="3497">
                  <c:v>-0.10354096700101501</c:v>
                </c:pt>
                <c:pt idx="3498">
                  <c:v>-0.102015190843324</c:v>
                </c:pt>
                <c:pt idx="3499">
                  <c:v>-0.10045767545744901</c:v>
                </c:pt>
                <c:pt idx="3500">
                  <c:v>-9.8879053719038199E-2</c:v>
                </c:pt>
                <c:pt idx="3501">
                  <c:v>-9.72901828148761E-2</c:v>
                </c:pt>
                <c:pt idx="3502">
                  <c:v>-9.5702069266053402E-2</c:v>
                </c:pt>
                <c:pt idx="3503">
                  <c:v>-9.41257893272444E-2</c:v>
                </c:pt>
                <c:pt idx="3504">
                  <c:v>-9.2572403270545001E-2</c:v>
                </c:pt>
                <c:pt idx="3505">
                  <c:v>-9.1052860802557603E-2</c:v>
                </c:pt>
                <c:pt idx="3506">
                  <c:v>-8.9577894879781003E-2</c:v>
                </c:pt>
                <c:pt idx="3507">
                  <c:v>-8.8157902663981005E-2</c:v>
                </c:pt>
                <c:pt idx="3508">
                  <c:v>-8.68028148264645E-2</c:v>
                </c:pt>
                <c:pt idx="3509">
                  <c:v>-8.5521956996203394E-2</c:v>
                </c:pt>
                <c:pt idx="3510">
                  <c:v>-8.4323909034483002E-2</c:v>
                </c:pt>
                <c:pt idx="3511">
                  <c:v>-8.3216368530460993E-2</c:v>
                </c:pt>
                <c:pt idx="3512">
                  <c:v>-8.2206024327519403E-2</c:v>
                </c:pt>
                <c:pt idx="3513">
                  <c:v>-8.1298444219123703E-2</c:v>
                </c:pt>
                <c:pt idx="3514">
                  <c:v>-8.0497978758994407E-2</c:v>
                </c:pt>
                <c:pt idx="3515">
                  <c:v>-7.9807681234263003E-2</c:v>
                </c:pt>
                <c:pt idx="3516">
                  <c:v>-7.9229242993755403E-2</c:v>
                </c:pt>
                <c:pt idx="3517">
                  <c:v>-7.8762943775091507E-2</c:v>
                </c:pt>
                <c:pt idx="3518">
                  <c:v>-7.8407618070335097E-2</c:v>
                </c:pt>
                <c:pt idx="3519">
                  <c:v>-7.8160640114523297E-2</c:v>
                </c:pt>
                <c:pt idx="3520">
                  <c:v>-7.8017930954737497E-2</c:v>
                </c:pt>
                <c:pt idx="3521">
                  <c:v>-7.7973990756995903E-2</c:v>
                </c:pt>
                <c:pt idx="3522">
                  <c:v>-7.8021957981274495E-2</c:v>
                </c:pt>
                <c:pt idx="3523">
                  <c:v>-7.8153694685517194E-2</c:v>
                </c:pt>
                <c:pt idx="3524">
                  <c:v>-7.8359894739016098E-2</c:v>
                </c:pt>
                <c:pt idx="3525">
                  <c:v>-7.8630209985498703E-2</c:v>
                </c:pt>
                <c:pt idx="3526">
                  <c:v>-7.8953388995534002E-2</c:v>
                </c:pt>
                <c:pt idx="3527">
                  <c:v>-7.9317424029497499E-2</c:v>
                </c:pt>
                <c:pt idx="3528">
                  <c:v>-7.9709703687064704E-2</c:v>
                </c:pt>
                <c:pt idx="3529">
                  <c:v>-8.0117170660361295E-2</c:v>
                </c:pt>
                <c:pt idx="3530">
                  <c:v>-8.0526485293214004E-2</c:v>
                </c:pt>
                <c:pt idx="3531">
                  <c:v>-8.0924195811072394E-2</c:v>
                </c:pt>
                <c:pt idx="3532">
                  <c:v>-8.1296915051655302E-2</c:v>
                </c:pt>
                <c:pt idx="3533">
                  <c:v>-8.1631501630097705E-2</c:v>
                </c:pt>
                <c:pt idx="3534">
                  <c:v>-8.1915241391320504E-2</c:v>
                </c:pt>
                <c:pt idx="3535">
                  <c:v>-8.2136023579316694E-2</c:v>
                </c:pt>
                <c:pt idx="3536">
                  <c:v>-8.2282506045468204E-2</c:v>
                </c:pt>
                <c:pt idx="3537">
                  <c:v>-8.2344265120907104E-2</c:v>
                </c:pt>
                <c:pt idx="3538">
                  <c:v>-8.2311927962210693E-2</c:v>
                </c:pt>
                <c:pt idx="3539">
                  <c:v>-8.2177287416760295E-2</c:v>
                </c:pt>
                <c:pt idx="3540">
                  <c:v>-8.1933401011948695E-2</c:v>
                </c:pt>
                <c:pt idx="3541">
                  <c:v>-8.1574676122918396E-2</c:v>
                </c:pt>
                <c:pt idx="3542">
                  <c:v>-8.1096942639248798E-2</c:v>
                </c:pt>
                <c:pt idx="3543">
                  <c:v>-8.0497512815499397E-2</c:v>
                </c:pt>
                <c:pt idx="3544">
                  <c:v>-7.9775226094139298E-2</c:v>
                </c:pt>
                <c:pt idx="3545">
                  <c:v>-7.8930475389162896E-2</c:v>
                </c:pt>
                <c:pt idx="3546">
                  <c:v>-7.7965211307427104E-2</c:v>
                </c:pt>
                <c:pt idx="3547">
                  <c:v>-7.6882922172075999E-2</c:v>
                </c:pt>
                <c:pt idx="3548">
                  <c:v>-7.5688589954225394E-2</c:v>
                </c:pt>
                <c:pt idx="3549">
                  <c:v>-7.4388624457330105E-2</c:v>
                </c:pt>
                <c:pt idx="3550">
                  <c:v>-7.2990779582933193E-2</c:v>
                </c:pt>
                <c:pt idx="3551">
                  <c:v>-7.1504055826521307E-2</c:v>
                </c:pt>
                <c:pt idx="3552">
                  <c:v>-6.9938592286922299E-2</c:v>
                </c:pt>
                <c:pt idx="3553">
                  <c:v>-6.8305549772572097E-2</c:v>
                </c:pt>
                <c:pt idx="3554">
                  <c:v>-6.6616984728161896E-2</c:v>
                </c:pt>
                <c:pt idx="3555">
                  <c:v>-6.4885712512614893E-2</c:v>
                </c:pt>
                <c:pt idx="3556">
                  <c:v>-6.3125158649533206E-2</c:v>
                </c:pt>
                <c:pt idx="3557">
                  <c:v>-6.13491980826536E-2</c:v>
                </c:pt>
                <c:pt idx="3558">
                  <c:v>-5.9571984614000401E-2</c:v>
                </c:pt>
                <c:pt idx="3559">
                  <c:v>-5.7807774707286201E-2</c:v>
                </c:pt>
                <c:pt idx="3560">
                  <c:v>-5.6070750981825797E-2</c:v>
                </c:pt>
                <c:pt idx="3561">
                  <c:v>-5.4374850652594002E-2</c:v>
                </c:pt>
                <c:pt idx="3562">
                  <c:v>-5.2733602913164902E-2</c:v>
                </c:pt>
                <c:pt idx="3563">
                  <c:v>-5.1159977183312597E-2</c:v>
                </c:pt>
                <c:pt idx="3564">
                  <c:v>-4.96662419440944E-2</c:v>
                </c:pt>
                <c:pt idx="3565">
                  <c:v>-4.8263832381775597E-2</c:v>
                </c:pt>
                <c:pt idx="3566">
                  <c:v>-4.6963224855071498E-2</c:v>
                </c:pt>
                <c:pt idx="3567">
                  <c:v>-4.5773817345504203E-2</c:v>
                </c:pt>
                <c:pt idx="3568">
                  <c:v>-4.4703817014507902E-2</c:v>
                </c:pt>
                <c:pt idx="3569">
                  <c:v>-4.3760137927677099E-2</c:v>
                </c:pt>
                <c:pt idx="3570">
                  <c:v>-4.2948313183290399E-2</c:v>
                </c:pt>
                <c:pt idx="3571">
                  <c:v>-4.2272425734036702E-2</c:v>
                </c:pt>
                <c:pt idx="3572">
                  <c:v>-4.1735061115035797E-2</c:v>
                </c:pt>
                <c:pt idx="3573">
                  <c:v>-4.1337283382299798E-2</c:v>
                </c:pt>
                <c:pt idx="3574">
                  <c:v>-4.1078633413919603E-2</c:v>
                </c:pt>
                <c:pt idx="3575">
                  <c:v>-4.09571471137649E-2</c:v>
                </c:pt>
                <c:pt idx="3576">
                  <c:v>-4.0969390617685002E-2</c:v>
                </c:pt>
                <c:pt idx="3577">
                  <c:v>-4.1110510446346102E-2</c:v>
                </c:pt>
                <c:pt idx="3578">
                  <c:v>-4.13742981910563E-2</c:v>
                </c:pt>
                <c:pt idx="3579">
                  <c:v>-4.1753270950157101E-2</c:v>
                </c:pt>
                <c:pt idx="3580">
                  <c:v>-4.22387696086148E-2</c:v>
                </c:pt>
                <c:pt idx="3581">
                  <c:v>-4.2821076754397898E-2</c:v>
                </c:pt>
                <c:pt idx="3582">
                  <c:v>-4.3489554536646997E-2</c:v>
                </c:pt>
                <c:pt idx="3583">
                  <c:v>-4.4232800453751601E-2</c:v>
                </c:pt>
                <c:pt idx="3584">
                  <c:v>-4.5038816605955899E-2</c:v>
                </c:pt>
                <c:pt idx="3585">
                  <c:v>-4.58951862229924E-2</c:v>
                </c:pt>
                <c:pt idx="3586">
                  <c:v>-4.6789250951951203E-2</c:v>
                </c:pt>
                <c:pt idx="3587">
                  <c:v>-4.7708283557039703E-2</c:v>
                </c:pt>
                <c:pt idx="3588">
                  <c:v>-4.8639652813223098E-2</c:v>
                </c:pt>
                <c:pt idx="3589">
                  <c:v>-4.9570979623462297E-2</c:v>
                </c:pt>
                <c:pt idx="3590">
                  <c:v>-5.0490284963913501E-2</c:v>
                </c:pt>
                <c:pt idx="3591">
                  <c:v>-5.1386130693625E-2</c:v>
                </c:pt>
                <c:pt idx="3592">
                  <c:v>-5.22477535156015E-2</c:v>
                </c:pt>
                <c:pt idx="3593">
                  <c:v>-5.30651908000132E-2</c:v>
                </c:pt>
                <c:pt idx="3594">
                  <c:v>-5.3829395226363902E-2</c:v>
                </c:pt>
                <c:pt idx="3595">
                  <c:v>-5.4532334048196698E-2</c:v>
                </c:pt>
                <c:pt idx="3596">
                  <c:v>-5.5167068834264102E-2</c:v>
                </c:pt>
                <c:pt idx="3597">
                  <c:v>-5.5727812894409097E-2</c:v>
                </c:pt>
                <c:pt idx="3598">
                  <c:v>-5.62099657983091E-2</c:v>
                </c:pt>
                <c:pt idx="3599">
                  <c:v>-5.66101266831847E-2</c:v>
                </c:pt>
                <c:pt idx="3600">
                  <c:v>-5.6926089701176498E-2</c:v>
                </c:pt>
                <c:pt idx="3601">
                  <c:v>-5.71568255205828E-2</c:v>
                </c:pt>
                <c:pt idx="3602">
                  <c:v>-5.7302452172981397E-2</c:v>
                </c:pt>
                <c:pt idx="3603">
                  <c:v>-5.7364197011831999E-2</c:v>
                </c:pt>
                <c:pt idx="3604">
                  <c:v>-5.7344349731148402E-2</c:v>
                </c:pt>
                <c:pt idx="3605">
                  <c:v>-5.72462050704158E-2</c:v>
                </c:pt>
                <c:pt idx="3606">
                  <c:v>-5.70739936219396E-2</c:v>
                </c:pt>
                <c:pt idx="3607">
                  <c:v>-5.68328001678505E-2</c:v>
                </c:pt>
                <c:pt idx="3608">
                  <c:v>-5.6528470753769398E-2</c:v>
                </c:pt>
                <c:pt idx="3609">
                  <c:v>-5.6167511510947697E-2</c:v>
                </c:pt>
                <c:pt idx="3610">
                  <c:v>-5.5756983377007199E-2</c:v>
                </c:pt>
                <c:pt idx="3611">
                  <c:v>-5.5304396917309102E-2</c:v>
                </c:pt>
                <c:pt idx="3612">
                  <c:v>-5.4817610354946401E-2</c:v>
                </c:pt>
                <c:pt idx="3613">
                  <c:v>-5.4304732000193298E-2</c:v>
                </c:pt>
                <c:pt idx="3614">
                  <c:v>-5.3774026189502097E-2</c:v>
                </c:pt>
                <c:pt idx="3615">
                  <c:v>-5.3233820402592398E-2</c:v>
                </c:pt>
                <c:pt idx="3616">
                  <c:v>-5.2692411014413701E-2</c:v>
                </c:pt>
                <c:pt idx="3617">
                  <c:v>-5.2157966216537698E-2</c:v>
                </c:pt>
                <c:pt idx="3618">
                  <c:v>-5.1638426516088298E-2</c:v>
                </c:pt>
                <c:pt idx="3619">
                  <c:v>-5.1141405134378697E-2</c:v>
                </c:pt>
                <c:pt idx="3620">
                  <c:v>-5.0674091915910102E-2</c:v>
                </c:pt>
                <c:pt idx="3621">
                  <c:v>-5.0243164608688801E-2</c:v>
                </c:pt>
                <c:pt idx="3622">
                  <c:v>-4.9854710444443298E-2</c:v>
                </c:pt>
                <c:pt idx="3623">
                  <c:v>-4.9514159029563201E-2</c:v>
                </c:pt>
                <c:pt idx="3624">
                  <c:v>-4.9226225305962601E-2</c:v>
                </c:pt>
                <c:pt idx="3625">
                  <c:v>-4.8994859721321303E-2</c:v>
                </c:pt>
                <c:pt idx="3626">
                  <c:v>-4.8823202557117598E-2</c:v>
                </c:pt>
                <c:pt idx="3627">
                  <c:v>-4.8713540743138398E-2</c:v>
                </c:pt>
                <c:pt idx="3628">
                  <c:v>-4.86672678382487E-2</c:v>
                </c:pt>
                <c:pt idx="3629">
                  <c:v>-4.8684850190535298E-2</c:v>
                </c:pt>
                <c:pt idx="3630">
                  <c:v>-4.8765803728150099E-2</c:v>
                </c:pt>
                <c:pt idx="3631">
                  <c:v>-4.8908685915498303E-2</c:v>
                </c:pt>
                <c:pt idx="3632">
                  <c:v>-4.9111106135333399E-2</c:v>
                </c:pt>
                <c:pt idx="3633">
                  <c:v>-4.9369755516347501E-2</c:v>
                </c:pt>
                <c:pt idx="3634">
                  <c:v>-4.96804547293455E-2</c:v>
                </c:pt>
                <c:pt idx="3635">
                  <c:v>-5.0038216380875397E-2</c:v>
                </c:pt>
                <c:pt idx="3636">
                  <c:v>-5.0437318000332E-2</c:v>
                </c:pt>
                <c:pt idx="3637">
                  <c:v>-5.0871382355676398E-2</c:v>
                </c:pt>
                <c:pt idx="3638">
                  <c:v>-5.1333463437113397E-2</c:v>
                </c:pt>
                <c:pt idx="3639">
                  <c:v>-5.1816138085141697E-2</c:v>
                </c:pt>
                <c:pt idx="3640">
                  <c:v>-5.2311604176831401E-2</c:v>
                </c:pt>
                <c:pt idx="3641">
                  <c:v>-5.2811786161549502E-2</c:v>
                </c:pt>
                <c:pt idx="3642">
                  <c:v>-5.3308447600738301E-2</c:v>
                </c:pt>
                <c:pt idx="3643">
                  <c:v>-5.3793308584679803E-2</c:v>
                </c:pt>
                <c:pt idx="3644">
                  <c:v>-5.4258164092759402E-2</c:v>
                </c:pt>
                <c:pt idx="3645">
                  <c:v>-5.4694998285091702E-2</c:v>
                </c:pt>
                <c:pt idx="3646">
                  <c:v>-5.5096089944835697E-2</c:v>
                </c:pt>
                <c:pt idx="3647">
                  <c:v>-5.5454105890782202E-2</c:v>
                </c:pt>
                <c:pt idx="3648">
                  <c:v>-5.5762181606696902E-2</c:v>
                </c:pt>
                <c:pt idx="3649">
                  <c:v>-5.60139907202322E-2</c:v>
                </c:pt>
                <c:pt idx="3650">
                  <c:v>-5.6203806510378103E-2</c:v>
                </c:pt>
                <c:pt idx="3651">
                  <c:v>-5.6326558875676898E-2</c:v>
                </c:pt>
                <c:pt idx="3652">
                  <c:v>-5.6377889143085599E-2</c:v>
                </c:pt>
                <c:pt idx="3653">
                  <c:v>-5.6354203132675897E-2</c:v>
                </c:pt>
                <c:pt idx="3654">
                  <c:v>-5.6252720740852302E-2</c:v>
                </c:pt>
                <c:pt idx="3655">
                  <c:v>-5.6071518842070803E-2</c:v>
                </c:pt>
                <c:pt idx="3656">
                  <c:v>-5.5809564179365397E-2</c:v>
                </c:pt>
                <c:pt idx="3657">
                  <c:v>-5.5466734133848498E-2</c:v>
                </c:pt>
                <c:pt idx="3658">
                  <c:v>-5.5043825212852698E-2</c:v>
                </c:pt>
                <c:pt idx="3659">
                  <c:v>-5.4542550914344998E-2</c:v>
                </c:pt>
                <c:pt idx="3660">
                  <c:v>-5.3965531632120103E-2</c:v>
                </c:pt>
                <c:pt idx="3661">
                  <c:v>-5.3316279148307798E-2</c:v>
                </c:pt>
                <c:pt idx="3662">
                  <c:v>-5.2599177068273703E-2</c:v>
                </c:pt>
                <c:pt idx="3663">
                  <c:v>-5.1819456661803001E-2</c:v>
                </c:pt>
                <c:pt idx="3664">
                  <c:v>-5.0983165627666797E-2</c:v>
                </c:pt>
                <c:pt idx="3665">
                  <c:v>-5.00971260638969E-2</c:v>
                </c:pt>
                <c:pt idx="3666">
                  <c:v>-4.9168877986076699E-2</c:v>
                </c:pt>
                <c:pt idx="3667">
                  <c:v>-4.8206606164288401E-2</c:v>
                </c:pt>
                <c:pt idx="3668">
                  <c:v>-4.7219050346212002E-2</c:v>
                </c:pt>
                <c:pt idx="3669">
                  <c:v>-4.6215401286900097E-2</c:v>
                </c:pt>
                <c:pt idx="3670">
                  <c:v>-4.5205186649842598E-2</c:v>
                </c:pt>
                <c:pt idx="3671">
                  <c:v>-4.4198151298892603E-2</c:v>
                </c:pt>
                <c:pt idx="3672">
                  <c:v>-4.3204135671299097E-2</c:v>
                </c:pt>
                <c:pt idx="3673">
                  <c:v>-4.2232954135358401E-2</c:v>
                </c:pt>
                <c:pt idx="3674">
                  <c:v>-4.1294273204771199E-2</c:v>
                </c:pt>
                <c:pt idx="3675">
                  <c:v>-4.0397488100807302E-2</c:v>
                </c:pt>
                <c:pt idx="3676">
                  <c:v>-3.9551596109868997E-2</c:v>
                </c:pt>
                <c:pt idx="3677">
                  <c:v>-3.8765066571890799E-2</c:v>
                </c:pt>
                <c:pt idx="3678">
                  <c:v>-3.8045709577891003E-2</c:v>
                </c:pt>
                <c:pt idx="3679">
                  <c:v>-3.7400547631186998E-2</c:v>
                </c:pt>
                <c:pt idx="3680">
                  <c:v>-3.6835695830371801E-2</c:v>
                </c:pt>
                <c:pt idx="3681">
                  <c:v>-3.6356256138533397E-2</c:v>
                </c:pt>
                <c:pt idx="3682">
                  <c:v>-3.5966230005231997E-2</c:v>
                </c:pt>
                <c:pt idx="3683">
                  <c:v>-3.5668451390657101E-2</c:v>
                </c:pt>
                <c:pt idx="3684">
                  <c:v>-3.5464539828603099E-2</c:v>
                </c:pt>
                <c:pt idx="3685">
                  <c:v>-3.5354871413740399E-2</c:v>
                </c:pt>
                <c:pt idx="3686">
                  <c:v>-3.5338565133821803E-2</c:v>
                </c:pt>
                <c:pt idx="3687">
                  <c:v>-3.5413482860607901E-2</c:v>
                </c:pt>
                <c:pt idx="3688">
                  <c:v>-3.55762430575201E-2</c:v>
                </c:pt>
                <c:pt idx="3689">
                  <c:v>-3.5822250057505299E-2</c:v>
                </c:pt>
                <c:pt idx="3690">
                  <c:v>-3.6145741865158801E-2</c:v>
                </c:pt>
                <c:pt idx="3691">
                  <c:v>-3.6539859347121201E-2</c:v>
                </c:pt>
                <c:pt idx="3692">
                  <c:v>-3.6996738245986101E-2</c:v>
                </c:pt>
                <c:pt idx="3693">
                  <c:v>-3.7507622994700403E-2</c:v>
                </c:pt>
                <c:pt idx="3694">
                  <c:v>-3.8062998612348402E-2</c:v>
                </c:pt>
                <c:pt idx="3695">
                  <c:v>-3.8652735040445398E-2</c:v>
                </c:pt>
                <c:pt idx="3696">
                  <c:v>-3.9266237856614997E-2</c:v>
                </c:pt>
                <c:pt idx="3697">
                  <c:v>-3.9892600423508E-2</c:v>
                </c:pt>
                <c:pt idx="3698">
                  <c:v>-4.0520754582067303E-2</c:v>
                </c:pt>
                <c:pt idx="3699">
                  <c:v>-4.1139619081686098E-2</c:v>
                </c:pt>
                <c:pt idx="3700">
                  <c:v>-4.1738246284504302E-2</c:v>
                </c:pt>
                <c:pt idx="3701">
                  <c:v>-4.2305967886602298E-2</c:v>
                </c:pt>
                <c:pt idx="3702">
                  <c:v>-4.28325394845359E-2</c:v>
                </c:pt>
                <c:pt idx="3703">
                  <c:v>-4.3308282163770001E-2</c:v>
                </c:pt>
                <c:pt idx="3704">
                  <c:v>-4.3724217562934202E-2</c:v>
                </c:pt>
                <c:pt idx="3705">
                  <c:v>-4.4072191857155198E-2</c:v>
                </c:pt>
                <c:pt idx="3706">
                  <c:v>-4.4344984348794497E-2</c:v>
                </c:pt>
                <c:pt idx="3707">
                  <c:v>-4.4536397823349998E-2</c:v>
                </c:pt>
                <c:pt idx="3708">
                  <c:v>-4.46413299352472E-2</c:v>
                </c:pt>
                <c:pt idx="3709">
                  <c:v>-4.4655826843581201E-2</c:v>
                </c:pt>
                <c:pt idx="3710">
                  <c:v>-4.4577121492049399E-2</c:v>
                </c:pt>
                <c:pt idx="3711">
                  <c:v>-4.4403659019924303E-2</c:v>
                </c:pt>
                <c:pt idx="3712">
                  <c:v>-4.41351108302762E-2</c:v>
                </c:pt>
                <c:pt idx="3713">
                  <c:v>-4.37723771434642E-2</c:v>
                </c:pt>
                <c:pt idx="3714">
                  <c:v>-4.3317576038951103E-2</c:v>
                </c:pt>
                <c:pt idx="3715">
                  <c:v>-4.2774015860922998E-2</c:v>
                </c:pt>
                <c:pt idx="3716">
                  <c:v>-4.2146148107465198E-2</c:v>
                </c:pt>
                <c:pt idx="3717">
                  <c:v>-4.1439499618867302E-2</c:v>
                </c:pt>
                <c:pt idx="3718">
                  <c:v>-4.0660585422467803E-2</c:v>
                </c:pt>
                <c:pt idx="3719">
                  <c:v>-3.9816806029655101E-2</c:v>
                </c:pt>
                <c:pt idx="3720">
                  <c:v>-3.89163344772602E-2</c:v>
                </c:pt>
                <c:pt idx="3721">
                  <c:v>-3.7967998525950897E-2</c:v>
                </c:pt>
                <c:pt idx="3722">
                  <c:v>-3.69811622082881E-2</c:v>
                </c:pt>
                <c:pt idx="3723">
                  <c:v>-3.5965608791171499E-2</c:v>
                </c:pt>
                <c:pt idx="3724">
                  <c:v>-3.4931424900478202E-2</c:v>
                </c:pt>
                <c:pt idx="3725">
                  <c:v>-3.3888883889902098E-2</c:v>
                </c:pt>
                <c:pt idx="3726">
                  <c:v>-3.2848326170010898E-2</c:v>
                </c:pt>
                <c:pt idx="3727">
                  <c:v>-3.1820035258201901E-2</c:v>
                </c:pt>
                <c:pt idx="3728">
                  <c:v>-3.0814110257858199E-2</c:v>
                </c:pt>
                <c:pt idx="3729">
                  <c:v>-2.98403374888398E-2</c:v>
                </c:pt>
                <c:pt idx="3730">
                  <c:v>-2.89080653170605E-2</c:v>
                </c:pt>
                <c:pt idx="3731">
                  <c:v>-2.8026086434142099E-2</c:v>
                </c:pt>
                <c:pt idx="3732">
                  <c:v>-2.7202530847952999E-2</c:v>
                </c:pt>
                <c:pt idx="3733">
                  <c:v>-2.64447709641061E-2</c:v>
                </c:pt>
                <c:pt idx="3734">
                  <c:v>-2.57593380471101E-2</c:v>
                </c:pt>
                <c:pt idx="3735">
                  <c:v>-2.51518479297504E-2</c:v>
                </c:pt>
                <c:pt idx="3736">
                  <c:v>-2.4626933755092902E-2</c:v>
                </c:pt>
                <c:pt idx="3737">
                  <c:v>-2.4188184821631199E-2</c:v>
                </c:pt>
                <c:pt idx="3738">
                  <c:v>-2.3838092624347999E-2</c:v>
                </c:pt>
                <c:pt idx="3739">
                  <c:v>-2.3578007041098598E-2</c:v>
                </c:pt>
                <c:pt idx="3740">
                  <c:v>-2.3408106609856202E-2</c:v>
                </c:pt>
                <c:pt idx="3741">
                  <c:v>-2.3327386664976101E-2</c:v>
                </c:pt>
                <c:pt idx="3742">
                  <c:v>-2.3333667758344698E-2</c:v>
                </c:pt>
                <c:pt idx="3743">
                  <c:v>-2.3423624612307601E-2</c:v>
                </c:pt>
                <c:pt idx="3744">
                  <c:v>-2.3592833536389701E-2</c:v>
                </c:pt>
                <c:pt idx="3745">
                  <c:v>-2.3835834683817499E-2</c:v>
                </c:pt>
                <c:pt idx="3746">
                  <c:v>-2.41462053536869E-2</c:v>
                </c:pt>
                <c:pt idx="3747">
                  <c:v>-2.45166417340048E-2</c:v>
                </c:pt>
                <c:pt idx="3748">
                  <c:v>-2.49390483842237E-2</c:v>
                </c:pt>
                <c:pt idx="3749">
                  <c:v>-2.54046364981056E-2</c:v>
                </c:pt>
                <c:pt idx="3750">
                  <c:v>-2.59040328722694E-2</c:v>
                </c:pt>
                <c:pt idx="3751">
                  <c:v>-2.6427401209416099E-2</c:v>
                </c:pt>
                <c:pt idx="3752">
                  <c:v>-2.6964575967258299E-2</c:v>
                </c:pt>
                <c:pt idx="3753">
                  <c:v>-2.7505206830027201E-2</c:v>
                </c:pt>
                <c:pt idx="3754">
                  <c:v>-2.80389097280546E-2</c:v>
                </c:pt>
                <c:pt idx="3755">
                  <c:v>-2.8555418961898001E-2</c:v>
                </c:pt>
                <c:pt idx="3756">
                  <c:v>-2.9044734933863701E-2</c:v>
                </c:pt>
                <c:pt idx="3757">
                  <c:v>-2.9497263219939299E-2</c:v>
                </c:pt>
                <c:pt idx="3758">
                  <c:v>-2.9903942671651501E-2</c:v>
                </c:pt>
                <c:pt idx="3759">
                  <c:v>-3.0256362155392801E-2</c:v>
                </c:pt>
                <c:pt idx="3760">
                  <c:v>-3.0546866771145001E-2</c:v>
                </c:pt>
                <c:pt idx="3761">
                  <c:v>-3.0768654591814101E-2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9C4-4B75-9213-823D1DC637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9550672"/>
        <c:axId val="101663312"/>
      </c:scatterChart>
      <c:valAx>
        <c:axId val="2995506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663312"/>
        <c:crosses val="autoZero"/>
        <c:crossBetween val="midCat"/>
      </c:valAx>
      <c:valAx>
        <c:axId val="101663312"/>
        <c:scaling>
          <c:orientation val="minMax"/>
          <c:max val="0.2"/>
          <c:min val="-0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9550672"/>
        <c:crosses val="autoZero"/>
        <c:crossBetween val="midCat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C3 Radial</a:t>
            </a:r>
            <a:r>
              <a:rPr lang="en-US" baseline="0" dirty="0"/>
              <a:t> Best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'C3_Raj_500_Converted_selected'!$B$1</c:f>
              <c:strCache>
                <c:ptCount val="1"/>
                <c:pt idx="0">
                  <c:v>Amplitude (Volts) [Filtered 0.3-10.0Hz]</c:v>
                </c:pt>
              </c:strCache>
            </c:strRef>
          </c:tx>
          <c:spPr>
            <a:ln w="952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'C3_Raj_500_Converted_selected'!$A$2:$A$1627</c:f>
              <c:numCache>
                <c:formatCode>General</c:formatCode>
                <c:ptCount val="1626"/>
                <c:pt idx="0">
                  <c:v>0</c:v>
                </c:pt>
                <c:pt idx="1">
                  <c:v>2E-3</c:v>
                </c:pt>
                <c:pt idx="2">
                  <c:v>4.0000000000000001E-3</c:v>
                </c:pt>
                <c:pt idx="3">
                  <c:v>6.0000000000000001E-3</c:v>
                </c:pt>
                <c:pt idx="4">
                  <c:v>8.0000000000000002E-3</c:v>
                </c:pt>
                <c:pt idx="5">
                  <c:v>0.01</c:v>
                </c:pt>
                <c:pt idx="6">
                  <c:v>1.2E-2</c:v>
                </c:pt>
                <c:pt idx="7">
                  <c:v>1.4E-2</c:v>
                </c:pt>
                <c:pt idx="8">
                  <c:v>1.6E-2</c:v>
                </c:pt>
                <c:pt idx="9">
                  <c:v>1.7999999999999999E-2</c:v>
                </c:pt>
                <c:pt idx="10">
                  <c:v>0.02</c:v>
                </c:pt>
                <c:pt idx="11">
                  <c:v>2.1999999999999999E-2</c:v>
                </c:pt>
                <c:pt idx="12">
                  <c:v>2.4E-2</c:v>
                </c:pt>
                <c:pt idx="13">
                  <c:v>2.5999999999999999E-2</c:v>
                </c:pt>
                <c:pt idx="14">
                  <c:v>2.8000000000000001E-2</c:v>
                </c:pt>
                <c:pt idx="15">
                  <c:v>0.03</c:v>
                </c:pt>
                <c:pt idx="16">
                  <c:v>3.2000000000000001E-2</c:v>
                </c:pt>
                <c:pt idx="17">
                  <c:v>3.4000000000000002E-2</c:v>
                </c:pt>
                <c:pt idx="18">
                  <c:v>3.5999999999999997E-2</c:v>
                </c:pt>
                <c:pt idx="19">
                  <c:v>3.7999999999999999E-2</c:v>
                </c:pt>
                <c:pt idx="20">
                  <c:v>0.04</c:v>
                </c:pt>
                <c:pt idx="21">
                  <c:v>4.2000000000000003E-2</c:v>
                </c:pt>
                <c:pt idx="22">
                  <c:v>4.3999999999999997E-2</c:v>
                </c:pt>
                <c:pt idx="23">
                  <c:v>4.5999999999999999E-2</c:v>
                </c:pt>
                <c:pt idx="24">
                  <c:v>4.8000000000000001E-2</c:v>
                </c:pt>
                <c:pt idx="25">
                  <c:v>0.05</c:v>
                </c:pt>
                <c:pt idx="26">
                  <c:v>5.1999999999999998E-2</c:v>
                </c:pt>
                <c:pt idx="27">
                  <c:v>5.3999999999999999E-2</c:v>
                </c:pt>
                <c:pt idx="28">
                  <c:v>5.6000000000000001E-2</c:v>
                </c:pt>
                <c:pt idx="29">
                  <c:v>5.8000000000000003E-2</c:v>
                </c:pt>
                <c:pt idx="30">
                  <c:v>0.06</c:v>
                </c:pt>
                <c:pt idx="31">
                  <c:v>6.2E-2</c:v>
                </c:pt>
                <c:pt idx="32">
                  <c:v>6.4000000000000001E-2</c:v>
                </c:pt>
                <c:pt idx="33">
                  <c:v>6.6000000000000003E-2</c:v>
                </c:pt>
                <c:pt idx="34">
                  <c:v>6.8000000000000005E-2</c:v>
                </c:pt>
                <c:pt idx="35">
                  <c:v>7.0000000000000007E-2</c:v>
                </c:pt>
                <c:pt idx="36">
                  <c:v>7.1999999999999995E-2</c:v>
                </c:pt>
                <c:pt idx="37">
                  <c:v>7.3999999999999996E-2</c:v>
                </c:pt>
                <c:pt idx="38">
                  <c:v>7.5999999999999998E-2</c:v>
                </c:pt>
                <c:pt idx="39">
                  <c:v>7.8E-2</c:v>
                </c:pt>
                <c:pt idx="40">
                  <c:v>0.08</c:v>
                </c:pt>
                <c:pt idx="41">
                  <c:v>8.2000000000000003E-2</c:v>
                </c:pt>
                <c:pt idx="42">
                  <c:v>8.4000000000000005E-2</c:v>
                </c:pt>
                <c:pt idx="43">
                  <c:v>8.5999999999999993E-2</c:v>
                </c:pt>
                <c:pt idx="44">
                  <c:v>8.7999999999999995E-2</c:v>
                </c:pt>
                <c:pt idx="45">
                  <c:v>0.09</c:v>
                </c:pt>
                <c:pt idx="46">
                  <c:v>9.1999999999999998E-2</c:v>
                </c:pt>
                <c:pt idx="47">
                  <c:v>9.4E-2</c:v>
                </c:pt>
                <c:pt idx="48">
                  <c:v>9.6000000000000002E-2</c:v>
                </c:pt>
                <c:pt idx="49">
                  <c:v>9.8000000000000004E-2</c:v>
                </c:pt>
                <c:pt idx="50">
                  <c:v>0.1</c:v>
                </c:pt>
                <c:pt idx="51">
                  <c:v>0.10199999999999999</c:v>
                </c:pt>
                <c:pt idx="52">
                  <c:v>0.104</c:v>
                </c:pt>
                <c:pt idx="53">
                  <c:v>0.106</c:v>
                </c:pt>
                <c:pt idx="54">
                  <c:v>0.108</c:v>
                </c:pt>
                <c:pt idx="55">
                  <c:v>0.11</c:v>
                </c:pt>
                <c:pt idx="56">
                  <c:v>0.112</c:v>
                </c:pt>
                <c:pt idx="57">
                  <c:v>0.114</c:v>
                </c:pt>
                <c:pt idx="58">
                  <c:v>0.11600000000000001</c:v>
                </c:pt>
                <c:pt idx="59">
                  <c:v>0.11799999999999999</c:v>
                </c:pt>
                <c:pt idx="60">
                  <c:v>0.12</c:v>
                </c:pt>
                <c:pt idx="61">
                  <c:v>0.122</c:v>
                </c:pt>
                <c:pt idx="62">
                  <c:v>0.124</c:v>
                </c:pt>
                <c:pt idx="63">
                  <c:v>0.126</c:v>
                </c:pt>
                <c:pt idx="64">
                  <c:v>0.128</c:v>
                </c:pt>
                <c:pt idx="65">
                  <c:v>0.13</c:v>
                </c:pt>
                <c:pt idx="66">
                  <c:v>0.13200000000000001</c:v>
                </c:pt>
                <c:pt idx="67">
                  <c:v>0.13400000000000001</c:v>
                </c:pt>
                <c:pt idx="68">
                  <c:v>0.13600000000000001</c:v>
                </c:pt>
                <c:pt idx="69">
                  <c:v>0.13800000000000001</c:v>
                </c:pt>
                <c:pt idx="70">
                  <c:v>0.14000000000000001</c:v>
                </c:pt>
                <c:pt idx="71">
                  <c:v>0.14199999999999999</c:v>
                </c:pt>
                <c:pt idx="72">
                  <c:v>0.14399999999999999</c:v>
                </c:pt>
                <c:pt idx="73">
                  <c:v>0.14599999999999999</c:v>
                </c:pt>
                <c:pt idx="74">
                  <c:v>0.14799999999999999</c:v>
                </c:pt>
                <c:pt idx="75">
                  <c:v>0.15</c:v>
                </c:pt>
                <c:pt idx="76">
                  <c:v>0.152</c:v>
                </c:pt>
                <c:pt idx="77">
                  <c:v>0.154</c:v>
                </c:pt>
                <c:pt idx="78">
                  <c:v>0.156</c:v>
                </c:pt>
                <c:pt idx="79">
                  <c:v>0.158</c:v>
                </c:pt>
                <c:pt idx="80">
                  <c:v>0.16</c:v>
                </c:pt>
                <c:pt idx="81">
                  <c:v>0.16200000000000001</c:v>
                </c:pt>
                <c:pt idx="82">
                  <c:v>0.16400000000000001</c:v>
                </c:pt>
                <c:pt idx="83">
                  <c:v>0.16600000000000001</c:v>
                </c:pt>
                <c:pt idx="84">
                  <c:v>0.16800000000000001</c:v>
                </c:pt>
                <c:pt idx="85">
                  <c:v>0.17</c:v>
                </c:pt>
                <c:pt idx="86">
                  <c:v>0.17199999999999999</c:v>
                </c:pt>
                <c:pt idx="87">
                  <c:v>0.17399999999999999</c:v>
                </c:pt>
                <c:pt idx="88">
                  <c:v>0.17599999999999999</c:v>
                </c:pt>
                <c:pt idx="89">
                  <c:v>0.17799999999999999</c:v>
                </c:pt>
                <c:pt idx="90">
                  <c:v>0.18</c:v>
                </c:pt>
                <c:pt idx="91">
                  <c:v>0.182</c:v>
                </c:pt>
                <c:pt idx="92">
                  <c:v>0.184</c:v>
                </c:pt>
                <c:pt idx="93">
                  <c:v>0.186</c:v>
                </c:pt>
                <c:pt idx="94">
                  <c:v>0.188</c:v>
                </c:pt>
                <c:pt idx="95">
                  <c:v>0.19</c:v>
                </c:pt>
                <c:pt idx="96">
                  <c:v>0.192</c:v>
                </c:pt>
                <c:pt idx="97">
                  <c:v>0.19400000000000001</c:v>
                </c:pt>
                <c:pt idx="98">
                  <c:v>0.19600000000000001</c:v>
                </c:pt>
                <c:pt idx="99">
                  <c:v>0.19800000000000001</c:v>
                </c:pt>
                <c:pt idx="100">
                  <c:v>0.2</c:v>
                </c:pt>
                <c:pt idx="101">
                  <c:v>0.20200000000000001</c:v>
                </c:pt>
                <c:pt idx="102">
                  <c:v>0.20399999999999999</c:v>
                </c:pt>
                <c:pt idx="103">
                  <c:v>0.20599999999999999</c:v>
                </c:pt>
                <c:pt idx="104">
                  <c:v>0.20799999999999999</c:v>
                </c:pt>
                <c:pt idx="105">
                  <c:v>0.21</c:v>
                </c:pt>
                <c:pt idx="106">
                  <c:v>0.21199999999999999</c:v>
                </c:pt>
                <c:pt idx="107">
                  <c:v>0.214</c:v>
                </c:pt>
                <c:pt idx="108">
                  <c:v>0.216</c:v>
                </c:pt>
                <c:pt idx="109">
                  <c:v>0.218</c:v>
                </c:pt>
                <c:pt idx="110">
                  <c:v>0.22</c:v>
                </c:pt>
                <c:pt idx="111">
                  <c:v>0.222</c:v>
                </c:pt>
                <c:pt idx="112">
                  <c:v>0.224</c:v>
                </c:pt>
                <c:pt idx="113">
                  <c:v>0.22600000000000001</c:v>
                </c:pt>
                <c:pt idx="114">
                  <c:v>0.22800000000000001</c:v>
                </c:pt>
                <c:pt idx="115">
                  <c:v>0.23</c:v>
                </c:pt>
                <c:pt idx="116">
                  <c:v>0.23200000000000001</c:v>
                </c:pt>
                <c:pt idx="117">
                  <c:v>0.23400000000000001</c:v>
                </c:pt>
                <c:pt idx="118">
                  <c:v>0.23599999999999999</c:v>
                </c:pt>
                <c:pt idx="119">
                  <c:v>0.23799999999999999</c:v>
                </c:pt>
                <c:pt idx="120">
                  <c:v>0.24</c:v>
                </c:pt>
                <c:pt idx="121">
                  <c:v>0.24199999999999999</c:v>
                </c:pt>
                <c:pt idx="122">
                  <c:v>0.24399999999999999</c:v>
                </c:pt>
                <c:pt idx="123">
                  <c:v>0.246</c:v>
                </c:pt>
                <c:pt idx="124">
                  <c:v>0.248</c:v>
                </c:pt>
                <c:pt idx="125">
                  <c:v>0.25</c:v>
                </c:pt>
                <c:pt idx="126">
                  <c:v>0.252</c:v>
                </c:pt>
                <c:pt idx="127">
                  <c:v>0.254</c:v>
                </c:pt>
                <c:pt idx="128">
                  <c:v>0.25600000000000001</c:v>
                </c:pt>
                <c:pt idx="129">
                  <c:v>0.25800000000000001</c:v>
                </c:pt>
                <c:pt idx="130">
                  <c:v>0.26</c:v>
                </c:pt>
                <c:pt idx="131">
                  <c:v>0.26200000000000001</c:v>
                </c:pt>
                <c:pt idx="132">
                  <c:v>0.26400000000000001</c:v>
                </c:pt>
                <c:pt idx="133">
                  <c:v>0.26600000000000001</c:v>
                </c:pt>
                <c:pt idx="134">
                  <c:v>0.26800000000000002</c:v>
                </c:pt>
                <c:pt idx="135">
                  <c:v>0.27</c:v>
                </c:pt>
                <c:pt idx="136">
                  <c:v>0.27200000000000002</c:v>
                </c:pt>
                <c:pt idx="137">
                  <c:v>0.27400000000000002</c:v>
                </c:pt>
                <c:pt idx="138">
                  <c:v>0.27600000000000002</c:v>
                </c:pt>
                <c:pt idx="139">
                  <c:v>0.27800000000000002</c:v>
                </c:pt>
                <c:pt idx="140">
                  <c:v>0.28000000000000003</c:v>
                </c:pt>
                <c:pt idx="141">
                  <c:v>0.28199999999999997</c:v>
                </c:pt>
                <c:pt idx="142">
                  <c:v>0.28399999999999997</c:v>
                </c:pt>
                <c:pt idx="143">
                  <c:v>0.28599999999999998</c:v>
                </c:pt>
                <c:pt idx="144">
                  <c:v>0.28799999999999998</c:v>
                </c:pt>
                <c:pt idx="145">
                  <c:v>0.28999999999999998</c:v>
                </c:pt>
                <c:pt idx="146">
                  <c:v>0.29199999999999998</c:v>
                </c:pt>
                <c:pt idx="147">
                  <c:v>0.29399999999999998</c:v>
                </c:pt>
                <c:pt idx="148">
                  <c:v>0.29599999999999999</c:v>
                </c:pt>
                <c:pt idx="149">
                  <c:v>0.29799999999999999</c:v>
                </c:pt>
                <c:pt idx="150">
                  <c:v>0.3</c:v>
                </c:pt>
                <c:pt idx="151">
                  <c:v>0.30199999999999999</c:v>
                </c:pt>
                <c:pt idx="152">
                  <c:v>0.30399999999999999</c:v>
                </c:pt>
                <c:pt idx="153">
                  <c:v>0.30599999999999999</c:v>
                </c:pt>
                <c:pt idx="154">
                  <c:v>0.308</c:v>
                </c:pt>
                <c:pt idx="155">
                  <c:v>0.31</c:v>
                </c:pt>
                <c:pt idx="156">
                  <c:v>0.312</c:v>
                </c:pt>
                <c:pt idx="157">
                  <c:v>0.314</c:v>
                </c:pt>
                <c:pt idx="158">
                  <c:v>0.316</c:v>
                </c:pt>
                <c:pt idx="159">
                  <c:v>0.318</c:v>
                </c:pt>
                <c:pt idx="160">
                  <c:v>0.32</c:v>
                </c:pt>
                <c:pt idx="161">
                  <c:v>0.32200000000000001</c:v>
                </c:pt>
                <c:pt idx="162">
                  <c:v>0.32400000000000001</c:v>
                </c:pt>
                <c:pt idx="163">
                  <c:v>0.32600000000000001</c:v>
                </c:pt>
                <c:pt idx="164">
                  <c:v>0.32800000000000001</c:v>
                </c:pt>
                <c:pt idx="165">
                  <c:v>0.33</c:v>
                </c:pt>
                <c:pt idx="166">
                  <c:v>0.33200000000000002</c:v>
                </c:pt>
                <c:pt idx="167">
                  <c:v>0.33400000000000002</c:v>
                </c:pt>
                <c:pt idx="168">
                  <c:v>0.33600000000000002</c:v>
                </c:pt>
                <c:pt idx="169">
                  <c:v>0.33800000000000002</c:v>
                </c:pt>
                <c:pt idx="170">
                  <c:v>0.34</c:v>
                </c:pt>
                <c:pt idx="171">
                  <c:v>0.34200000000000003</c:v>
                </c:pt>
                <c:pt idx="172">
                  <c:v>0.34399999999999997</c:v>
                </c:pt>
                <c:pt idx="173">
                  <c:v>0.34599999999999997</c:v>
                </c:pt>
                <c:pt idx="174">
                  <c:v>0.34799999999999998</c:v>
                </c:pt>
                <c:pt idx="175">
                  <c:v>0.35</c:v>
                </c:pt>
                <c:pt idx="176">
                  <c:v>0.35199999999999998</c:v>
                </c:pt>
                <c:pt idx="177">
                  <c:v>0.35399999999999998</c:v>
                </c:pt>
                <c:pt idx="178">
                  <c:v>0.35599999999999998</c:v>
                </c:pt>
                <c:pt idx="179">
                  <c:v>0.35799999999999998</c:v>
                </c:pt>
                <c:pt idx="180">
                  <c:v>0.36</c:v>
                </c:pt>
                <c:pt idx="181">
                  <c:v>0.36199999999999999</c:v>
                </c:pt>
                <c:pt idx="182">
                  <c:v>0.36399999999999999</c:v>
                </c:pt>
                <c:pt idx="183">
                  <c:v>0.36599999999999999</c:v>
                </c:pt>
                <c:pt idx="184">
                  <c:v>0.36799999999999999</c:v>
                </c:pt>
                <c:pt idx="185">
                  <c:v>0.37</c:v>
                </c:pt>
                <c:pt idx="186">
                  <c:v>0.372</c:v>
                </c:pt>
                <c:pt idx="187">
                  <c:v>0.374</c:v>
                </c:pt>
                <c:pt idx="188">
                  <c:v>0.376</c:v>
                </c:pt>
                <c:pt idx="189">
                  <c:v>0.378</c:v>
                </c:pt>
                <c:pt idx="190">
                  <c:v>0.38</c:v>
                </c:pt>
                <c:pt idx="191">
                  <c:v>0.38200000000000001</c:v>
                </c:pt>
                <c:pt idx="192">
                  <c:v>0.38400000000000001</c:v>
                </c:pt>
                <c:pt idx="193">
                  <c:v>0.38600000000000001</c:v>
                </c:pt>
                <c:pt idx="194">
                  <c:v>0.38800000000000001</c:v>
                </c:pt>
                <c:pt idx="195">
                  <c:v>0.39</c:v>
                </c:pt>
                <c:pt idx="196">
                  <c:v>0.39200000000000002</c:v>
                </c:pt>
                <c:pt idx="197">
                  <c:v>0.39400000000000002</c:v>
                </c:pt>
                <c:pt idx="198">
                  <c:v>0.39600000000000002</c:v>
                </c:pt>
                <c:pt idx="199">
                  <c:v>0.39800000000000002</c:v>
                </c:pt>
                <c:pt idx="200">
                  <c:v>0.4</c:v>
                </c:pt>
                <c:pt idx="201">
                  <c:v>0.40200000000000002</c:v>
                </c:pt>
                <c:pt idx="202">
                  <c:v>0.40400000000000003</c:v>
                </c:pt>
                <c:pt idx="203">
                  <c:v>0.40600000000000003</c:v>
                </c:pt>
                <c:pt idx="204">
                  <c:v>0.40799999999999997</c:v>
                </c:pt>
                <c:pt idx="205">
                  <c:v>0.41</c:v>
                </c:pt>
                <c:pt idx="206">
                  <c:v>0.41199999999999998</c:v>
                </c:pt>
                <c:pt idx="207">
                  <c:v>0.41399999999999998</c:v>
                </c:pt>
                <c:pt idx="208">
                  <c:v>0.41599999999999998</c:v>
                </c:pt>
                <c:pt idx="209">
                  <c:v>0.41799999999999998</c:v>
                </c:pt>
                <c:pt idx="210">
                  <c:v>0.42</c:v>
                </c:pt>
                <c:pt idx="211">
                  <c:v>0.42199999999999999</c:v>
                </c:pt>
                <c:pt idx="212">
                  <c:v>0.42399999999999999</c:v>
                </c:pt>
                <c:pt idx="213">
                  <c:v>0.42599999999999999</c:v>
                </c:pt>
                <c:pt idx="214">
                  <c:v>0.42799999999999999</c:v>
                </c:pt>
                <c:pt idx="215">
                  <c:v>0.43</c:v>
                </c:pt>
                <c:pt idx="216">
                  <c:v>0.432</c:v>
                </c:pt>
                <c:pt idx="217">
                  <c:v>0.434</c:v>
                </c:pt>
                <c:pt idx="218">
                  <c:v>0.436</c:v>
                </c:pt>
                <c:pt idx="219">
                  <c:v>0.438</c:v>
                </c:pt>
                <c:pt idx="220">
                  <c:v>0.44</c:v>
                </c:pt>
                <c:pt idx="221">
                  <c:v>0.442</c:v>
                </c:pt>
                <c:pt idx="222">
                  <c:v>0.44400000000000001</c:v>
                </c:pt>
                <c:pt idx="223">
                  <c:v>0.44600000000000001</c:v>
                </c:pt>
                <c:pt idx="224">
                  <c:v>0.44800000000000001</c:v>
                </c:pt>
                <c:pt idx="225">
                  <c:v>0.45</c:v>
                </c:pt>
                <c:pt idx="226">
                  <c:v>0.45200000000000001</c:v>
                </c:pt>
                <c:pt idx="227">
                  <c:v>0.45400000000000001</c:v>
                </c:pt>
                <c:pt idx="228">
                  <c:v>0.45600000000000002</c:v>
                </c:pt>
                <c:pt idx="229">
                  <c:v>0.45800000000000002</c:v>
                </c:pt>
                <c:pt idx="230">
                  <c:v>0.46</c:v>
                </c:pt>
                <c:pt idx="231">
                  <c:v>0.46200000000000002</c:v>
                </c:pt>
                <c:pt idx="232">
                  <c:v>0.46400000000000002</c:v>
                </c:pt>
                <c:pt idx="233">
                  <c:v>0.46600000000000003</c:v>
                </c:pt>
                <c:pt idx="234">
                  <c:v>0.46800000000000003</c:v>
                </c:pt>
                <c:pt idx="235">
                  <c:v>0.47</c:v>
                </c:pt>
                <c:pt idx="236">
                  <c:v>0.47199999999999998</c:v>
                </c:pt>
                <c:pt idx="237">
                  <c:v>0.47399999999999998</c:v>
                </c:pt>
                <c:pt idx="238">
                  <c:v>0.47599999999999998</c:v>
                </c:pt>
                <c:pt idx="239">
                  <c:v>0.47799999999999998</c:v>
                </c:pt>
                <c:pt idx="240">
                  <c:v>0.48</c:v>
                </c:pt>
                <c:pt idx="241">
                  <c:v>0.48199999999999998</c:v>
                </c:pt>
                <c:pt idx="242">
                  <c:v>0.48399999999999999</c:v>
                </c:pt>
                <c:pt idx="243">
                  <c:v>0.48599999999999999</c:v>
                </c:pt>
                <c:pt idx="244">
                  <c:v>0.48799999999999999</c:v>
                </c:pt>
                <c:pt idx="245">
                  <c:v>0.49</c:v>
                </c:pt>
                <c:pt idx="246">
                  <c:v>0.49199999999999999</c:v>
                </c:pt>
                <c:pt idx="247">
                  <c:v>0.49399999999999999</c:v>
                </c:pt>
                <c:pt idx="248">
                  <c:v>0.496</c:v>
                </c:pt>
                <c:pt idx="249">
                  <c:v>0.498</c:v>
                </c:pt>
                <c:pt idx="250">
                  <c:v>0.5</c:v>
                </c:pt>
                <c:pt idx="251">
                  <c:v>0.502</c:v>
                </c:pt>
                <c:pt idx="252">
                  <c:v>0.504</c:v>
                </c:pt>
                <c:pt idx="253">
                  <c:v>0.50600000000000001</c:v>
                </c:pt>
                <c:pt idx="254">
                  <c:v>0.50800000000000001</c:v>
                </c:pt>
                <c:pt idx="255">
                  <c:v>0.51</c:v>
                </c:pt>
                <c:pt idx="256">
                  <c:v>0.51200000000000001</c:v>
                </c:pt>
                <c:pt idx="257">
                  <c:v>0.51400000000000001</c:v>
                </c:pt>
                <c:pt idx="258">
                  <c:v>0.51600000000000001</c:v>
                </c:pt>
                <c:pt idx="259">
                  <c:v>0.51800000000000002</c:v>
                </c:pt>
                <c:pt idx="260">
                  <c:v>0.52</c:v>
                </c:pt>
                <c:pt idx="261">
                  <c:v>0.52200000000000002</c:v>
                </c:pt>
                <c:pt idx="262">
                  <c:v>0.52400000000000002</c:v>
                </c:pt>
                <c:pt idx="263">
                  <c:v>0.52600000000000002</c:v>
                </c:pt>
                <c:pt idx="264">
                  <c:v>0.52800000000000002</c:v>
                </c:pt>
                <c:pt idx="265">
                  <c:v>0.53</c:v>
                </c:pt>
                <c:pt idx="266">
                  <c:v>0.53200000000000003</c:v>
                </c:pt>
                <c:pt idx="267">
                  <c:v>0.53400000000000003</c:v>
                </c:pt>
                <c:pt idx="268">
                  <c:v>0.53600000000000003</c:v>
                </c:pt>
                <c:pt idx="269">
                  <c:v>0.53800000000000003</c:v>
                </c:pt>
                <c:pt idx="270">
                  <c:v>0.54</c:v>
                </c:pt>
                <c:pt idx="271">
                  <c:v>0.54200000000000004</c:v>
                </c:pt>
                <c:pt idx="272">
                  <c:v>0.54400000000000004</c:v>
                </c:pt>
                <c:pt idx="273">
                  <c:v>0.54600000000000004</c:v>
                </c:pt>
                <c:pt idx="274">
                  <c:v>0.54800000000000004</c:v>
                </c:pt>
                <c:pt idx="275">
                  <c:v>0.55000000000000004</c:v>
                </c:pt>
                <c:pt idx="276">
                  <c:v>0.55200000000000005</c:v>
                </c:pt>
                <c:pt idx="277">
                  <c:v>0.55400000000000005</c:v>
                </c:pt>
                <c:pt idx="278">
                  <c:v>0.55600000000000005</c:v>
                </c:pt>
                <c:pt idx="279">
                  <c:v>0.55800000000000005</c:v>
                </c:pt>
                <c:pt idx="280">
                  <c:v>0.56000000000000005</c:v>
                </c:pt>
                <c:pt idx="281">
                  <c:v>0.56200000000000006</c:v>
                </c:pt>
                <c:pt idx="282">
                  <c:v>0.56399999999999995</c:v>
                </c:pt>
                <c:pt idx="283">
                  <c:v>0.56599999999999995</c:v>
                </c:pt>
                <c:pt idx="284">
                  <c:v>0.56799999999999995</c:v>
                </c:pt>
                <c:pt idx="285">
                  <c:v>0.56999999999999995</c:v>
                </c:pt>
                <c:pt idx="286">
                  <c:v>0.57199999999999995</c:v>
                </c:pt>
                <c:pt idx="287">
                  <c:v>0.57399999999999995</c:v>
                </c:pt>
                <c:pt idx="288">
                  <c:v>0.57599999999999996</c:v>
                </c:pt>
                <c:pt idx="289">
                  <c:v>0.57799999999999996</c:v>
                </c:pt>
                <c:pt idx="290">
                  <c:v>0.57999999999999996</c:v>
                </c:pt>
                <c:pt idx="291">
                  <c:v>0.58199999999999996</c:v>
                </c:pt>
                <c:pt idx="292">
                  <c:v>0.58399999999999996</c:v>
                </c:pt>
                <c:pt idx="293">
                  <c:v>0.58599999999999997</c:v>
                </c:pt>
                <c:pt idx="294">
                  <c:v>0.58799999999999997</c:v>
                </c:pt>
                <c:pt idx="295">
                  <c:v>0.59</c:v>
                </c:pt>
                <c:pt idx="296">
                  <c:v>0.59199999999999997</c:v>
                </c:pt>
                <c:pt idx="297">
                  <c:v>0.59399999999999997</c:v>
                </c:pt>
                <c:pt idx="298">
                  <c:v>0.59599999999999997</c:v>
                </c:pt>
                <c:pt idx="299">
                  <c:v>0.59799999999999998</c:v>
                </c:pt>
                <c:pt idx="300">
                  <c:v>0.6</c:v>
                </c:pt>
                <c:pt idx="301">
                  <c:v>0.60199999999999998</c:v>
                </c:pt>
                <c:pt idx="302">
                  <c:v>0.60399999999999998</c:v>
                </c:pt>
                <c:pt idx="303">
                  <c:v>0.60599999999999998</c:v>
                </c:pt>
                <c:pt idx="304">
                  <c:v>0.60799999999999998</c:v>
                </c:pt>
                <c:pt idx="305">
                  <c:v>0.61</c:v>
                </c:pt>
                <c:pt idx="306">
                  <c:v>0.61199999999999999</c:v>
                </c:pt>
                <c:pt idx="307">
                  <c:v>0.61399999999999999</c:v>
                </c:pt>
                <c:pt idx="308">
                  <c:v>0.61599999999999999</c:v>
                </c:pt>
                <c:pt idx="309">
                  <c:v>0.61799999999999999</c:v>
                </c:pt>
                <c:pt idx="310">
                  <c:v>0.62</c:v>
                </c:pt>
                <c:pt idx="311">
                  <c:v>0.622</c:v>
                </c:pt>
                <c:pt idx="312">
                  <c:v>0.624</c:v>
                </c:pt>
                <c:pt idx="313">
                  <c:v>0.626</c:v>
                </c:pt>
                <c:pt idx="314">
                  <c:v>0.628</c:v>
                </c:pt>
                <c:pt idx="315">
                  <c:v>0.63</c:v>
                </c:pt>
                <c:pt idx="316">
                  <c:v>0.63200000000000001</c:v>
                </c:pt>
                <c:pt idx="317">
                  <c:v>0.63400000000000001</c:v>
                </c:pt>
                <c:pt idx="318">
                  <c:v>0.63600000000000001</c:v>
                </c:pt>
                <c:pt idx="319">
                  <c:v>0.63800000000000001</c:v>
                </c:pt>
                <c:pt idx="320">
                  <c:v>0.64</c:v>
                </c:pt>
                <c:pt idx="321">
                  <c:v>0.64200000000000002</c:v>
                </c:pt>
                <c:pt idx="322">
                  <c:v>0.64400000000000002</c:v>
                </c:pt>
                <c:pt idx="323">
                  <c:v>0.64600000000000002</c:v>
                </c:pt>
                <c:pt idx="324">
                  <c:v>0.64800000000000002</c:v>
                </c:pt>
                <c:pt idx="325">
                  <c:v>0.65</c:v>
                </c:pt>
                <c:pt idx="326">
                  <c:v>0.65200000000000002</c:v>
                </c:pt>
                <c:pt idx="327">
                  <c:v>0.65400000000000003</c:v>
                </c:pt>
                <c:pt idx="328">
                  <c:v>0.65600000000000003</c:v>
                </c:pt>
                <c:pt idx="329">
                  <c:v>0.65800000000000003</c:v>
                </c:pt>
                <c:pt idx="330">
                  <c:v>0.66</c:v>
                </c:pt>
                <c:pt idx="331">
                  <c:v>0.66200000000000003</c:v>
                </c:pt>
                <c:pt idx="332">
                  <c:v>0.66400000000000003</c:v>
                </c:pt>
                <c:pt idx="333">
                  <c:v>0.66600000000000004</c:v>
                </c:pt>
                <c:pt idx="334">
                  <c:v>0.66800000000000004</c:v>
                </c:pt>
                <c:pt idx="335">
                  <c:v>0.67</c:v>
                </c:pt>
                <c:pt idx="336">
                  <c:v>0.67200000000000004</c:v>
                </c:pt>
                <c:pt idx="337">
                  <c:v>0.67400000000000004</c:v>
                </c:pt>
                <c:pt idx="338">
                  <c:v>0.67600000000000005</c:v>
                </c:pt>
                <c:pt idx="339">
                  <c:v>0.67800000000000005</c:v>
                </c:pt>
                <c:pt idx="340">
                  <c:v>0.68</c:v>
                </c:pt>
                <c:pt idx="341">
                  <c:v>0.68200000000000005</c:v>
                </c:pt>
                <c:pt idx="342">
                  <c:v>0.68400000000000005</c:v>
                </c:pt>
                <c:pt idx="343">
                  <c:v>0.68600000000000005</c:v>
                </c:pt>
                <c:pt idx="344">
                  <c:v>0.68799999999999994</c:v>
                </c:pt>
                <c:pt idx="345">
                  <c:v>0.69</c:v>
                </c:pt>
                <c:pt idx="346">
                  <c:v>0.69199999999999995</c:v>
                </c:pt>
                <c:pt idx="347">
                  <c:v>0.69399999999999995</c:v>
                </c:pt>
                <c:pt idx="348">
                  <c:v>0.69599999999999995</c:v>
                </c:pt>
                <c:pt idx="349">
                  <c:v>0.69799999999999995</c:v>
                </c:pt>
                <c:pt idx="350">
                  <c:v>0.7</c:v>
                </c:pt>
                <c:pt idx="351">
                  <c:v>0.70199999999999996</c:v>
                </c:pt>
                <c:pt idx="352">
                  <c:v>0.70399999999999996</c:v>
                </c:pt>
                <c:pt idx="353">
                  <c:v>0.70599999999999996</c:v>
                </c:pt>
                <c:pt idx="354">
                  <c:v>0.70799999999999996</c:v>
                </c:pt>
                <c:pt idx="355">
                  <c:v>0.71</c:v>
                </c:pt>
                <c:pt idx="356">
                  <c:v>0.71199999999999997</c:v>
                </c:pt>
                <c:pt idx="357">
                  <c:v>0.71399999999999997</c:v>
                </c:pt>
                <c:pt idx="358">
                  <c:v>0.71599999999999997</c:v>
                </c:pt>
                <c:pt idx="359">
                  <c:v>0.71799999999999997</c:v>
                </c:pt>
                <c:pt idx="360">
                  <c:v>0.72</c:v>
                </c:pt>
                <c:pt idx="361">
                  <c:v>0.72199999999999998</c:v>
                </c:pt>
                <c:pt idx="362">
                  <c:v>0.72399999999999998</c:v>
                </c:pt>
                <c:pt idx="363">
                  <c:v>0.72599999999999998</c:v>
                </c:pt>
                <c:pt idx="364">
                  <c:v>0.72799999999999998</c:v>
                </c:pt>
                <c:pt idx="365">
                  <c:v>0.73</c:v>
                </c:pt>
                <c:pt idx="366">
                  <c:v>0.73199999999999998</c:v>
                </c:pt>
                <c:pt idx="367">
                  <c:v>0.73399999999999999</c:v>
                </c:pt>
                <c:pt idx="368">
                  <c:v>0.73599999999999999</c:v>
                </c:pt>
                <c:pt idx="369">
                  <c:v>0.73799999999999999</c:v>
                </c:pt>
                <c:pt idx="370">
                  <c:v>0.74</c:v>
                </c:pt>
                <c:pt idx="371">
                  <c:v>0.74199999999999999</c:v>
                </c:pt>
                <c:pt idx="372">
                  <c:v>0.74399999999999999</c:v>
                </c:pt>
                <c:pt idx="373">
                  <c:v>0.746</c:v>
                </c:pt>
                <c:pt idx="374">
                  <c:v>0.748</c:v>
                </c:pt>
                <c:pt idx="375">
                  <c:v>0.75</c:v>
                </c:pt>
                <c:pt idx="376">
                  <c:v>0.752</c:v>
                </c:pt>
                <c:pt idx="377">
                  <c:v>0.754</c:v>
                </c:pt>
                <c:pt idx="378">
                  <c:v>0.75600000000000001</c:v>
                </c:pt>
                <c:pt idx="379">
                  <c:v>0.75800000000000001</c:v>
                </c:pt>
                <c:pt idx="380">
                  <c:v>0.76</c:v>
                </c:pt>
                <c:pt idx="381">
                  <c:v>0.76200000000000001</c:v>
                </c:pt>
                <c:pt idx="382">
                  <c:v>0.76400000000000001</c:v>
                </c:pt>
                <c:pt idx="383">
                  <c:v>0.76600000000000001</c:v>
                </c:pt>
                <c:pt idx="384">
                  <c:v>0.76800000000000002</c:v>
                </c:pt>
                <c:pt idx="385">
                  <c:v>0.77</c:v>
                </c:pt>
                <c:pt idx="386">
                  <c:v>0.77200000000000002</c:v>
                </c:pt>
                <c:pt idx="387">
                  <c:v>0.77400000000000002</c:v>
                </c:pt>
                <c:pt idx="388">
                  <c:v>0.77600000000000002</c:v>
                </c:pt>
                <c:pt idx="389">
                  <c:v>0.77800000000000002</c:v>
                </c:pt>
                <c:pt idx="390">
                  <c:v>0.78</c:v>
                </c:pt>
                <c:pt idx="391">
                  <c:v>0.78200000000000003</c:v>
                </c:pt>
                <c:pt idx="392">
                  <c:v>0.78400000000000003</c:v>
                </c:pt>
                <c:pt idx="393">
                  <c:v>0.78600000000000003</c:v>
                </c:pt>
                <c:pt idx="394">
                  <c:v>0.78800000000000003</c:v>
                </c:pt>
                <c:pt idx="395">
                  <c:v>0.79</c:v>
                </c:pt>
                <c:pt idx="396">
                  <c:v>0.79200000000000004</c:v>
                </c:pt>
                <c:pt idx="397">
                  <c:v>0.79400000000000004</c:v>
                </c:pt>
                <c:pt idx="398">
                  <c:v>0.79600000000000004</c:v>
                </c:pt>
                <c:pt idx="399">
                  <c:v>0.79800000000000004</c:v>
                </c:pt>
                <c:pt idx="400">
                  <c:v>0.8</c:v>
                </c:pt>
                <c:pt idx="401">
                  <c:v>0.80200000000000005</c:v>
                </c:pt>
                <c:pt idx="402">
                  <c:v>0.80400000000000005</c:v>
                </c:pt>
                <c:pt idx="403">
                  <c:v>0.80600000000000005</c:v>
                </c:pt>
                <c:pt idx="404">
                  <c:v>0.80800000000000005</c:v>
                </c:pt>
                <c:pt idx="405">
                  <c:v>0.81</c:v>
                </c:pt>
                <c:pt idx="406">
                  <c:v>0.81200000000000006</c:v>
                </c:pt>
                <c:pt idx="407">
                  <c:v>0.81399999999999995</c:v>
                </c:pt>
                <c:pt idx="408">
                  <c:v>0.81599999999999995</c:v>
                </c:pt>
                <c:pt idx="409">
                  <c:v>0.81799999999999995</c:v>
                </c:pt>
                <c:pt idx="410">
                  <c:v>0.82</c:v>
                </c:pt>
                <c:pt idx="411">
                  <c:v>0.82199999999999995</c:v>
                </c:pt>
                <c:pt idx="412">
                  <c:v>0.82399999999999995</c:v>
                </c:pt>
                <c:pt idx="413">
                  <c:v>0.82599999999999996</c:v>
                </c:pt>
                <c:pt idx="414">
                  <c:v>0.82799999999999996</c:v>
                </c:pt>
                <c:pt idx="415">
                  <c:v>0.83</c:v>
                </c:pt>
                <c:pt idx="416">
                  <c:v>0.83199999999999996</c:v>
                </c:pt>
                <c:pt idx="417">
                  <c:v>0.83399999999999996</c:v>
                </c:pt>
                <c:pt idx="418">
                  <c:v>0.83599999999999997</c:v>
                </c:pt>
                <c:pt idx="419">
                  <c:v>0.83799999999999997</c:v>
                </c:pt>
                <c:pt idx="420">
                  <c:v>0.84</c:v>
                </c:pt>
                <c:pt idx="421">
                  <c:v>0.84199999999999997</c:v>
                </c:pt>
                <c:pt idx="422">
                  <c:v>0.84399999999999997</c:v>
                </c:pt>
                <c:pt idx="423">
                  <c:v>0.84599999999999997</c:v>
                </c:pt>
                <c:pt idx="424">
                  <c:v>0.84799999999999998</c:v>
                </c:pt>
                <c:pt idx="425">
                  <c:v>0.85</c:v>
                </c:pt>
                <c:pt idx="426">
                  <c:v>0.85199999999999998</c:v>
                </c:pt>
                <c:pt idx="427">
                  <c:v>0.85399999999999998</c:v>
                </c:pt>
                <c:pt idx="428">
                  <c:v>0.85599999999999998</c:v>
                </c:pt>
                <c:pt idx="429">
                  <c:v>0.85799999999999998</c:v>
                </c:pt>
                <c:pt idx="430">
                  <c:v>0.86</c:v>
                </c:pt>
                <c:pt idx="431">
                  <c:v>0.86199999999999999</c:v>
                </c:pt>
                <c:pt idx="432">
                  <c:v>0.86399999999999999</c:v>
                </c:pt>
                <c:pt idx="433">
                  <c:v>0.86599999999999999</c:v>
                </c:pt>
                <c:pt idx="434">
                  <c:v>0.86799999999999999</c:v>
                </c:pt>
                <c:pt idx="435">
                  <c:v>0.87</c:v>
                </c:pt>
                <c:pt idx="436">
                  <c:v>0.872</c:v>
                </c:pt>
                <c:pt idx="437">
                  <c:v>0.874</c:v>
                </c:pt>
                <c:pt idx="438">
                  <c:v>0.876</c:v>
                </c:pt>
                <c:pt idx="439">
                  <c:v>0.878</c:v>
                </c:pt>
                <c:pt idx="440">
                  <c:v>0.88</c:v>
                </c:pt>
                <c:pt idx="441">
                  <c:v>0.88200000000000001</c:v>
                </c:pt>
                <c:pt idx="442">
                  <c:v>0.88400000000000001</c:v>
                </c:pt>
                <c:pt idx="443">
                  <c:v>0.88600000000000001</c:v>
                </c:pt>
                <c:pt idx="444">
                  <c:v>0.88800000000000001</c:v>
                </c:pt>
                <c:pt idx="445">
                  <c:v>0.89</c:v>
                </c:pt>
                <c:pt idx="446">
                  <c:v>0.89200000000000002</c:v>
                </c:pt>
                <c:pt idx="447">
                  <c:v>0.89400000000000002</c:v>
                </c:pt>
                <c:pt idx="448">
                  <c:v>0.89600000000000002</c:v>
                </c:pt>
                <c:pt idx="449">
                  <c:v>0.89800000000000002</c:v>
                </c:pt>
                <c:pt idx="450">
                  <c:v>0.9</c:v>
                </c:pt>
                <c:pt idx="451">
                  <c:v>0.90200000000000002</c:v>
                </c:pt>
                <c:pt idx="452">
                  <c:v>0.90400000000000003</c:v>
                </c:pt>
                <c:pt idx="453">
                  <c:v>0.90600000000000003</c:v>
                </c:pt>
                <c:pt idx="454">
                  <c:v>0.90800000000000003</c:v>
                </c:pt>
                <c:pt idx="455">
                  <c:v>0.91</c:v>
                </c:pt>
                <c:pt idx="456">
                  <c:v>0.91200000000000003</c:v>
                </c:pt>
                <c:pt idx="457">
                  <c:v>0.91400000000000003</c:v>
                </c:pt>
                <c:pt idx="458">
                  <c:v>0.91600000000000004</c:v>
                </c:pt>
                <c:pt idx="459">
                  <c:v>0.91800000000000004</c:v>
                </c:pt>
                <c:pt idx="460">
                  <c:v>0.92</c:v>
                </c:pt>
                <c:pt idx="461">
                  <c:v>0.92200000000000004</c:v>
                </c:pt>
                <c:pt idx="462">
                  <c:v>0.92400000000000004</c:v>
                </c:pt>
                <c:pt idx="463">
                  <c:v>0.92600000000000005</c:v>
                </c:pt>
                <c:pt idx="464">
                  <c:v>0.92800000000000005</c:v>
                </c:pt>
                <c:pt idx="465">
                  <c:v>0.93</c:v>
                </c:pt>
                <c:pt idx="466">
                  <c:v>0.93200000000000005</c:v>
                </c:pt>
                <c:pt idx="467">
                  <c:v>0.93400000000000005</c:v>
                </c:pt>
                <c:pt idx="468">
                  <c:v>0.93600000000000005</c:v>
                </c:pt>
                <c:pt idx="469">
                  <c:v>0.93799999999999994</c:v>
                </c:pt>
                <c:pt idx="470">
                  <c:v>0.94</c:v>
                </c:pt>
                <c:pt idx="471">
                  <c:v>0.94199999999999995</c:v>
                </c:pt>
                <c:pt idx="472">
                  <c:v>0.94399999999999995</c:v>
                </c:pt>
                <c:pt idx="473">
                  <c:v>0.94599999999999995</c:v>
                </c:pt>
                <c:pt idx="474">
                  <c:v>0.94799999999999995</c:v>
                </c:pt>
                <c:pt idx="475">
                  <c:v>0.95</c:v>
                </c:pt>
                <c:pt idx="476">
                  <c:v>0.95199999999999996</c:v>
                </c:pt>
                <c:pt idx="477">
                  <c:v>0.95399999999999996</c:v>
                </c:pt>
                <c:pt idx="478">
                  <c:v>0.95599999999999996</c:v>
                </c:pt>
                <c:pt idx="479">
                  <c:v>0.95799999999999996</c:v>
                </c:pt>
                <c:pt idx="480">
                  <c:v>0.96</c:v>
                </c:pt>
                <c:pt idx="481">
                  <c:v>0.96199999999999997</c:v>
                </c:pt>
                <c:pt idx="482">
                  <c:v>0.96399999999999997</c:v>
                </c:pt>
                <c:pt idx="483">
                  <c:v>0.96599999999999997</c:v>
                </c:pt>
                <c:pt idx="484">
                  <c:v>0.96799999999999997</c:v>
                </c:pt>
                <c:pt idx="485">
                  <c:v>0.97</c:v>
                </c:pt>
                <c:pt idx="486">
                  <c:v>0.97199999999999998</c:v>
                </c:pt>
                <c:pt idx="487">
                  <c:v>0.97399999999999998</c:v>
                </c:pt>
                <c:pt idx="488">
                  <c:v>0.97599999999999998</c:v>
                </c:pt>
                <c:pt idx="489">
                  <c:v>0.97799999999999998</c:v>
                </c:pt>
                <c:pt idx="490">
                  <c:v>0.98</c:v>
                </c:pt>
                <c:pt idx="491">
                  <c:v>0.98199999999999998</c:v>
                </c:pt>
                <c:pt idx="492">
                  <c:v>0.98399999999999999</c:v>
                </c:pt>
                <c:pt idx="493">
                  <c:v>0.98599999999999999</c:v>
                </c:pt>
                <c:pt idx="494">
                  <c:v>0.98799999999999999</c:v>
                </c:pt>
                <c:pt idx="495">
                  <c:v>0.99</c:v>
                </c:pt>
                <c:pt idx="496">
                  <c:v>0.99199999999999999</c:v>
                </c:pt>
                <c:pt idx="497">
                  <c:v>0.99399999999999999</c:v>
                </c:pt>
                <c:pt idx="498">
                  <c:v>0.996</c:v>
                </c:pt>
                <c:pt idx="499">
                  <c:v>0.998</c:v>
                </c:pt>
                <c:pt idx="500">
                  <c:v>1</c:v>
                </c:pt>
                <c:pt idx="501">
                  <c:v>1.002</c:v>
                </c:pt>
                <c:pt idx="502">
                  <c:v>1.004</c:v>
                </c:pt>
                <c:pt idx="503">
                  <c:v>1.006</c:v>
                </c:pt>
                <c:pt idx="504">
                  <c:v>1.008</c:v>
                </c:pt>
                <c:pt idx="505">
                  <c:v>1.01</c:v>
                </c:pt>
                <c:pt idx="506">
                  <c:v>1.012</c:v>
                </c:pt>
                <c:pt idx="507">
                  <c:v>1.014</c:v>
                </c:pt>
                <c:pt idx="508">
                  <c:v>1.016</c:v>
                </c:pt>
                <c:pt idx="509">
                  <c:v>1.018</c:v>
                </c:pt>
                <c:pt idx="510">
                  <c:v>1.02</c:v>
                </c:pt>
                <c:pt idx="511">
                  <c:v>1.022</c:v>
                </c:pt>
                <c:pt idx="512">
                  <c:v>1.024</c:v>
                </c:pt>
                <c:pt idx="513">
                  <c:v>1.026</c:v>
                </c:pt>
                <c:pt idx="514">
                  <c:v>1.028</c:v>
                </c:pt>
                <c:pt idx="515">
                  <c:v>1.03</c:v>
                </c:pt>
                <c:pt idx="516">
                  <c:v>1.032</c:v>
                </c:pt>
                <c:pt idx="517">
                  <c:v>1.034</c:v>
                </c:pt>
                <c:pt idx="518">
                  <c:v>1.036</c:v>
                </c:pt>
                <c:pt idx="519">
                  <c:v>1.038</c:v>
                </c:pt>
                <c:pt idx="520">
                  <c:v>1.04</c:v>
                </c:pt>
                <c:pt idx="521">
                  <c:v>1.042</c:v>
                </c:pt>
                <c:pt idx="522">
                  <c:v>1.044</c:v>
                </c:pt>
                <c:pt idx="523">
                  <c:v>1.046</c:v>
                </c:pt>
                <c:pt idx="524">
                  <c:v>1.048</c:v>
                </c:pt>
                <c:pt idx="525">
                  <c:v>1.05</c:v>
                </c:pt>
                <c:pt idx="526">
                  <c:v>1.052</c:v>
                </c:pt>
                <c:pt idx="527">
                  <c:v>1.054</c:v>
                </c:pt>
                <c:pt idx="528">
                  <c:v>1.056</c:v>
                </c:pt>
                <c:pt idx="529">
                  <c:v>1.0580000000000001</c:v>
                </c:pt>
                <c:pt idx="530">
                  <c:v>1.06</c:v>
                </c:pt>
                <c:pt idx="531">
                  <c:v>1.0620000000000001</c:v>
                </c:pt>
                <c:pt idx="532">
                  <c:v>1.0640000000000001</c:v>
                </c:pt>
                <c:pt idx="533">
                  <c:v>1.0660000000000001</c:v>
                </c:pt>
                <c:pt idx="534">
                  <c:v>1.0680000000000001</c:v>
                </c:pt>
                <c:pt idx="535">
                  <c:v>1.07</c:v>
                </c:pt>
                <c:pt idx="536">
                  <c:v>1.0720000000000001</c:v>
                </c:pt>
                <c:pt idx="537">
                  <c:v>1.0740000000000001</c:v>
                </c:pt>
                <c:pt idx="538">
                  <c:v>1.0760000000000001</c:v>
                </c:pt>
                <c:pt idx="539">
                  <c:v>1.0780000000000001</c:v>
                </c:pt>
                <c:pt idx="540">
                  <c:v>1.08</c:v>
                </c:pt>
                <c:pt idx="541">
                  <c:v>1.0820000000000001</c:v>
                </c:pt>
                <c:pt idx="542">
                  <c:v>1.0840000000000001</c:v>
                </c:pt>
                <c:pt idx="543">
                  <c:v>1.0860000000000001</c:v>
                </c:pt>
                <c:pt idx="544">
                  <c:v>1.0880000000000001</c:v>
                </c:pt>
                <c:pt idx="545">
                  <c:v>1.0900000000000001</c:v>
                </c:pt>
                <c:pt idx="546">
                  <c:v>1.0920000000000001</c:v>
                </c:pt>
                <c:pt idx="547">
                  <c:v>1.0940000000000001</c:v>
                </c:pt>
                <c:pt idx="548">
                  <c:v>1.0960000000000001</c:v>
                </c:pt>
                <c:pt idx="549">
                  <c:v>1.0980000000000001</c:v>
                </c:pt>
                <c:pt idx="550">
                  <c:v>1.1000000000000001</c:v>
                </c:pt>
                <c:pt idx="551">
                  <c:v>1.1020000000000001</c:v>
                </c:pt>
                <c:pt idx="552">
                  <c:v>1.1040000000000001</c:v>
                </c:pt>
                <c:pt idx="553">
                  <c:v>1.1060000000000001</c:v>
                </c:pt>
                <c:pt idx="554">
                  <c:v>1.1080000000000001</c:v>
                </c:pt>
                <c:pt idx="555">
                  <c:v>1.1100000000000001</c:v>
                </c:pt>
                <c:pt idx="556">
                  <c:v>1.1120000000000001</c:v>
                </c:pt>
                <c:pt idx="557">
                  <c:v>1.1140000000000001</c:v>
                </c:pt>
                <c:pt idx="558">
                  <c:v>1.1160000000000001</c:v>
                </c:pt>
                <c:pt idx="559">
                  <c:v>1.1180000000000001</c:v>
                </c:pt>
                <c:pt idx="560">
                  <c:v>1.1200000000000001</c:v>
                </c:pt>
                <c:pt idx="561">
                  <c:v>1.1220000000000001</c:v>
                </c:pt>
                <c:pt idx="562">
                  <c:v>1.1240000000000001</c:v>
                </c:pt>
                <c:pt idx="563">
                  <c:v>1.1259999999999999</c:v>
                </c:pt>
                <c:pt idx="564">
                  <c:v>1.1279999999999999</c:v>
                </c:pt>
                <c:pt idx="565">
                  <c:v>1.1299999999999999</c:v>
                </c:pt>
                <c:pt idx="566">
                  <c:v>1.1319999999999999</c:v>
                </c:pt>
                <c:pt idx="567">
                  <c:v>1.1339999999999999</c:v>
                </c:pt>
                <c:pt idx="568">
                  <c:v>1.1359999999999999</c:v>
                </c:pt>
                <c:pt idx="569">
                  <c:v>1.1379999999999999</c:v>
                </c:pt>
                <c:pt idx="570">
                  <c:v>1.1399999999999999</c:v>
                </c:pt>
                <c:pt idx="571">
                  <c:v>1.1419999999999999</c:v>
                </c:pt>
                <c:pt idx="572">
                  <c:v>1.1439999999999999</c:v>
                </c:pt>
                <c:pt idx="573">
                  <c:v>1.1459999999999999</c:v>
                </c:pt>
                <c:pt idx="574">
                  <c:v>1.1479999999999999</c:v>
                </c:pt>
                <c:pt idx="575">
                  <c:v>1.1499999999999999</c:v>
                </c:pt>
                <c:pt idx="576">
                  <c:v>1.1519999999999999</c:v>
                </c:pt>
                <c:pt idx="577">
                  <c:v>1.1539999999999999</c:v>
                </c:pt>
                <c:pt idx="578">
                  <c:v>1.1559999999999999</c:v>
                </c:pt>
                <c:pt idx="579">
                  <c:v>1.1579999999999999</c:v>
                </c:pt>
                <c:pt idx="580">
                  <c:v>1.1599999999999999</c:v>
                </c:pt>
                <c:pt idx="581">
                  <c:v>1.1619999999999999</c:v>
                </c:pt>
                <c:pt idx="582">
                  <c:v>1.1639999999999999</c:v>
                </c:pt>
                <c:pt idx="583">
                  <c:v>1.1659999999999999</c:v>
                </c:pt>
                <c:pt idx="584">
                  <c:v>1.1679999999999999</c:v>
                </c:pt>
                <c:pt idx="585">
                  <c:v>1.17</c:v>
                </c:pt>
                <c:pt idx="586">
                  <c:v>1.1719999999999999</c:v>
                </c:pt>
                <c:pt idx="587">
                  <c:v>1.1739999999999999</c:v>
                </c:pt>
                <c:pt idx="588">
                  <c:v>1.1759999999999999</c:v>
                </c:pt>
                <c:pt idx="589">
                  <c:v>1.1779999999999999</c:v>
                </c:pt>
                <c:pt idx="590">
                  <c:v>1.18</c:v>
                </c:pt>
                <c:pt idx="591">
                  <c:v>1.1819999999999999</c:v>
                </c:pt>
                <c:pt idx="592">
                  <c:v>1.1839999999999999</c:v>
                </c:pt>
                <c:pt idx="593">
                  <c:v>1.1859999999999999</c:v>
                </c:pt>
                <c:pt idx="594">
                  <c:v>1.1879999999999999</c:v>
                </c:pt>
                <c:pt idx="595">
                  <c:v>1.19</c:v>
                </c:pt>
                <c:pt idx="596">
                  <c:v>1.1919999999999999</c:v>
                </c:pt>
                <c:pt idx="597">
                  <c:v>1.194</c:v>
                </c:pt>
                <c:pt idx="598">
                  <c:v>1.196</c:v>
                </c:pt>
                <c:pt idx="599">
                  <c:v>1.198</c:v>
                </c:pt>
                <c:pt idx="600">
                  <c:v>1.2</c:v>
                </c:pt>
                <c:pt idx="601">
                  <c:v>1.202</c:v>
                </c:pt>
                <c:pt idx="602">
                  <c:v>1.204</c:v>
                </c:pt>
                <c:pt idx="603">
                  <c:v>1.206</c:v>
                </c:pt>
                <c:pt idx="604">
                  <c:v>1.208</c:v>
                </c:pt>
                <c:pt idx="605">
                  <c:v>1.21</c:v>
                </c:pt>
                <c:pt idx="606">
                  <c:v>1.212</c:v>
                </c:pt>
                <c:pt idx="607">
                  <c:v>1.214</c:v>
                </c:pt>
                <c:pt idx="608">
                  <c:v>1.216</c:v>
                </c:pt>
                <c:pt idx="609">
                  <c:v>1.218</c:v>
                </c:pt>
                <c:pt idx="610">
                  <c:v>1.22</c:v>
                </c:pt>
                <c:pt idx="611">
                  <c:v>1.222</c:v>
                </c:pt>
                <c:pt idx="612">
                  <c:v>1.224</c:v>
                </c:pt>
                <c:pt idx="613">
                  <c:v>1.226</c:v>
                </c:pt>
                <c:pt idx="614">
                  <c:v>1.228</c:v>
                </c:pt>
                <c:pt idx="615">
                  <c:v>1.23</c:v>
                </c:pt>
                <c:pt idx="616">
                  <c:v>1.232</c:v>
                </c:pt>
                <c:pt idx="617">
                  <c:v>1.234</c:v>
                </c:pt>
                <c:pt idx="618">
                  <c:v>1.236</c:v>
                </c:pt>
                <c:pt idx="619">
                  <c:v>1.238</c:v>
                </c:pt>
                <c:pt idx="620">
                  <c:v>1.24</c:v>
                </c:pt>
                <c:pt idx="621">
                  <c:v>1.242</c:v>
                </c:pt>
                <c:pt idx="622">
                  <c:v>1.244</c:v>
                </c:pt>
                <c:pt idx="623">
                  <c:v>1.246</c:v>
                </c:pt>
                <c:pt idx="624">
                  <c:v>1.248</c:v>
                </c:pt>
                <c:pt idx="625">
                  <c:v>1.25</c:v>
                </c:pt>
                <c:pt idx="626">
                  <c:v>1.252</c:v>
                </c:pt>
                <c:pt idx="627">
                  <c:v>1.254</c:v>
                </c:pt>
                <c:pt idx="628">
                  <c:v>1.256</c:v>
                </c:pt>
                <c:pt idx="629">
                  <c:v>1.258</c:v>
                </c:pt>
                <c:pt idx="630">
                  <c:v>1.26</c:v>
                </c:pt>
                <c:pt idx="631">
                  <c:v>1.262</c:v>
                </c:pt>
                <c:pt idx="632">
                  <c:v>1.264</c:v>
                </c:pt>
                <c:pt idx="633">
                  <c:v>1.266</c:v>
                </c:pt>
                <c:pt idx="634">
                  <c:v>1.268</c:v>
                </c:pt>
                <c:pt idx="635">
                  <c:v>1.27</c:v>
                </c:pt>
                <c:pt idx="636">
                  <c:v>1.272</c:v>
                </c:pt>
                <c:pt idx="637">
                  <c:v>1.274</c:v>
                </c:pt>
                <c:pt idx="638">
                  <c:v>1.276</c:v>
                </c:pt>
                <c:pt idx="639">
                  <c:v>1.278</c:v>
                </c:pt>
                <c:pt idx="640">
                  <c:v>1.28</c:v>
                </c:pt>
                <c:pt idx="641">
                  <c:v>1.282</c:v>
                </c:pt>
                <c:pt idx="642">
                  <c:v>1.284</c:v>
                </c:pt>
                <c:pt idx="643">
                  <c:v>1.286</c:v>
                </c:pt>
                <c:pt idx="644">
                  <c:v>1.288</c:v>
                </c:pt>
                <c:pt idx="645">
                  <c:v>1.29</c:v>
                </c:pt>
                <c:pt idx="646">
                  <c:v>1.292</c:v>
                </c:pt>
                <c:pt idx="647">
                  <c:v>1.294</c:v>
                </c:pt>
                <c:pt idx="648">
                  <c:v>1.296</c:v>
                </c:pt>
                <c:pt idx="649">
                  <c:v>1.298</c:v>
                </c:pt>
                <c:pt idx="650">
                  <c:v>1.3</c:v>
                </c:pt>
                <c:pt idx="651">
                  <c:v>1.302</c:v>
                </c:pt>
                <c:pt idx="652">
                  <c:v>1.304</c:v>
                </c:pt>
                <c:pt idx="653">
                  <c:v>1.306</c:v>
                </c:pt>
                <c:pt idx="654">
                  <c:v>1.3080000000000001</c:v>
                </c:pt>
                <c:pt idx="655">
                  <c:v>1.31</c:v>
                </c:pt>
                <c:pt idx="656">
                  <c:v>1.3120000000000001</c:v>
                </c:pt>
                <c:pt idx="657">
                  <c:v>1.3140000000000001</c:v>
                </c:pt>
                <c:pt idx="658">
                  <c:v>1.3160000000000001</c:v>
                </c:pt>
                <c:pt idx="659">
                  <c:v>1.3180000000000001</c:v>
                </c:pt>
                <c:pt idx="660">
                  <c:v>1.32</c:v>
                </c:pt>
                <c:pt idx="661">
                  <c:v>1.3220000000000001</c:v>
                </c:pt>
                <c:pt idx="662">
                  <c:v>1.3240000000000001</c:v>
                </c:pt>
                <c:pt idx="663">
                  <c:v>1.3260000000000001</c:v>
                </c:pt>
                <c:pt idx="664">
                  <c:v>1.3280000000000001</c:v>
                </c:pt>
                <c:pt idx="665">
                  <c:v>1.33</c:v>
                </c:pt>
                <c:pt idx="666">
                  <c:v>1.3320000000000001</c:v>
                </c:pt>
                <c:pt idx="667">
                  <c:v>1.3340000000000001</c:v>
                </c:pt>
                <c:pt idx="668">
                  <c:v>1.3360000000000001</c:v>
                </c:pt>
                <c:pt idx="669">
                  <c:v>1.3380000000000001</c:v>
                </c:pt>
                <c:pt idx="670">
                  <c:v>1.34</c:v>
                </c:pt>
                <c:pt idx="671">
                  <c:v>1.3420000000000001</c:v>
                </c:pt>
                <c:pt idx="672">
                  <c:v>1.3440000000000001</c:v>
                </c:pt>
                <c:pt idx="673">
                  <c:v>1.3460000000000001</c:v>
                </c:pt>
                <c:pt idx="674">
                  <c:v>1.3480000000000001</c:v>
                </c:pt>
                <c:pt idx="675">
                  <c:v>1.35</c:v>
                </c:pt>
                <c:pt idx="676">
                  <c:v>1.3520000000000001</c:v>
                </c:pt>
                <c:pt idx="677">
                  <c:v>1.3540000000000001</c:v>
                </c:pt>
                <c:pt idx="678">
                  <c:v>1.3560000000000001</c:v>
                </c:pt>
                <c:pt idx="679">
                  <c:v>1.3580000000000001</c:v>
                </c:pt>
                <c:pt idx="680">
                  <c:v>1.36</c:v>
                </c:pt>
                <c:pt idx="681">
                  <c:v>1.3620000000000001</c:v>
                </c:pt>
                <c:pt idx="682">
                  <c:v>1.3640000000000001</c:v>
                </c:pt>
                <c:pt idx="683">
                  <c:v>1.3660000000000001</c:v>
                </c:pt>
                <c:pt idx="684">
                  <c:v>1.3680000000000001</c:v>
                </c:pt>
                <c:pt idx="685">
                  <c:v>1.37</c:v>
                </c:pt>
                <c:pt idx="686">
                  <c:v>1.3720000000000001</c:v>
                </c:pt>
                <c:pt idx="687">
                  <c:v>1.3740000000000001</c:v>
                </c:pt>
                <c:pt idx="688">
                  <c:v>1.3759999999999999</c:v>
                </c:pt>
                <c:pt idx="689">
                  <c:v>1.3779999999999999</c:v>
                </c:pt>
                <c:pt idx="690">
                  <c:v>1.38</c:v>
                </c:pt>
                <c:pt idx="691">
                  <c:v>1.3819999999999999</c:v>
                </c:pt>
                <c:pt idx="692">
                  <c:v>1.3839999999999999</c:v>
                </c:pt>
                <c:pt idx="693">
                  <c:v>1.3859999999999999</c:v>
                </c:pt>
                <c:pt idx="694">
                  <c:v>1.3879999999999999</c:v>
                </c:pt>
                <c:pt idx="695">
                  <c:v>1.39</c:v>
                </c:pt>
                <c:pt idx="696">
                  <c:v>1.3919999999999999</c:v>
                </c:pt>
                <c:pt idx="697">
                  <c:v>1.3939999999999999</c:v>
                </c:pt>
                <c:pt idx="698">
                  <c:v>1.3959999999999999</c:v>
                </c:pt>
                <c:pt idx="699">
                  <c:v>1.3979999999999999</c:v>
                </c:pt>
                <c:pt idx="700">
                  <c:v>1.4</c:v>
                </c:pt>
                <c:pt idx="701">
                  <c:v>1.4019999999999999</c:v>
                </c:pt>
                <c:pt idx="702">
                  <c:v>1.4039999999999999</c:v>
                </c:pt>
                <c:pt idx="703">
                  <c:v>1.4059999999999999</c:v>
                </c:pt>
                <c:pt idx="704">
                  <c:v>1.4079999999999999</c:v>
                </c:pt>
                <c:pt idx="705">
                  <c:v>1.41</c:v>
                </c:pt>
                <c:pt idx="706">
                  <c:v>1.4119999999999999</c:v>
                </c:pt>
                <c:pt idx="707">
                  <c:v>1.4139999999999999</c:v>
                </c:pt>
                <c:pt idx="708">
                  <c:v>1.4159999999999999</c:v>
                </c:pt>
                <c:pt idx="709">
                  <c:v>1.4179999999999999</c:v>
                </c:pt>
                <c:pt idx="710">
                  <c:v>1.42</c:v>
                </c:pt>
                <c:pt idx="711">
                  <c:v>1.4219999999999999</c:v>
                </c:pt>
                <c:pt idx="712">
                  <c:v>1.4239999999999999</c:v>
                </c:pt>
                <c:pt idx="713">
                  <c:v>1.4259999999999999</c:v>
                </c:pt>
                <c:pt idx="714">
                  <c:v>1.4279999999999999</c:v>
                </c:pt>
                <c:pt idx="715">
                  <c:v>1.43</c:v>
                </c:pt>
                <c:pt idx="716">
                  <c:v>1.4319999999999999</c:v>
                </c:pt>
                <c:pt idx="717">
                  <c:v>1.4339999999999999</c:v>
                </c:pt>
                <c:pt idx="718">
                  <c:v>1.4359999999999999</c:v>
                </c:pt>
                <c:pt idx="719">
                  <c:v>1.4379999999999999</c:v>
                </c:pt>
                <c:pt idx="720">
                  <c:v>1.44</c:v>
                </c:pt>
                <c:pt idx="721">
                  <c:v>1.4419999999999999</c:v>
                </c:pt>
                <c:pt idx="722">
                  <c:v>1.444</c:v>
                </c:pt>
                <c:pt idx="723">
                  <c:v>1.446</c:v>
                </c:pt>
                <c:pt idx="724">
                  <c:v>1.448</c:v>
                </c:pt>
                <c:pt idx="725">
                  <c:v>1.45</c:v>
                </c:pt>
                <c:pt idx="726">
                  <c:v>1.452</c:v>
                </c:pt>
                <c:pt idx="727">
                  <c:v>1.454</c:v>
                </c:pt>
                <c:pt idx="728">
                  <c:v>1.456</c:v>
                </c:pt>
                <c:pt idx="729">
                  <c:v>1.458</c:v>
                </c:pt>
                <c:pt idx="730">
                  <c:v>1.46</c:v>
                </c:pt>
                <c:pt idx="731">
                  <c:v>1.462</c:v>
                </c:pt>
                <c:pt idx="732">
                  <c:v>1.464</c:v>
                </c:pt>
                <c:pt idx="733">
                  <c:v>1.466</c:v>
                </c:pt>
                <c:pt idx="734">
                  <c:v>1.468</c:v>
                </c:pt>
                <c:pt idx="735">
                  <c:v>1.47</c:v>
                </c:pt>
                <c:pt idx="736">
                  <c:v>1.472</c:v>
                </c:pt>
                <c:pt idx="737">
                  <c:v>1.474</c:v>
                </c:pt>
                <c:pt idx="738">
                  <c:v>1.476</c:v>
                </c:pt>
                <c:pt idx="739">
                  <c:v>1.478</c:v>
                </c:pt>
                <c:pt idx="740">
                  <c:v>1.48</c:v>
                </c:pt>
                <c:pt idx="741">
                  <c:v>1.482</c:v>
                </c:pt>
                <c:pt idx="742">
                  <c:v>1.484</c:v>
                </c:pt>
                <c:pt idx="743">
                  <c:v>1.486</c:v>
                </c:pt>
                <c:pt idx="744">
                  <c:v>1.488</c:v>
                </c:pt>
                <c:pt idx="745">
                  <c:v>1.49</c:v>
                </c:pt>
                <c:pt idx="746">
                  <c:v>1.492</c:v>
                </c:pt>
                <c:pt idx="747">
                  <c:v>1.494</c:v>
                </c:pt>
                <c:pt idx="748">
                  <c:v>1.496</c:v>
                </c:pt>
                <c:pt idx="749">
                  <c:v>1.498</c:v>
                </c:pt>
                <c:pt idx="750">
                  <c:v>1.5</c:v>
                </c:pt>
                <c:pt idx="751">
                  <c:v>1.502</c:v>
                </c:pt>
                <c:pt idx="752">
                  <c:v>1.504</c:v>
                </c:pt>
                <c:pt idx="753">
                  <c:v>1.506</c:v>
                </c:pt>
                <c:pt idx="754">
                  <c:v>1.508</c:v>
                </c:pt>
                <c:pt idx="755">
                  <c:v>1.51</c:v>
                </c:pt>
                <c:pt idx="756">
                  <c:v>1.512</c:v>
                </c:pt>
                <c:pt idx="757">
                  <c:v>1.514</c:v>
                </c:pt>
                <c:pt idx="758">
                  <c:v>1.516</c:v>
                </c:pt>
                <c:pt idx="759">
                  <c:v>1.518</c:v>
                </c:pt>
                <c:pt idx="760">
                  <c:v>1.52</c:v>
                </c:pt>
                <c:pt idx="761">
                  <c:v>1.522</c:v>
                </c:pt>
                <c:pt idx="762">
                  <c:v>1.524</c:v>
                </c:pt>
                <c:pt idx="763">
                  <c:v>1.526</c:v>
                </c:pt>
                <c:pt idx="764">
                  <c:v>1.528</c:v>
                </c:pt>
                <c:pt idx="765">
                  <c:v>1.53</c:v>
                </c:pt>
                <c:pt idx="766">
                  <c:v>1.532</c:v>
                </c:pt>
                <c:pt idx="767">
                  <c:v>1.534</c:v>
                </c:pt>
                <c:pt idx="768">
                  <c:v>1.536</c:v>
                </c:pt>
                <c:pt idx="769">
                  <c:v>1.538</c:v>
                </c:pt>
                <c:pt idx="770">
                  <c:v>1.54</c:v>
                </c:pt>
                <c:pt idx="771">
                  <c:v>1.542</c:v>
                </c:pt>
                <c:pt idx="772">
                  <c:v>1.544</c:v>
                </c:pt>
                <c:pt idx="773">
                  <c:v>1.546</c:v>
                </c:pt>
                <c:pt idx="774">
                  <c:v>1.548</c:v>
                </c:pt>
                <c:pt idx="775">
                  <c:v>1.55</c:v>
                </c:pt>
                <c:pt idx="776">
                  <c:v>1.552</c:v>
                </c:pt>
                <c:pt idx="777">
                  <c:v>1.554</c:v>
                </c:pt>
                <c:pt idx="778">
                  <c:v>1.556</c:v>
                </c:pt>
                <c:pt idx="779">
                  <c:v>1.5580000000000001</c:v>
                </c:pt>
                <c:pt idx="780">
                  <c:v>1.56</c:v>
                </c:pt>
                <c:pt idx="781">
                  <c:v>1.5620000000000001</c:v>
                </c:pt>
                <c:pt idx="782">
                  <c:v>1.5640000000000001</c:v>
                </c:pt>
                <c:pt idx="783">
                  <c:v>1.5660000000000001</c:v>
                </c:pt>
                <c:pt idx="784">
                  <c:v>1.5680000000000001</c:v>
                </c:pt>
                <c:pt idx="785">
                  <c:v>1.57</c:v>
                </c:pt>
                <c:pt idx="786">
                  <c:v>1.5720000000000001</c:v>
                </c:pt>
                <c:pt idx="787">
                  <c:v>1.5740000000000001</c:v>
                </c:pt>
                <c:pt idx="788">
                  <c:v>1.5760000000000001</c:v>
                </c:pt>
                <c:pt idx="789">
                  <c:v>1.5780000000000001</c:v>
                </c:pt>
                <c:pt idx="790">
                  <c:v>1.58</c:v>
                </c:pt>
                <c:pt idx="791">
                  <c:v>1.5820000000000001</c:v>
                </c:pt>
                <c:pt idx="792">
                  <c:v>1.5840000000000001</c:v>
                </c:pt>
                <c:pt idx="793">
                  <c:v>1.5860000000000001</c:v>
                </c:pt>
                <c:pt idx="794">
                  <c:v>1.5880000000000001</c:v>
                </c:pt>
                <c:pt idx="795">
                  <c:v>1.59</c:v>
                </c:pt>
                <c:pt idx="796">
                  <c:v>1.5920000000000001</c:v>
                </c:pt>
                <c:pt idx="797">
                  <c:v>1.5940000000000001</c:v>
                </c:pt>
                <c:pt idx="798">
                  <c:v>1.5960000000000001</c:v>
                </c:pt>
                <c:pt idx="799">
                  <c:v>1.5980000000000001</c:v>
                </c:pt>
                <c:pt idx="800">
                  <c:v>1.6</c:v>
                </c:pt>
                <c:pt idx="801">
                  <c:v>1.6020000000000001</c:v>
                </c:pt>
                <c:pt idx="802">
                  <c:v>1.6040000000000001</c:v>
                </c:pt>
                <c:pt idx="803">
                  <c:v>1.6060000000000001</c:v>
                </c:pt>
                <c:pt idx="804">
                  <c:v>1.6080000000000001</c:v>
                </c:pt>
                <c:pt idx="805">
                  <c:v>1.61</c:v>
                </c:pt>
                <c:pt idx="806">
                  <c:v>1.6120000000000001</c:v>
                </c:pt>
                <c:pt idx="807">
                  <c:v>1.6140000000000001</c:v>
                </c:pt>
                <c:pt idx="808">
                  <c:v>1.6160000000000001</c:v>
                </c:pt>
                <c:pt idx="809">
                  <c:v>1.6180000000000001</c:v>
                </c:pt>
                <c:pt idx="810">
                  <c:v>1.62</c:v>
                </c:pt>
                <c:pt idx="811">
                  <c:v>1.6220000000000001</c:v>
                </c:pt>
                <c:pt idx="812">
                  <c:v>1.6240000000000001</c:v>
                </c:pt>
                <c:pt idx="813">
                  <c:v>1.6259999999999999</c:v>
                </c:pt>
                <c:pt idx="814">
                  <c:v>1.6279999999999999</c:v>
                </c:pt>
                <c:pt idx="815">
                  <c:v>1.63</c:v>
                </c:pt>
                <c:pt idx="816">
                  <c:v>1.6319999999999999</c:v>
                </c:pt>
                <c:pt idx="817">
                  <c:v>1.6339999999999999</c:v>
                </c:pt>
                <c:pt idx="818">
                  <c:v>1.6359999999999999</c:v>
                </c:pt>
                <c:pt idx="819">
                  <c:v>1.6379999999999999</c:v>
                </c:pt>
                <c:pt idx="820">
                  <c:v>1.64</c:v>
                </c:pt>
                <c:pt idx="821">
                  <c:v>1.6419999999999999</c:v>
                </c:pt>
                <c:pt idx="822">
                  <c:v>1.6439999999999999</c:v>
                </c:pt>
                <c:pt idx="823">
                  <c:v>1.6459999999999999</c:v>
                </c:pt>
                <c:pt idx="824">
                  <c:v>1.6479999999999999</c:v>
                </c:pt>
                <c:pt idx="825">
                  <c:v>1.65</c:v>
                </c:pt>
                <c:pt idx="826">
                  <c:v>1.6519999999999999</c:v>
                </c:pt>
                <c:pt idx="827">
                  <c:v>1.6539999999999999</c:v>
                </c:pt>
                <c:pt idx="828">
                  <c:v>1.6559999999999999</c:v>
                </c:pt>
                <c:pt idx="829">
                  <c:v>1.6579999999999999</c:v>
                </c:pt>
                <c:pt idx="830">
                  <c:v>1.66</c:v>
                </c:pt>
                <c:pt idx="831">
                  <c:v>1.6619999999999999</c:v>
                </c:pt>
                <c:pt idx="832">
                  <c:v>1.6639999999999999</c:v>
                </c:pt>
                <c:pt idx="833">
                  <c:v>1.6659999999999999</c:v>
                </c:pt>
                <c:pt idx="834">
                  <c:v>1.6679999999999999</c:v>
                </c:pt>
                <c:pt idx="835">
                  <c:v>1.67</c:v>
                </c:pt>
                <c:pt idx="836">
                  <c:v>1.6719999999999999</c:v>
                </c:pt>
                <c:pt idx="837">
                  <c:v>1.6739999999999999</c:v>
                </c:pt>
                <c:pt idx="838">
                  <c:v>1.6759999999999999</c:v>
                </c:pt>
                <c:pt idx="839">
                  <c:v>1.6779999999999999</c:v>
                </c:pt>
                <c:pt idx="840">
                  <c:v>1.68</c:v>
                </c:pt>
                <c:pt idx="841">
                  <c:v>1.6819999999999999</c:v>
                </c:pt>
                <c:pt idx="842">
                  <c:v>1.6839999999999999</c:v>
                </c:pt>
                <c:pt idx="843">
                  <c:v>1.6859999999999999</c:v>
                </c:pt>
                <c:pt idx="844">
                  <c:v>1.6879999999999999</c:v>
                </c:pt>
                <c:pt idx="845">
                  <c:v>1.69</c:v>
                </c:pt>
                <c:pt idx="846">
                  <c:v>1.6919999999999999</c:v>
                </c:pt>
                <c:pt idx="847">
                  <c:v>1.694</c:v>
                </c:pt>
                <c:pt idx="848">
                  <c:v>1.696</c:v>
                </c:pt>
                <c:pt idx="849">
                  <c:v>1.698</c:v>
                </c:pt>
                <c:pt idx="850">
                  <c:v>1.7</c:v>
                </c:pt>
                <c:pt idx="851">
                  <c:v>1.702</c:v>
                </c:pt>
                <c:pt idx="852">
                  <c:v>1.704</c:v>
                </c:pt>
                <c:pt idx="853">
                  <c:v>1.706</c:v>
                </c:pt>
                <c:pt idx="854">
                  <c:v>1.708</c:v>
                </c:pt>
                <c:pt idx="855">
                  <c:v>1.71</c:v>
                </c:pt>
                <c:pt idx="856">
                  <c:v>1.712</c:v>
                </c:pt>
                <c:pt idx="857">
                  <c:v>1.714</c:v>
                </c:pt>
                <c:pt idx="858">
                  <c:v>1.716</c:v>
                </c:pt>
                <c:pt idx="859">
                  <c:v>1.718</c:v>
                </c:pt>
                <c:pt idx="860">
                  <c:v>1.72</c:v>
                </c:pt>
                <c:pt idx="861">
                  <c:v>1.722</c:v>
                </c:pt>
                <c:pt idx="862">
                  <c:v>1.724</c:v>
                </c:pt>
                <c:pt idx="863">
                  <c:v>1.726</c:v>
                </c:pt>
                <c:pt idx="864">
                  <c:v>1.728</c:v>
                </c:pt>
                <c:pt idx="865">
                  <c:v>1.73</c:v>
                </c:pt>
                <c:pt idx="866">
                  <c:v>1.732</c:v>
                </c:pt>
                <c:pt idx="867">
                  <c:v>1.734</c:v>
                </c:pt>
                <c:pt idx="868">
                  <c:v>1.736</c:v>
                </c:pt>
                <c:pt idx="869">
                  <c:v>1.738</c:v>
                </c:pt>
                <c:pt idx="870">
                  <c:v>1.74</c:v>
                </c:pt>
                <c:pt idx="871">
                  <c:v>1.742</c:v>
                </c:pt>
                <c:pt idx="872">
                  <c:v>1.744</c:v>
                </c:pt>
                <c:pt idx="873">
                  <c:v>1.746</c:v>
                </c:pt>
                <c:pt idx="874">
                  <c:v>1.748</c:v>
                </c:pt>
                <c:pt idx="875">
                  <c:v>1.75</c:v>
                </c:pt>
                <c:pt idx="876">
                  <c:v>1.752</c:v>
                </c:pt>
                <c:pt idx="877">
                  <c:v>1.754</c:v>
                </c:pt>
                <c:pt idx="878">
                  <c:v>1.756</c:v>
                </c:pt>
                <c:pt idx="879">
                  <c:v>1.758</c:v>
                </c:pt>
                <c:pt idx="880">
                  <c:v>1.76</c:v>
                </c:pt>
                <c:pt idx="881">
                  <c:v>1.762</c:v>
                </c:pt>
                <c:pt idx="882">
                  <c:v>1.764</c:v>
                </c:pt>
                <c:pt idx="883">
                  <c:v>1.766</c:v>
                </c:pt>
                <c:pt idx="884">
                  <c:v>1.768</c:v>
                </c:pt>
                <c:pt idx="885">
                  <c:v>1.77</c:v>
                </c:pt>
                <c:pt idx="886">
                  <c:v>1.772</c:v>
                </c:pt>
                <c:pt idx="887">
                  <c:v>1.774</c:v>
                </c:pt>
                <c:pt idx="888">
                  <c:v>1.776</c:v>
                </c:pt>
                <c:pt idx="889">
                  <c:v>1.778</c:v>
                </c:pt>
                <c:pt idx="890">
                  <c:v>1.78</c:v>
                </c:pt>
                <c:pt idx="891">
                  <c:v>1.782</c:v>
                </c:pt>
                <c:pt idx="892">
                  <c:v>1.784</c:v>
                </c:pt>
                <c:pt idx="893">
                  <c:v>1.786</c:v>
                </c:pt>
                <c:pt idx="894">
                  <c:v>1.788</c:v>
                </c:pt>
                <c:pt idx="895">
                  <c:v>1.79</c:v>
                </c:pt>
                <c:pt idx="896">
                  <c:v>1.792</c:v>
                </c:pt>
                <c:pt idx="897">
                  <c:v>1.794</c:v>
                </c:pt>
                <c:pt idx="898">
                  <c:v>1.796</c:v>
                </c:pt>
                <c:pt idx="899">
                  <c:v>1.798</c:v>
                </c:pt>
                <c:pt idx="900">
                  <c:v>1.8</c:v>
                </c:pt>
                <c:pt idx="901">
                  <c:v>1.802</c:v>
                </c:pt>
                <c:pt idx="902">
                  <c:v>1.804</c:v>
                </c:pt>
                <c:pt idx="903">
                  <c:v>1.806</c:v>
                </c:pt>
                <c:pt idx="904">
                  <c:v>1.8080000000000001</c:v>
                </c:pt>
                <c:pt idx="905">
                  <c:v>1.81</c:v>
                </c:pt>
                <c:pt idx="906">
                  <c:v>1.8120000000000001</c:v>
                </c:pt>
                <c:pt idx="907">
                  <c:v>1.8140000000000001</c:v>
                </c:pt>
                <c:pt idx="908">
                  <c:v>1.8160000000000001</c:v>
                </c:pt>
                <c:pt idx="909">
                  <c:v>1.8180000000000001</c:v>
                </c:pt>
                <c:pt idx="910">
                  <c:v>1.82</c:v>
                </c:pt>
                <c:pt idx="911">
                  <c:v>1.8220000000000001</c:v>
                </c:pt>
                <c:pt idx="912">
                  <c:v>1.8240000000000001</c:v>
                </c:pt>
                <c:pt idx="913">
                  <c:v>1.8260000000000001</c:v>
                </c:pt>
                <c:pt idx="914">
                  <c:v>1.8280000000000001</c:v>
                </c:pt>
                <c:pt idx="915">
                  <c:v>1.83</c:v>
                </c:pt>
                <c:pt idx="916">
                  <c:v>1.8320000000000001</c:v>
                </c:pt>
                <c:pt idx="917">
                  <c:v>1.8340000000000001</c:v>
                </c:pt>
                <c:pt idx="918">
                  <c:v>1.8360000000000001</c:v>
                </c:pt>
                <c:pt idx="919">
                  <c:v>1.8380000000000001</c:v>
                </c:pt>
                <c:pt idx="920">
                  <c:v>1.84</c:v>
                </c:pt>
                <c:pt idx="921">
                  <c:v>1.8420000000000001</c:v>
                </c:pt>
                <c:pt idx="922">
                  <c:v>1.8440000000000001</c:v>
                </c:pt>
                <c:pt idx="923">
                  <c:v>1.8460000000000001</c:v>
                </c:pt>
                <c:pt idx="924">
                  <c:v>1.8480000000000001</c:v>
                </c:pt>
                <c:pt idx="925">
                  <c:v>1.85</c:v>
                </c:pt>
                <c:pt idx="926">
                  <c:v>1.8520000000000001</c:v>
                </c:pt>
                <c:pt idx="927">
                  <c:v>1.8540000000000001</c:v>
                </c:pt>
                <c:pt idx="928">
                  <c:v>1.8560000000000001</c:v>
                </c:pt>
                <c:pt idx="929">
                  <c:v>1.8580000000000001</c:v>
                </c:pt>
                <c:pt idx="930">
                  <c:v>1.86</c:v>
                </c:pt>
                <c:pt idx="931">
                  <c:v>1.8620000000000001</c:v>
                </c:pt>
                <c:pt idx="932">
                  <c:v>1.8640000000000001</c:v>
                </c:pt>
                <c:pt idx="933">
                  <c:v>1.8660000000000001</c:v>
                </c:pt>
                <c:pt idx="934">
                  <c:v>1.8680000000000001</c:v>
                </c:pt>
                <c:pt idx="935">
                  <c:v>1.87</c:v>
                </c:pt>
                <c:pt idx="936">
                  <c:v>1.8720000000000001</c:v>
                </c:pt>
                <c:pt idx="937">
                  <c:v>1.8740000000000001</c:v>
                </c:pt>
                <c:pt idx="938">
                  <c:v>1.8759999999999999</c:v>
                </c:pt>
                <c:pt idx="939">
                  <c:v>1.8779999999999999</c:v>
                </c:pt>
                <c:pt idx="940">
                  <c:v>1.88</c:v>
                </c:pt>
                <c:pt idx="941">
                  <c:v>1.8819999999999999</c:v>
                </c:pt>
                <c:pt idx="942">
                  <c:v>1.8839999999999999</c:v>
                </c:pt>
                <c:pt idx="943">
                  <c:v>1.8859999999999999</c:v>
                </c:pt>
                <c:pt idx="944">
                  <c:v>1.8879999999999999</c:v>
                </c:pt>
                <c:pt idx="945">
                  <c:v>1.89</c:v>
                </c:pt>
                <c:pt idx="946">
                  <c:v>1.8919999999999999</c:v>
                </c:pt>
                <c:pt idx="947">
                  <c:v>1.8939999999999999</c:v>
                </c:pt>
                <c:pt idx="948">
                  <c:v>1.8959999999999999</c:v>
                </c:pt>
                <c:pt idx="949">
                  <c:v>1.8979999999999999</c:v>
                </c:pt>
                <c:pt idx="950">
                  <c:v>1.9</c:v>
                </c:pt>
                <c:pt idx="951">
                  <c:v>1.9019999999999999</c:v>
                </c:pt>
                <c:pt idx="952">
                  <c:v>1.9039999999999999</c:v>
                </c:pt>
                <c:pt idx="953">
                  <c:v>1.9059999999999999</c:v>
                </c:pt>
                <c:pt idx="954">
                  <c:v>1.9079999999999999</c:v>
                </c:pt>
                <c:pt idx="955">
                  <c:v>1.91</c:v>
                </c:pt>
                <c:pt idx="956">
                  <c:v>1.9119999999999999</c:v>
                </c:pt>
                <c:pt idx="957">
                  <c:v>1.9139999999999999</c:v>
                </c:pt>
                <c:pt idx="958">
                  <c:v>1.9159999999999999</c:v>
                </c:pt>
                <c:pt idx="959">
                  <c:v>1.9179999999999999</c:v>
                </c:pt>
                <c:pt idx="960">
                  <c:v>1.92</c:v>
                </c:pt>
                <c:pt idx="961">
                  <c:v>1.9219999999999999</c:v>
                </c:pt>
                <c:pt idx="962">
                  <c:v>1.9239999999999999</c:v>
                </c:pt>
                <c:pt idx="963">
                  <c:v>1.9259999999999999</c:v>
                </c:pt>
                <c:pt idx="964">
                  <c:v>1.9279999999999999</c:v>
                </c:pt>
                <c:pt idx="965">
                  <c:v>1.93</c:v>
                </c:pt>
                <c:pt idx="966">
                  <c:v>1.9319999999999999</c:v>
                </c:pt>
                <c:pt idx="967">
                  <c:v>1.9339999999999999</c:v>
                </c:pt>
                <c:pt idx="968">
                  <c:v>1.9359999999999999</c:v>
                </c:pt>
                <c:pt idx="969">
                  <c:v>1.9379999999999999</c:v>
                </c:pt>
                <c:pt idx="970">
                  <c:v>1.94</c:v>
                </c:pt>
                <c:pt idx="971">
                  <c:v>1.9419999999999999</c:v>
                </c:pt>
                <c:pt idx="972">
                  <c:v>1.944</c:v>
                </c:pt>
                <c:pt idx="973">
                  <c:v>1.946</c:v>
                </c:pt>
                <c:pt idx="974">
                  <c:v>1.948</c:v>
                </c:pt>
                <c:pt idx="975">
                  <c:v>1.95</c:v>
                </c:pt>
                <c:pt idx="976">
                  <c:v>1.952</c:v>
                </c:pt>
                <c:pt idx="977">
                  <c:v>1.954</c:v>
                </c:pt>
                <c:pt idx="978">
                  <c:v>1.956</c:v>
                </c:pt>
                <c:pt idx="979">
                  <c:v>1.958</c:v>
                </c:pt>
                <c:pt idx="980">
                  <c:v>1.96</c:v>
                </c:pt>
                <c:pt idx="981">
                  <c:v>1.962</c:v>
                </c:pt>
                <c:pt idx="982">
                  <c:v>1.964</c:v>
                </c:pt>
                <c:pt idx="983">
                  <c:v>1.966</c:v>
                </c:pt>
                <c:pt idx="984">
                  <c:v>1.968</c:v>
                </c:pt>
                <c:pt idx="985">
                  <c:v>1.97</c:v>
                </c:pt>
                <c:pt idx="986">
                  <c:v>1.972</c:v>
                </c:pt>
                <c:pt idx="987">
                  <c:v>1.974</c:v>
                </c:pt>
                <c:pt idx="988">
                  <c:v>1.976</c:v>
                </c:pt>
                <c:pt idx="989">
                  <c:v>1.978</c:v>
                </c:pt>
                <c:pt idx="990">
                  <c:v>1.98</c:v>
                </c:pt>
                <c:pt idx="991">
                  <c:v>1.982</c:v>
                </c:pt>
                <c:pt idx="992">
                  <c:v>1.984</c:v>
                </c:pt>
                <c:pt idx="993">
                  <c:v>1.986</c:v>
                </c:pt>
                <c:pt idx="994">
                  <c:v>1.988</c:v>
                </c:pt>
                <c:pt idx="995">
                  <c:v>1.99</c:v>
                </c:pt>
                <c:pt idx="996">
                  <c:v>1.992</c:v>
                </c:pt>
                <c:pt idx="997">
                  <c:v>1.994</c:v>
                </c:pt>
                <c:pt idx="998">
                  <c:v>1.996</c:v>
                </c:pt>
                <c:pt idx="999">
                  <c:v>1.998</c:v>
                </c:pt>
                <c:pt idx="1000">
                  <c:v>2</c:v>
                </c:pt>
                <c:pt idx="1001">
                  <c:v>2.0019999999999998</c:v>
                </c:pt>
                <c:pt idx="1002">
                  <c:v>2.004</c:v>
                </c:pt>
                <c:pt idx="1003">
                  <c:v>2.0059999999999998</c:v>
                </c:pt>
                <c:pt idx="1004">
                  <c:v>2.008</c:v>
                </c:pt>
                <c:pt idx="1005">
                  <c:v>2.0099999999999998</c:v>
                </c:pt>
                <c:pt idx="1006">
                  <c:v>2.012</c:v>
                </c:pt>
                <c:pt idx="1007">
                  <c:v>2.0139999999999998</c:v>
                </c:pt>
                <c:pt idx="1008">
                  <c:v>2.016</c:v>
                </c:pt>
                <c:pt idx="1009">
                  <c:v>2.0179999999999998</c:v>
                </c:pt>
                <c:pt idx="1010">
                  <c:v>2.02</c:v>
                </c:pt>
                <c:pt idx="1011">
                  <c:v>2.0219999999999998</c:v>
                </c:pt>
                <c:pt idx="1012">
                  <c:v>2.024</c:v>
                </c:pt>
                <c:pt idx="1013">
                  <c:v>2.0259999999999998</c:v>
                </c:pt>
                <c:pt idx="1014">
                  <c:v>2.028</c:v>
                </c:pt>
                <c:pt idx="1015">
                  <c:v>2.0299999999999998</c:v>
                </c:pt>
                <c:pt idx="1016">
                  <c:v>2.032</c:v>
                </c:pt>
                <c:pt idx="1017">
                  <c:v>2.0339999999999998</c:v>
                </c:pt>
                <c:pt idx="1018">
                  <c:v>2.036</c:v>
                </c:pt>
                <c:pt idx="1019">
                  <c:v>2.0379999999999998</c:v>
                </c:pt>
                <c:pt idx="1020">
                  <c:v>2.04</c:v>
                </c:pt>
                <c:pt idx="1021">
                  <c:v>2.0419999999999998</c:v>
                </c:pt>
                <c:pt idx="1022">
                  <c:v>2.044</c:v>
                </c:pt>
                <c:pt idx="1023">
                  <c:v>2.0459999999999998</c:v>
                </c:pt>
                <c:pt idx="1024">
                  <c:v>2.048</c:v>
                </c:pt>
                <c:pt idx="1025">
                  <c:v>2.0499999999999998</c:v>
                </c:pt>
                <c:pt idx="1026">
                  <c:v>2.052</c:v>
                </c:pt>
                <c:pt idx="1027">
                  <c:v>2.0539999999999998</c:v>
                </c:pt>
                <c:pt idx="1028">
                  <c:v>2.056</c:v>
                </c:pt>
                <c:pt idx="1029">
                  <c:v>2.0579999999999998</c:v>
                </c:pt>
                <c:pt idx="1030">
                  <c:v>2.06</c:v>
                </c:pt>
                <c:pt idx="1031">
                  <c:v>2.0619999999999998</c:v>
                </c:pt>
                <c:pt idx="1032">
                  <c:v>2.0640000000000001</c:v>
                </c:pt>
                <c:pt idx="1033">
                  <c:v>2.0659999999999998</c:v>
                </c:pt>
                <c:pt idx="1034">
                  <c:v>2.0680000000000001</c:v>
                </c:pt>
                <c:pt idx="1035">
                  <c:v>2.0699999999999998</c:v>
                </c:pt>
                <c:pt idx="1036">
                  <c:v>2.0720000000000001</c:v>
                </c:pt>
                <c:pt idx="1037">
                  <c:v>2.0739999999999998</c:v>
                </c:pt>
                <c:pt idx="1038">
                  <c:v>2.0760000000000001</c:v>
                </c:pt>
                <c:pt idx="1039">
                  <c:v>2.0779999999999998</c:v>
                </c:pt>
                <c:pt idx="1040">
                  <c:v>2.08</c:v>
                </c:pt>
                <c:pt idx="1041">
                  <c:v>2.0819999999999999</c:v>
                </c:pt>
                <c:pt idx="1042">
                  <c:v>2.0840000000000001</c:v>
                </c:pt>
                <c:pt idx="1043">
                  <c:v>2.0859999999999999</c:v>
                </c:pt>
                <c:pt idx="1044">
                  <c:v>2.0880000000000001</c:v>
                </c:pt>
                <c:pt idx="1045">
                  <c:v>2.09</c:v>
                </c:pt>
                <c:pt idx="1046">
                  <c:v>2.0920000000000001</c:v>
                </c:pt>
                <c:pt idx="1047">
                  <c:v>2.0939999999999999</c:v>
                </c:pt>
                <c:pt idx="1048">
                  <c:v>2.0960000000000001</c:v>
                </c:pt>
                <c:pt idx="1049">
                  <c:v>2.0979999999999999</c:v>
                </c:pt>
                <c:pt idx="1050">
                  <c:v>2.1</c:v>
                </c:pt>
                <c:pt idx="1051">
                  <c:v>2.1019999999999999</c:v>
                </c:pt>
                <c:pt idx="1052">
                  <c:v>2.1040000000000001</c:v>
                </c:pt>
                <c:pt idx="1053">
                  <c:v>2.1059999999999999</c:v>
                </c:pt>
                <c:pt idx="1054">
                  <c:v>2.1080000000000001</c:v>
                </c:pt>
                <c:pt idx="1055">
                  <c:v>2.11</c:v>
                </c:pt>
                <c:pt idx="1056">
                  <c:v>2.1120000000000001</c:v>
                </c:pt>
                <c:pt idx="1057">
                  <c:v>2.1139999999999999</c:v>
                </c:pt>
                <c:pt idx="1058">
                  <c:v>2.1160000000000001</c:v>
                </c:pt>
                <c:pt idx="1059">
                  <c:v>2.1179999999999999</c:v>
                </c:pt>
                <c:pt idx="1060">
                  <c:v>2.12</c:v>
                </c:pt>
                <c:pt idx="1061">
                  <c:v>2.1219999999999999</c:v>
                </c:pt>
                <c:pt idx="1062">
                  <c:v>2.1240000000000001</c:v>
                </c:pt>
                <c:pt idx="1063">
                  <c:v>2.1259999999999999</c:v>
                </c:pt>
                <c:pt idx="1064">
                  <c:v>2.1280000000000001</c:v>
                </c:pt>
                <c:pt idx="1065">
                  <c:v>2.13</c:v>
                </c:pt>
                <c:pt idx="1066">
                  <c:v>2.1320000000000001</c:v>
                </c:pt>
                <c:pt idx="1067">
                  <c:v>2.1339999999999999</c:v>
                </c:pt>
                <c:pt idx="1068">
                  <c:v>2.1360000000000001</c:v>
                </c:pt>
                <c:pt idx="1069">
                  <c:v>2.1379999999999999</c:v>
                </c:pt>
                <c:pt idx="1070">
                  <c:v>2.14</c:v>
                </c:pt>
                <c:pt idx="1071">
                  <c:v>2.1419999999999999</c:v>
                </c:pt>
                <c:pt idx="1072">
                  <c:v>2.1440000000000001</c:v>
                </c:pt>
                <c:pt idx="1073">
                  <c:v>2.1459999999999999</c:v>
                </c:pt>
                <c:pt idx="1074">
                  <c:v>2.1480000000000001</c:v>
                </c:pt>
                <c:pt idx="1075">
                  <c:v>2.15</c:v>
                </c:pt>
                <c:pt idx="1076">
                  <c:v>2.1520000000000001</c:v>
                </c:pt>
                <c:pt idx="1077">
                  <c:v>2.1539999999999999</c:v>
                </c:pt>
                <c:pt idx="1078">
                  <c:v>2.1560000000000001</c:v>
                </c:pt>
                <c:pt idx="1079">
                  <c:v>2.1579999999999999</c:v>
                </c:pt>
                <c:pt idx="1080">
                  <c:v>2.16</c:v>
                </c:pt>
                <c:pt idx="1081">
                  <c:v>2.1619999999999999</c:v>
                </c:pt>
                <c:pt idx="1082">
                  <c:v>2.1640000000000001</c:v>
                </c:pt>
                <c:pt idx="1083">
                  <c:v>2.1659999999999999</c:v>
                </c:pt>
                <c:pt idx="1084">
                  <c:v>2.1680000000000001</c:v>
                </c:pt>
                <c:pt idx="1085">
                  <c:v>2.17</c:v>
                </c:pt>
                <c:pt idx="1086">
                  <c:v>2.1720000000000002</c:v>
                </c:pt>
                <c:pt idx="1087">
                  <c:v>2.1739999999999999</c:v>
                </c:pt>
                <c:pt idx="1088">
                  <c:v>2.1760000000000002</c:v>
                </c:pt>
                <c:pt idx="1089">
                  <c:v>2.1779999999999999</c:v>
                </c:pt>
                <c:pt idx="1090">
                  <c:v>2.1800000000000002</c:v>
                </c:pt>
                <c:pt idx="1091">
                  <c:v>2.1819999999999999</c:v>
                </c:pt>
                <c:pt idx="1092">
                  <c:v>2.1840000000000002</c:v>
                </c:pt>
                <c:pt idx="1093">
                  <c:v>2.1859999999999999</c:v>
                </c:pt>
                <c:pt idx="1094">
                  <c:v>2.1880000000000002</c:v>
                </c:pt>
                <c:pt idx="1095">
                  <c:v>2.19</c:v>
                </c:pt>
                <c:pt idx="1096">
                  <c:v>2.1920000000000002</c:v>
                </c:pt>
                <c:pt idx="1097">
                  <c:v>2.194</c:v>
                </c:pt>
                <c:pt idx="1098">
                  <c:v>2.1960000000000002</c:v>
                </c:pt>
                <c:pt idx="1099">
                  <c:v>2.198</c:v>
                </c:pt>
                <c:pt idx="1100">
                  <c:v>2.2000000000000002</c:v>
                </c:pt>
                <c:pt idx="1101">
                  <c:v>2.202</c:v>
                </c:pt>
                <c:pt idx="1102">
                  <c:v>2.2040000000000002</c:v>
                </c:pt>
                <c:pt idx="1103">
                  <c:v>2.206</c:v>
                </c:pt>
                <c:pt idx="1104">
                  <c:v>2.2080000000000002</c:v>
                </c:pt>
                <c:pt idx="1105">
                  <c:v>2.21</c:v>
                </c:pt>
                <c:pt idx="1106">
                  <c:v>2.2120000000000002</c:v>
                </c:pt>
                <c:pt idx="1107">
                  <c:v>2.214</c:v>
                </c:pt>
                <c:pt idx="1108">
                  <c:v>2.2160000000000002</c:v>
                </c:pt>
                <c:pt idx="1109">
                  <c:v>2.218</c:v>
                </c:pt>
                <c:pt idx="1110">
                  <c:v>2.2200000000000002</c:v>
                </c:pt>
                <c:pt idx="1111">
                  <c:v>2.222</c:v>
                </c:pt>
                <c:pt idx="1112">
                  <c:v>2.2240000000000002</c:v>
                </c:pt>
                <c:pt idx="1113">
                  <c:v>2.226</c:v>
                </c:pt>
                <c:pt idx="1114">
                  <c:v>2.2280000000000002</c:v>
                </c:pt>
                <c:pt idx="1115">
                  <c:v>2.23</c:v>
                </c:pt>
                <c:pt idx="1116">
                  <c:v>2.2320000000000002</c:v>
                </c:pt>
                <c:pt idx="1117">
                  <c:v>2.234</c:v>
                </c:pt>
                <c:pt idx="1118">
                  <c:v>2.2360000000000002</c:v>
                </c:pt>
                <c:pt idx="1119">
                  <c:v>2.238</c:v>
                </c:pt>
                <c:pt idx="1120">
                  <c:v>2.2400000000000002</c:v>
                </c:pt>
                <c:pt idx="1121">
                  <c:v>2.242</c:v>
                </c:pt>
                <c:pt idx="1122">
                  <c:v>2.2440000000000002</c:v>
                </c:pt>
                <c:pt idx="1123">
                  <c:v>2.246</c:v>
                </c:pt>
                <c:pt idx="1124">
                  <c:v>2.2480000000000002</c:v>
                </c:pt>
                <c:pt idx="1125">
                  <c:v>2.25</c:v>
                </c:pt>
                <c:pt idx="1126">
                  <c:v>2.2519999999999998</c:v>
                </c:pt>
                <c:pt idx="1127">
                  <c:v>2.254</c:v>
                </c:pt>
                <c:pt idx="1128">
                  <c:v>2.2559999999999998</c:v>
                </c:pt>
                <c:pt idx="1129">
                  <c:v>2.258</c:v>
                </c:pt>
                <c:pt idx="1130">
                  <c:v>2.2599999999999998</c:v>
                </c:pt>
                <c:pt idx="1131">
                  <c:v>2.262</c:v>
                </c:pt>
                <c:pt idx="1132">
                  <c:v>2.2639999999999998</c:v>
                </c:pt>
                <c:pt idx="1133">
                  <c:v>2.266</c:v>
                </c:pt>
                <c:pt idx="1134">
                  <c:v>2.2679999999999998</c:v>
                </c:pt>
                <c:pt idx="1135">
                  <c:v>2.27</c:v>
                </c:pt>
                <c:pt idx="1136">
                  <c:v>2.2719999999999998</c:v>
                </c:pt>
                <c:pt idx="1137">
                  <c:v>2.274</c:v>
                </c:pt>
                <c:pt idx="1138">
                  <c:v>2.2759999999999998</c:v>
                </c:pt>
                <c:pt idx="1139">
                  <c:v>2.278</c:v>
                </c:pt>
                <c:pt idx="1140">
                  <c:v>2.2799999999999998</c:v>
                </c:pt>
                <c:pt idx="1141">
                  <c:v>2.282</c:v>
                </c:pt>
                <c:pt idx="1142">
                  <c:v>2.2839999999999998</c:v>
                </c:pt>
                <c:pt idx="1143">
                  <c:v>2.286</c:v>
                </c:pt>
                <c:pt idx="1144">
                  <c:v>2.2879999999999998</c:v>
                </c:pt>
                <c:pt idx="1145">
                  <c:v>2.29</c:v>
                </c:pt>
                <c:pt idx="1146">
                  <c:v>2.2919999999999998</c:v>
                </c:pt>
                <c:pt idx="1147">
                  <c:v>2.294</c:v>
                </c:pt>
                <c:pt idx="1148">
                  <c:v>2.2959999999999998</c:v>
                </c:pt>
                <c:pt idx="1149">
                  <c:v>2.298</c:v>
                </c:pt>
                <c:pt idx="1150">
                  <c:v>2.2999999999999998</c:v>
                </c:pt>
                <c:pt idx="1151">
                  <c:v>2.302</c:v>
                </c:pt>
                <c:pt idx="1152">
                  <c:v>2.3039999999999998</c:v>
                </c:pt>
                <c:pt idx="1153">
                  <c:v>2.306</c:v>
                </c:pt>
                <c:pt idx="1154">
                  <c:v>2.3079999999999998</c:v>
                </c:pt>
                <c:pt idx="1155">
                  <c:v>2.31</c:v>
                </c:pt>
                <c:pt idx="1156">
                  <c:v>2.3119999999999998</c:v>
                </c:pt>
                <c:pt idx="1157">
                  <c:v>2.3140000000000001</c:v>
                </c:pt>
                <c:pt idx="1158">
                  <c:v>2.3159999999999998</c:v>
                </c:pt>
                <c:pt idx="1159">
                  <c:v>2.3180000000000001</c:v>
                </c:pt>
                <c:pt idx="1160">
                  <c:v>2.3199999999999998</c:v>
                </c:pt>
                <c:pt idx="1161">
                  <c:v>2.3220000000000001</c:v>
                </c:pt>
                <c:pt idx="1162">
                  <c:v>2.3239999999999998</c:v>
                </c:pt>
                <c:pt idx="1163">
                  <c:v>2.3260000000000001</c:v>
                </c:pt>
                <c:pt idx="1164">
                  <c:v>2.3279999999999998</c:v>
                </c:pt>
                <c:pt idx="1165">
                  <c:v>2.33</c:v>
                </c:pt>
                <c:pt idx="1166">
                  <c:v>2.3319999999999999</c:v>
                </c:pt>
                <c:pt idx="1167">
                  <c:v>2.3340000000000001</c:v>
                </c:pt>
                <c:pt idx="1168">
                  <c:v>2.3359999999999999</c:v>
                </c:pt>
                <c:pt idx="1169">
                  <c:v>2.3380000000000001</c:v>
                </c:pt>
                <c:pt idx="1170">
                  <c:v>2.34</c:v>
                </c:pt>
                <c:pt idx="1171">
                  <c:v>2.3420000000000001</c:v>
                </c:pt>
                <c:pt idx="1172">
                  <c:v>2.3439999999999999</c:v>
                </c:pt>
                <c:pt idx="1173">
                  <c:v>2.3460000000000001</c:v>
                </c:pt>
                <c:pt idx="1174">
                  <c:v>2.3479999999999999</c:v>
                </c:pt>
                <c:pt idx="1175">
                  <c:v>2.35</c:v>
                </c:pt>
                <c:pt idx="1176">
                  <c:v>2.3519999999999999</c:v>
                </c:pt>
                <c:pt idx="1177">
                  <c:v>2.3540000000000001</c:v>
                </c:pt>
                <c:pt idx="1178">
                  <c:v>2.3559999999999999</c:v>
                </c:pt>
                <c:pt idx="1179">
                  <c:v>2.3580000000000001</c:v>
                </c:pt>
                <c:pt idx="1180">
                  <c:v>2.36</c:v>
                </c:pt>
                <c:pt idx="1181">
                  <c:v>2.3620000000000001</c:v>
                </c:pt>
                <c:pt idx="1182">
                  <c:v>2.3639999999999999</c:v>
                </c:pt>
                <c:pt idx="1183">
                  <c:v>2.3660000000000001</c:v>
                </c:pt>
                <c:pt idx="1184">
                  <c:v>2.3679999999999999</c:v>
                </c:pt>
                <c:pt idx="1185">
                  <c:v>2.37</c:v>
                </c:pt>
                <c:pt idx="1186">
                  <c:v>2.3719999999999999</c:v>
                </c:pt>
                <c:pt idx="1187">
                  <c:v>2.3740000000000001</c:v>
                </c:pt>
                <c:pt idx="1188">
                  <c:v>2.3759999999999999</c:v>
                </c:pt>
                <c:pt idx="1189">
                  <c:v>2.3780000000000001</c:v>
                </c:pt>
                <c:pt idx="1190">
                  <c:v>2.38</c:v>
                </c:pt>
                <c:pt idx="1191">
                  <c:v>2.3820000000000001</c:v>
                </c:pt>
                <c:pt idx="1192">
                  <c:v>2.3839999999999999</c:v>
                </c:pt>
                <c:pt idx="1193">
                  <c:v>2.3860000000000001</c:v>
                </c:pt>
                <c:pt idx="1194">
                  <c:v>2.3879999999999999</c:v>
                </c:pt>
                <c:pt idx="1195">
                  <c:v>2.39</c:v>
                </c:pt>
                <c:pt idx="1196">
                  <c:v>2.3919999999999999</c:v>
                </c:pt>
                <c:pt idx="1197">
                  <c:v>2.3940000000000001</c:v>
                </c:pt>
                <c:pt idx="1198">
                  <c:v>2.3959999999999999</c:v>
                </c:pt>
                <c:pt idx="1199">
                  <c:v>2.3980000000000001</c:v>
                </c:pt>
                <c:pt idx="1200">
                  <c:v>2.4</c:v>
                </c:pt>
                <c:pt idx="1201">
                  <c:v>2.4020000000000001</c:v>
                </c:pt>
                <c:pt idx="1202">
                  <c:v>2.4039999999999999</c:v>
                </c:pt>
                <c:pt idx="1203">
                  <c:v>2.4060000000000001</c:v>
                </c:pt>
                <c:pt idx="1204">
                  <c:v>2.4079999999999999</c:v>
                </c:pt>
                <c:pt idx="1205">
                  <c:v>2.41</c:v>
                </c:pt>
                <c:pt idx="1206">
                  <c:v>2.4119999999999999</c:v>
                </c:pt>
                <c:pt idx="1207">
                  <c:v>2.4140000000000001</c:v>
                </c:pt>
                <c:pt idx="1208">
                  <c:v>2.4159999999999999</c:v>
                </c:pt>
                <c:pt idx="1209">
                  <c:v>2.4180000000000001</c:v>
                </c:pt>
                <c:pt idx="1210">
                  <c:v>2.42</c:v>
                </c:pt>
                <c:pt idx="1211">
                  <c:v>2.4220000000000002</c:v>
                </c:pt>
                <c:pt idx="1212">
                  <c:v>2.4239999999999999</c:v>
                </c:pt>
                <c:pt idx="1213">
                  <c:v>2.4260000000000002</c:v>
                </c:pt>
                <c:pt idx="1214">
                  <c:v>2.4279999999999999</c:v>
                </c:pt>
                <c:pt idx="1215">
                  <c:v>2.4300000000000002</c:v>
                </c:pt>
                <c:pt idx="1216">
                  <c:v>2.4319999999999999</c:v>
                </c:pt>
                <c:pt idx="1217">
                  <c:v>2.4340000000000002</c:v>
                </c:pt>
                <c:pt idx="1218">
                  <c:v>2.4359999999999999</c:v>
                </c:pt>
                <c:pt idx="1219">
                  <c:v>2.4380000000000002</c:v>
                </c:pt>
                <c:pt idx="1220">
                  <c:v>2.44</c:v>
                </c:pt>
                <c:pt idx="1221">
                  <c:v>2.4420000000000002</c:v>
                </c:pt>
                <c:pt idx="1222">
                  <c:v>2.444</c:v>
                </c:pt>
                <c:pt idx="1223">
                  <c:v>2.4460000000000002</c:v>
                </c:pt>
                <c:pt idx="1224">
                  <c:v>2.448</c:v>
                </c:pt>
                <c:pt idx="1225">
                  <c:v>2.4500000000000002</c:v>
                </c:pt>
                <c:pt idx="1226">
                  <c:v>2.452</c:v>
                </c:pt>
                <c:pt idx="1227">
                  <c:v>2.4540000000000002</c:v>
                </c:pt>
                <c:pt idx="1228">
                  <c:v>2.456</c:v>
                </c:pt>
                <c:pt idx="1229">
                  <c:v>2.4580000000000002</c:v>
                </c:pt>
                <c:pt idx="1230">
                  <c:v>2.46</c:v>
                </c:pt>
                <c:pt idx="1231">
                  <c:v>2.4620000000000002</c:v>
                </c:pt>
                <c:pt idx="1232">
                  <c:v>2.464</c:v>
                </c:pt>
                <c:pt idx="1233">
                  <c:v>2.4660000000000002</c:v>
                </c:pt>
                <c:pt idx="1234">
                  <c:v>2.468</c:v>
                </c:pt>
                <c:pt idx="1235">
                  <c:v>2.4700000000000002</c:v>
                </c:pt>
                <c:pt idx="1236">
                  <c:v>2.472</c:v>
                </c:pt>
                <c:pt idx="1237">
                  <c:v>2.4740000000000002</c:v>
                </c:pt>
                <c:pt idx="1238">
                  <c:v>2.476</c:v>
                </c:pt>
                <c:pt idx="1239">
                  <c:v>2.4780000000000002</c:v>
                </c:pt>
                <c:pt idx="1240">
                  <c:v>2.48</c:v>
                </c:pt>
                <c:pt idx="1241">
                  <c:v>2.4820000000000002</c:v>
                </c:pt>
                <c:pt idx="1242">
                  <c:v>2.484</c:v>
                </c:pt>
                <c:pt idx="1243">
                  <c:v>2.4860000000000002</c:v>
                </c:pt>
                <c:pt idx="1244">
                  <c:v>2.488</c:v>
                </c:pt>
                <c:pt idx="1245">
                  <c:v>2.4900000000000002</c:v>
                </c:pt>
                <c:pt idx="1246">
                  <c:v>2.492</c:v>
                </c:pt>
                <c:pt idx="1247">
                  <c:v>2.4940000000000002</c:v>
                </c:pt>
                <c:pt idx="1248">
                  <c:v>2.496</c:v>
                </c:pt>
                <c:pt idx="1249">
                  <c:v>2.4980000000000002</c:v>
                </c:pt>
                <c:pt idx="1250">
                  <c:v>2.5</c:v>
                </c:pt>
                <c:pt idx="1251">
                  <c:v>2.5019999999999998</c:v>
                </c:pt>
                <c:pt idx="1252">
                  <c:v>2.504</c:v>
                </c:pt>
                <c:pt idx="1253">
                  <c:v>2.5059999999999998</c:v>
                </c:pt>
                <c:pt idx="1254">
                  <c:v>2.508</c:v>
                </c:pt>
                <c:pt idx="1255">
                  <c:v>2.5099999999999998</c:v>
                </c:pt>
                <c:pt idx="1256">
                  <c:v>2.512</c:v>
                </c:pt>
                <c:pt idx="1257">
                  <c:v>2.5139999999999998</c:v>
                </c:pt>
                <c:pt idx="1258">
                  <c:v>2.516</c:v>
                </c:pt>
                <c:pt idx="1259">
                  <c:v>2.5179999999999998</c:v>
                </c:pt>
                <c:pt idx="1260">
                  <c:v>2.52</c:v>
                </c:pt>
                <c:pt idx="1261">
                  <c:v>2.5219999999999998</c:v>
                </c:pt>
                <c:pt idx="1262">
                  <c:v>2.524</c:v>
                </c:pt>
                <c:pt idx="1263">
                  <c:v>2.5259999999999998</c:v>
                </c:pt>
                <c:pt idx="1264">
                  <c:v>2.528</c:v>
                </c:pt>
                <c:pt idx="1265">
                  <c:v>2.5299999999999998</c:v>
                </c:pt>
                <c:pt idx="1266">
                  <c:v>2.532</c:v>
                </c:pt>
                <c:pt idx="1267">
                  <c:v>2.5339999999999998</c:v>
                </c:pt>
                <c:pt idx="1268">
                  <c:v>2.536</c:v>
                </c:pt>
                <c:pt idx="1269">
                  <c:v>2.5379999999999998</c:v>
                </c:pt>
                <c:pt idx="1270">
                  <c:v>2.54</c:v>
                </c:pt>
                <c:pt idx="1271">
                  <c:v>2.5419999999999998</c:v>
                </c:pt>
                <c:pt idx="1272">
                  <c:v>2.544</c:v>
                </c:pt>
                <c:pt idx="1273">
                  <c:v>2.5459999999999998</c:v>
                </c:pt>
                <c:pt idx="1274">
                  <c:v>2.548</c:v>
                </c:pt>
                <c:pt idx="1275">
                  <c:v>2.5499999999999998</c:v>
                </c:pt>
                <c:pt idx="1276">
                  <c:v>2.552</c:v>
                </c:pt>
                <c:pt idx="1277">
                  <c:v>2.5539999999999998</c:v>
                </c:pt>
                <c:pt idx="1278">
                  <c:v>2.556</c:v>
                </c:pt>
                <c:pt idx="1279">
                  <c:v>2.5579999999999998</c:v>
                </c:pt>
                <c:pt idx="1280">
                  <c:v>2.56</c:v>
                </c:pt>
                <c:pt idx="1281">
                  <c:v>2.5619999999999998</c:v>
                </c:pt>
                <c:pt idx="1282">
                  <c:v>2.5640000000000001</c:v>
                </c:pt>
                <c:pt idx="1283">
                  <c:v>2.5659999999999998</c:v>
                </c:pt>
                <c:pt idx="1284">
                  <c:v>2.5680000000000001</c:v>
                </c:pt>
                <c:pt idx="1285">
                  <c:v>2.57</c:v>
                </c:pt>
                <c:pt idx="1286">
                  <c:v>2.5720000000000001</c:v>
                </c:pt>
                <c:pt idx="1287">
                  <c:v>2.5739999999999998</c:v>
                </c:pt>
                <c:pt idx="1288">
                  <c:v>2.5760000000000001</c:v>
                </c:pt>
                <c:pt idx="1289">
                  <c:v>2.5779999999999998</c:v>
                </c:pt>
                <c:pt idx="1290">
                  <c:v>2.58</c:v>
                </c:pt>
                <c:pt idx="1291">
                  <c:v>2.5819999999999999</c:v>
                </c:pt>
                <c:pt idx="1292">
                  <c:v>2.5840000000000001</c:v>
                </c:pt>
                <c:pt idx="1293">
                  <c:v>2.5859999999999999</c:v>
                </c:pt>
                <c:pt idx="1294">
                  <c:v>2.5880000000000001</c:v>
                </c:pt>
                <c:pt idx="1295">
                  <c:v>2.59</c:v>
                </c:pt>
                <c:pt idx="1296">
                  <c:v>2.5920000000000001</c:v>
                </c:pt>
                <c:pt idx="1297">
                  <c:v>2.5939999999999999</c:v>
                </c:pt>
                <c:pt idx="1298">
                  <c:v>2.5960000000000001</c:v>
                </c:pt>
                <c:pt idx="1299">
                  <c:v>2.5979999999999999</c:v>
                </c:pt>
                <c:pt idx="1300">
                  <c:v>2.6</c:v>
                </c:pt>
                <c:pt idx="1301">
                  <c:v>2.6019999999999999</c:v>
                </c:pt>
                <c:pt idx="1302">
                  <c:v>2.6040000000000001</c:v>
                </c:pt>
                <c:pt idx="1303">
                  <c:v>2.6059999999999999</c:v>
                </c:pt>
                <c:pt idx="1304">
                  <c:v>2.6080000000000001</c:v>
                </c:pt>
                <c:pt idx="1305">
                  <c:v>2.61</c:v>
                </c:pt>
                <c:pt idx="1306">
                  <c:v>2.6120000000000001</c:v>
                </c:pt>
                <c:pt idx="1307">
                  <c:v>2.6139999999999999</c:v>
                </c:pt>
                <c:pt idx="1308">
                  <c:v>2.6160000000000001</c:v>
                </c:pt>
                <c:pt idx="1309">
                  <c:v>2.6179999999999999</c:v>
                </c:pt>
                <c:pt idx="1310">
                  <c:v>2.62</c:v>
                </c:pt>
                <c:pt idx="1311">
                  <c:v>2.6219999999999999</c:v>
                </c:pt>
                <c:pt idx="1312">
                  <c:v>2.6240000000000001</c:v>
                </c:pt>
                <c:pt idx="1313">
                  <c:v>2.6259999999999999</c:v>
                </c:pt>
                <c:pt idx="1314">
                  <c:v>2.6280000000000001</c:v>
                </c:pt>
                <c:pt idx="1315">
                  <c:v>2.63</c:v>
                </c:pt>
                <c:pt idx="1316">
                  <c:v>2.6320000000000001</c:v>
                </c:pt>
                <c:pt idx="1317">
                  <c:v>2.6339999999999999</c:v>
                </c:pt>
                <c:pt idx="1318">
                  <c:v>2.6360000000000001</c:v>
                </c:pt>
                <c:pt idx="1319">
                  <c:v>2.6379999999999999</c:v>
                </c:pt>
                <c:pt idx="1320">
                  <c:v>2.64</c:v>
                </c:pt>
                <c:pt idx="1321">
                  <c:v>2.6419999999999999</c:v>
                </c:pt>
                <c:pt idx="1322">
                  <c:v>2.6440000000000001</c:v>
                </c:pt>
                <c:pt idx="1323">
                  <c:v>2.6459999999999999</c:v>
                </c:pt>
                <c:pt idx="1324">
                  <c:v>2.6480000000000001</c:v>
                </c:pt>
                <c:pt idx="1325">
                  <c:v>2.65</c:v>
                </c:pt>
                <c:pt idx="1326">
                  <c:v>2.6520000000000001</c:v>
                </c:pt>
                <c:pt idx="1327">
                  <c:v>2.6539999999999999</c:v>
                </c:pt>
                <c:pt idx="1328">
                  <c:v>2.6560000000000001</c:v>
                </c:pt>
                <c:pt idx="1329">
                  <c:v>2.6579999999999999</c:v>
                </c:pt>
                <c:pt idx="1330">
                  <c:v>2.66</c:v>
                </c:pt>
                <c:pt idx="1331">
                  <c:v>2.6619999999999999</c:v>
                </c:pt>
                <c:pt idx="1332">
                  <c:v>2.6640000000000001</c:v>
                </c:pt>
                <c:pt idx="1333">
                  <c:v>2.6659999999999999</c:v>
                </c:pt>
                <c:pt idx="1334">
                  <c:v>2.6680000000000001</c:v>
                </c:pt>
                <c:pt idx="1335">
                  <c:v>2.67</c:v>
                </c:pt>
                <c:pt idx="1336">
                  <c:v>2.6720000000000002</c:v>
                </c:pt>
                <c:pt idx="1337">
                  <c:v>2.6739999999999999</c:v>
                </c:pt>
                <c:pt idx="1338">
                  <c:v>2.6760000000000002</c:v>
                </c:pt>
                <c:pt idx="1339">
                  <c:v>2.6779999999999999</c:v>
                </c:pt>
                <c:pt idx="1340">
                  <c:v>2.68</c:v>
                </c:pt>
                <c:pt idx="1341">
                  <c:v>2.6819999999999999</c:v>
                </c:pt>
                <c:pt idx="1342">
                  <c:v>2.6840000000000002</c:v>
                </c:pt>
                <c:pt idx="1343">
                  <c:v>2.6859999999999999</c:v>
                </c:pt>
                <c:pt idx="1344">
                  <c:v>2.6880000000000002</c:v>
                </c:pt>
                <c:pt idx="1345">
                  <c:v>2.69</c:v>
                </c:pt>
                <c:pt idx="1346">
                  <c:v>2.6920000000000002</c:v>
                </c:pt>
                <c:pt idx="1347">
                  <c:v>2.694</c:v>
                </c:pt>
                <c:pt idx="1348">
                  <c:v>2.6960000000000002</c:v>
                </c:pt>
                <c:pt idx="1349">
                  <c:v>2.698</c:v>
                </c:pt>
                <c:pt idx="1350">
                  <c:v>2.7</c:v>
                </c:pt>
                <c:pt idx="1351">
                  <c:v>2.702</c:v>
                </c:pt>
                <c:pt idx="1352">
                  <c:v>2.7040000000000002</c:v>
                </c:pt>
                <c:pt idx="1353">
                  <c:v>2.706</c:v>
                </c:pt>
                <c:pt idx="1354">
                  <c:v>2.7080000000000002</c:v>
                </c:pt>
                <c:pt idx="1355">
                  <c:v>2.71</c:v>
                </c:pt>
                <c:pt idx="1356">
                  <c:v>2.7120000000000002</c:v>
                </c:pt>
                <c:pt idx="1357">
                  <c:v>2.714</c:v>
                </c:pt>
                <c:pt idx="1358">
                  <c:v>2.7160000000000002</c:v>
                </c:pt>
                <c:pt idx="1359">
                  <c:v>2.718</c:v>
                </c:pt>
                <c:pt idx="1360">
                  <c:v>2.72</c:v>
                </c:pt>
                <c:pt idx="1361">
                  <c:v>2.722</c:v>
                </c:pt>
                <c:pt idx="1362">
                  <c:v>2.7240000000000002</c:v>
                </c:pt>
                <c:pt idx="1363">
                  <c:v>2.726</c:v>
                </c:pt>
                <c:pt idx="1364">
                  <c:v>2.7280000000000002</c:v>
                </c:pt>
                <c:pt idx="1365">
                  <c:v>2.73</c:v>
                </c:pt>
                <c:pt idx="1366">
                  <c:v>2.7320000000000002</c:v>
                </c:pt>
                <c:pt idx="1367">
                  <c:v>2.734</c:v>
                </c:pt>
                <c:pt idx="1368">
                  <c:v>2.7360000000000002</c:v>
                </c:pt>
                <c:pt idx="1369">
                  <c:v>2.738</c:v>
                </c:pt>
                <c:pt idx="1370">
                  <c:v>2.74</c:v>
                </c:pt>
                <c:pt idx="1371">
                  <c:v>2.742</c:v>
                </c:pt>
                <c:pt idx="1372">
                  <c:v>2.7440000000000002</c:v>
                </c:pt>
                <c:pt idx="1373">
                  <c:v>2.746</c:v>
                </c:pt>
                <c:pt idx="1374">
                  <c:v>2.7480000000000002</c:v>
                </c:pt>
                <c:pt idx="1375">
                  <c:v>2.75</c:v>
                </c:pt>
                <c:pt idx="1376">
                  <c:v>2.7519999999999998</c:v>
                </c:pt>
                <c:pt idx="1377">
                  <c:v>2.754</c:v>
                </c:pt>
                <c:pt idx="1378">
                  <c:v>2.7559999999999998</c:v>
                </c:pt>
                <c:pt idx="1379">
                  <c:v>2.758</c:v>
                </c:pt>
                <c:pt idx="1380">
                  <c:v>2.76</c:v>
                </c:pt>
                <c:pt idx="1381">
                  <c:v>2.762</c:v>
                </c:pt>
                <c:pt idx="1382">
                  <c:v>2.7639999999999998</c:v>
                </c:pt>
                <c:pt idx="1383">
                  <c:v>2.766</c:v>
                </c:pt>
                <c:pt idx="1384">
                  <c:v>2.7679999999999998</c:v>
                </c:pt>
                <c:pt idx="1385">
                  <c:v>2.77</c:v>
                </c:pt>
                <c:pt idx="1386">
                  <c:v>2.7719999999999998</c:v>
                </c:pt>
                <c:pt idx="1387">
                  <c:v>2.774</c:v>
                </c:pt>
                <c:pt idx="1388">
                  <c:v>2.7759999999999998</c:v>
                </c:pt>
                <c:pt idx="1389">
                  <c:v>2.778</c:v>
                </c:pt>
                <c:pt idx="1390">
                  <c:v>2.78</c:v>
                </c:pt>
                <c:pt idx="1391">
                  <c:v>2.782</c:v>
                </c:pt>
                <c:pt idx="1392">
                  <c:v>2.7839999999999998</c:v>
                </c:pt>
                <c:pt idx="1393">
                  <c:v>2.786</c:v>
                </c:pt>
                <c:pt idx="1394">
                  <c:v>2.7879999999999998</c:v>
                </c:pt>
                <c:pt idx="1395">
                  <c:v>2.79</c:v>
                </c:pt>
                <c:pt idx="1396">
                  <c:v>2.7919999999999998</c:v>
                </c:pt>
                <c:pt idx="1397">
                  <c:v>2.794</c:v>
                </c:pt>
                <c:pt idx="1398">
                  <c:v>2.7959999999999998</c:v>
                </c:pt>
                <c:pt idx="1399">
                  <c:v>2.798</c:v>
                </c:pt>
                <c:pt idx="1400">
                  <c:v>2.8</c:v>
                </c:pt>
                <c:pt idx="1401">
                  <c:v>2.802</c:v>
                </c:pt>
                <c:pt idx="1402">
                  <c:v>2.8039999999999998</c:v>
                </c:pt>
                <c:pt idx="1403">
                  <c:v>2.806</c:v>
                </c:pt>
                <c:pt idx="1404">
                  <c:v>2.8079999999999998</c:v>
                </c:pt>
                <c:pt idx="1405">
                  <c:v>2.81</c:v>
                </c:pt>
                <c:pt idx="1406">
                  <c:v>2.8119999999999998</c:v>
                </c:pt>
                <c:pt idx="1407">
                  <c:v>2.8140000000000001</c:v>
                </c:pt>
                <c:pt idx="1408">
                  <c:v>2.8159999999999998</c:v>
                </c:pt>
                <c:pt idx="1409">
                  <c:v>2.8180000000000001</c:v>
                </c:pt>
                <c:pt idx="1410">
                  <c:v>2.82</c:v>
                </c:pt>
                <c:pt idx="1411">
                  <c:v>2.8220000000000001</c:v>
                </c:pt>
                <c:pt idx="1412">
                  <c:v>2.8239999999999998</c:v>
                </c:pt>
                <c:pt idx="1413">
                  <c:v>2.8260000000000001</c:v>
                </c:pt>
                <c:pt idx="1414">
                  <c:v>2.8279999999999998</c:v>
                </c:pt>
                <c:pt idx="1415">
                  <c:v>2.83</c:v>
                </c:pt>
                <c:pt idx="1416">
                  <c:v>2.8319999999999999</c:v>
                </c:pt>
                <c:pt idx="1417">
                  <c:v>2.8340000000000001</c:v>
                </c:pt>
                <c:pt idx="1418">
                  <c:v>2.8359999999999999</c:v>
                </c:pt>
                <c:pt idx="1419">
                  <c:v>2.8380000000000001</c:v>
                </c:pt>
                <c:pt idx="1420">
                  <c:v>2.84</c:v>
                </c:pt>
                <c:pt idx="1421">
                  <c:v>2.8420000000000001</c:v>
                </c:pt>
                <c:pt idx="1422">
                  <c:v>2.8439999999999999</c:v>
                </c:pt>
                <c:pt idx="1423">
                  <c:v>2.8460000000000001</c:v>
                </c:pt>
                <c:pt idx="1424">
                  <c:v>2.8479999999999999</c:v>
                </c:pt>
                <c:pt idx="1425">
                  <c:v>2.85</c:v>
                </c:pt>
                <c:pt idx="1426">
                  <c:v>2.8519999999999999</c:v>
                </c:pt>
                <c:pt idx="1427">
                  <c:v>2.8540000000000001</c:v>
                </c:pt>
                <c:pt idx="1428">
                  <c:v>2.8559999999999999</c:v>
                </c:pt>
                <c:pt idx="1429">
                  <c:v>2.8580000000000001</c:v>
                </c:pt>
                <c:pt idx="1430">
                  <c:v>2.86</c:v>
                </c:pt>
                <c:pt idx="1431">
                  <c:v>2.8620000000000001</c:v>
                </c:pt>
                <c:pt idx="1432">
                  <c:v>2.8639999999999999</c:v>
                </c:pt>
                <c:pt idx="1433">
                  <c:v>2.8660000000000001</c:v>
                </c:pt>
                <c:pt idx="1434">
                  <c:v>2.8679999999999999</c:v>
                </c:pt>
                <c:pt idx="1435">
                  <c:v>2.87</c:v>
                </c:pt>
                <c:pt idx="1436">
                  <c:v>2.8719999999999999</c:v>
                </c:pt>
                <c:pt idx="1437">
                  <c:v>2.8740000000000001</c:v>
                </c:pt>
                <c:pt idx="1438">
                  <c:v>2.8759999999999999</c:v>
                </c:pt>
                <c:pt idx="1439">
                  <c:v>2.8780000000000001</c:v>
                </c:pt>
                <c:pt idx="1440">
                  <c:v>2.88</c:v>
                </c:pt>
                <c:pt idx="1441">
                  <c:v>2.8820000000000001</c:v>
                </c:pt>
                <c:pt idx="1442">
                  <c:v>2.8839999999999999</c:v>
                </c:pt>
                <c:pt idx="1443">
                  <c:v>2.8860000000000001</c:v>
                </c:pt>
                <c:pt idx="1444">
                  <c:v>2.8879999999999999</c:v>
                </c:pt>
                <c:pt idx="1445">
                  <c:v>2.89</c:v>
                </c:pt>
                <c:pt idx="1446">
                  <c:v>2.8919999999999999</c:v>
                </c:pt>
                <c:pt idx="1447">
                  <c:v>2.8940000000000001</c:v>
                </c:pt>
                <c:pt idx="1448">
                  <c:v>2.8959999999999999</c:v>
                </c:pt>
                <c:pt idx="1449">
                  <c:v>2.8980000000000001</c:v>
                </c:pt>
                <c:pt idx="1450">
                  <c:v>2.9</c:v>
                </c:pt>
                <c:pt idx="1451">
                  <c:v>2.9020000000000001</c:v>
                </c:pt>
                <c:pt idx="1452">
                  <c:v>2.9039999999999999</c:v>
                </c:pt>
                <c:pt idx="1453">
                  <c:v>2.9060000000000001</c:v>
                </c:pt>
                <c:pt idx="1454">
                  <c:v>2.9079999999999999</c:v>
                </c:pt>
                <c:pt idx="1455">
                  <c:v>2.91</c:v>
                </c:pt>
                <c:pt idx="1456">
                  <c:v>2.9119999999999999</c:v>
                </c:pt>
                <c:pt idx="1457">
                  <c:v>2.9140000000000001</c:v>
                </c:pt>
                <c:pt idx="1458">
                  <c:v>2.9159999999999999</c:v>
                </c:pt>
                <c:pt idx="1459">
                  <c:v>2.9180000000000001</c:v>
                </c:pt>
                <c:pt idx="1460">
                  <c:v>2.92</c:v>
                </c:pt>
                <c:pt idx="1461">
                  <c:v>2.9220000000000002</c:v>
                </c:pt>
                <c:pt idx="1462">
                  <c:v>2.9239999999999999</c:v>
                </c:pt>
                <c:pt idx="1463">
                  <c:v>2.9260000000000002</c:v>
                </c:pt>
                <c:pt idx="1464">
                  <c:v>2.9279999999999999</c:v>
                </c:pt>
                <c:pt idx="1465">
                  <c:v>2.93</c:v>
                </c:pt>
                <c:pt idx="1466">
                  <c:v>2.9319999999999999</c:v>
                </c:pt>
                <c:pt idx="1467">
                  <c:v>2.9340000000000002</c:v>
                </c:pt>
                <c:pt idx="1468">
                  <c:v>2.9359999999999999</c:v>
                </c:pt>
                <c:pt idx="1469">
                  <c:v>2.9380000000000002</c:v>
                </c:pt>
                <c:pt idx="1470">
                  <c:v>2.94</c:v>
                </c:pt>
                <c:pt idx="1471">
                  <c:v>2.9420000000000002</c:v>
                </c:pt>
                <c:pt idx="1472">
                  <c:v>2.944</c:v>
                </c:pt>
                <c:pt idx="1473">
                  <c:v>2.9460000000000002</c:v>
                </c:pt>
                <c:pt idx="1474">
                  <c:v>2.948</c:v>
                </c:pt>
                <c:pt idx="1475">
                  <c:v>2.95</c:v>
                </c:pt>
                <c:pt idx="1476">
                  <c:v>2.952</c:v>
                </c:pt>
                <c:pt idx="1477">
                  <c:v>2.9540000000000002</c:v>
                </c:pt>
                <c:pt idx="1478">
                  <c:v>2.956</c:v>
                </c:pt>
                <c:pt idx="1479">
                  <c:v>2.9580000000000002</c:v>
                </c:pt>
                <c:pt idx="1480">
                  <c:v>2.96</c:v>
                </c:pt>
                <c:pt idx="1481">
                  <c:v>2.9620000000000002</c:v>
                </c:pt>
                <c:pt idx="1482">
                  <c:v>2.964</c:v>
                </c:pt>
                <c:pt idx="1483">
                  <c:v>2.9660000000000002</c:v>
                </c:pt>
                <c:pt idx="1484">
                  <c:v>2.968</c:v>
                </c:pt>
                <c:pt idx="1485">
                  <c:v>2.97</c:v>
                </c:pt>
                <c:pt idx="1486">
                  <c:v>2.972</c:v>
                </c:pt>
                <c:pt idx="1487">
                  <c:v>2.9740000000000002</c:v>
                </c:pt>
                <c:pt idx="1488">
                  <c:v>2.976</c:v>
                </c:pt>
                <c:pt idx="1489">
                  <c:v>2.9780000000000002</c:v>
                </c:pt>
                <c:pt idx="1490">
                  <c:v>2.98</c:v>
                </c:pt>
                <c:pt idx="1491">
                  <c:v>2.9820000000000002</c:v>
                </c:pt>
                <c:pt idx="1492">
                  <c:v>2.984</c:v>
                </c:pt>
                <c:pt idx="1493">
                  <c:v>2.9860000000000002</c:v>
                </c:pt>
                <c:pt idx="1494">
                  <c:v>2.988</c:v>
                </c:pt>
                <c:pt idx="1495">
                  <c:v>2.99</c:v>
                </c:pt>
                <c:pt idx="1496">
                  <c:v>2.992</c:v>
                </c:pt>
                <c:pt idx="1497">
                  <c:v>2.9940000000000002</c:v>
                </c:pt>
                <c:pt idx="1498">
                  <c:v>2.996</c:v>
                </c:pt>
                <c:pt idx="1499">
                  <c:v>2.9980000000000002</c:v>
                </c:pt>
                <c:pt idx="1500">
                  <c:v>3</c:v>
                </c:pt>
                <c:pt idx="1501">
                  <c:v>3.0019999999999998</c:v>
                </c:pt>
                <c:pt idx="1502">
                  <c:v>3.004</c:v>
                </c:pt>
                <c:pt idx="1503">
                  <c:v>3.0059999999999998</c:v>
                </c:pt>
                <c:pt idx="1504">
                  <c:v>3.008</c:v>
                </c:pt>
                <c:pt idx="1505">
                  <c:v>3.01</c:v>
                </c:pt>
                <c:pt idx="1506">
                  <c:v>3.012</c:v>
                </c:pt>
                <c:pt idx="1507">
                  <c:v>3.0139999999999998</c:v>
                </c:pt>
                <c:pt idx="1508">
                  <c:v>3.016</c:v>
                </c:pt>
                <c:pt idx="1509">
                  <c:v>3.0179999999999998</c:v>
                </c:pt>
                <c:pt idx="1510">
                  <c:v>3.02</c:v>
                </c:pt>
                <c:pt idx="1511">
                  <c:v>3.0219999999999998</c:v>
                </c:pt>
                <c:pt idx="1512">
                  <c:v>3.024</c:v>
                </c:pt>
                <c:pt idx="1513">
                  <c:v>3.0259999999999998</c:v>
                </c:pt>
                <c:pt idx="1514">
                  <c:v>3.028</c:v>
                </c:pt>
                <c:pt idx="1515">
                  <c:v>3.03</c:v>
                </c:pt>
                <c:pt idx="1516">
                  <c:v>3.032</c:v>
                </c:pt>
                <c:pt idx="1517">
                  <c:v>3.0339999999999998</c:v>
                </c:pt>
                <c:pt idx="1518">
                  <c:v>3.036</c:v>
                </c:pt>
                <c:pt idx="1519">
                  <c:v>3.0379999999999998</c:v>
                </c:pt>
                <c:pt idx="1520">
                  <c:v>3.04</c:v>
                </c:pt>
                <c:pt idx="1521">
                  <c:v>3.0419999999999998</c:v>
                </c:pt>
                <c:pt idx="1522">
                  <c:v>3.044</c:v>
                </c:pt>
                <c:pt idx="1523">
                  <c:v>3.0459999999999998</c:v>
                </c:pt>
                <c:pt idx="1524">
                  <c:v>3.048</c:v>
                </c:pt>
                <c:pt idx="1525">
                  <c:v>3.05</c:v>
                </c:pt>
                <c:pt idx="1526">
                  <c:v>3.052</c:v>
                </c:pt>
                <c:pt idx="1527">
                  <c:v>3.0539999999999998</c:v>
                </c:pt>
                <c:pt idx="1528">
                  <c:v>3.056</c:v>
                </c:pt>
                <c:pt idx="1529">
                  <c:v>3.0579999999999998</c:v>
                </c:pt>
                <c:pt idx="1530">
                  <c:v>3.06</c:v>
                </c:pt>
                <c:pt idx="1531">
                  <c:v>3.0619999999999998</c:v>
                </c:pt>
                <c:pt idx="1532">
                  <c:v>3.0640000000000001</c:v>
                </c:pt>
                <c:pt idx="1533">
                  <c:v>3.0659999999999998</c:v>
                </c:pt>
                <c:pt idx="1534">
                  <c:v>3.0680000000000001</c:v>
                </c:pt>
                <c:pt idx="1535">
                  <c:v>3.07</c:v>
                </c:pt>
                <c:pt idx="1536">
                  <c:v>3.0720000000000001</c:v>
                </c:pt>
                <c:pt idx="1537">
                  <c:v>3.0739999999999998</c:v>
                </c:pt>
                <c:pt idx="1538">
                  <c:v>3.0760000000000001</c:v>
                </c:pt>
                <c:pt idx="1539">
                  <c:v>3.0779999999999998</c:v>
                </c:pt>
                <c:pt idx="1540">
                  <c:v>3.08</c:v>
                </c:pt>
                <c:pt idx="1541">
                  <c:v>3.0819999999999999</c:v>
                </c:pt>
                <c:pt idx="1542">
                  <c:v>3.0840000000000001</c:v>
                </c:pt>
                <c:pt idx="1543">
                  <c:v>3.0859999999999999</c:v>
                </c:pt>
                <c:pt idx="1544">
                  <c:v>3.0880000000000001</c:v>
                </c:pt>
                <c:pt idx="1545">
                  <c:v>3.09</c:v>
                </c:pt>
                <c:pt idx="1546">
                  <c:v>3.0920000000000001</c:v>
                </c:pt>
                <c:pt idx="1547">
                  <c:v>3.0939999999999999</c:v>
                </c:pt>
                <c:pt idx="1548">
                  <c:v>3.0960000000000001</c:v>
                </c:pt>
                <c:pt idx="1549">
                  <c:v>3.0979999999999999</c:v>
                </c:pt>
                <c:pt idx="1550">
                  <c:v>3.1</c:v>
                </c:pt>
                <c:pt idx="1551">
                  <c:v>3.1019999999999999</c:v>
                </c:pt>
                <c:pt idx="1552">
                  <c:v>3.1040000000000001</c:v>
                </c:pt>
                <c:pt idx="1553">
                  <c:v>3.1059999999999999</c:v>
                </c:pt>
                <c:pt idx="1554">
                  <c:v>3.1080000000000001</c:v>
                </c:pt>
                <c:pt idx="1555">
                  <c:v>3.11</c:v>
                </c:pt>
                <c:pt idx="1556">
                  <c:v>3.1120000000000001</c:v>
                </c:pt>
                <c:pt idx="1557">
                  <c:v>3.1139999999999999</c:v>
                </c:pt>
                <c:pt idx="1558">
                  <c:v>3.1160000000000001</c:v>
                </c:pt>
                <c:pt idx="1559">
                  <c:v>3.1179999999999999</c:v>
                </c:pt>
                <c:pt idx="1560">
                  <c:v>3.12</c:v>
                </c:pt>
                <c:pt idx="1561">
                  <c:v>3.1219999999999999</c:v>
                </c:pt>
                <c:pt idx="1562">
                  <c:v>3.1240000000000001</c:v>
                </c:pt>
                <c:pt idx="1563">
                  <c:v>3.1259999999999999</c:v>
                </c:pt>
                <c:pt idx="1564">
                  <c:v>3.1280000000000001</c:v>
                </c:pt>
                <c:pt idx="1565">
                  <c:v>3.13</c:v>
                </c:pt>
                <c:pt idx="1566">
                  <c:v>3.1320000000000001</c:v>
                </c:pt>
                <c:pt idx="1567">
                  <c:v>3.1339999999999999</c:v>
                </c:pt>
                <c:pt idx="1568">
                  <c:v>3.1360000000000001</c:v>
                </c:pt>
                <c:pt idx="1569">
                  <c:v>3.1379999999999999</c:v>
                </c:pt>
                <c:pt idx="1570">
                  <c:v>3.14</c:v>
                </c:pt>
                <c:pt idx="1571">
                  <c:v>3.1419999999999999</c:v>
                </c:pt>
                <c:pt idx="1572">
                  <c:v>3.1440000000000001</c:v>
                </c:pt>
                <c:pt idx="1573">
                  <c:v>3.1459999999999999</c:v>
                </c:pt>
                <c:pt idx="1574">
                  <c:v>3.1480000000000001</c:v>
                </c:pt>
                <c:pt idx="1575">
                  <c:v>3.15</c:v>
                </c:pt>
                <c:pt idx="1576">
                  <c:v>3.1520000000000001</c:v>
                </c:pt>
                <c:pt idx="1577">
                  <c:v>3.1539999999999999</c:v>
                </c:pt>
                <c:pt idx="1578">
                  <c:v>3.1560000000000001</c:v>
                </c:pt>
                <c:pt idx="1579">
                  <c:v>3.1579999999999999</c:v>
                </c:pt>
                <c:pt idx="1580">
                  <c:v>3.16</c:v>
                </c:pt>
                <c:pt idx="1581">
                  <c:v>3.1619999999999999</c:v>
                </c:pt>
                <c:pt idx="1582">
                  <c:v>3.1640000000000001</c:v>
                </c:pt>
                <c:pt idx="1583">
                  <c:v>3.1659999999999999</c:v>
                </c:pt>
                <c:pt idx="1584">
                  <c:v>3.1680000000000001</c:v>
                </c:pt>
                <c:pt idx="1585">
                  <c:v>3.17</c:v>
                </c:pt>
                <c:pt idx="1586">
                  <c:v>3.1720000000000002</c:v>
                </c:pt>
                <c:pt idx="1587">
                  <c:v>3.1739999999999999</c:v>
                </c:pt>
                <c:pt idx="1588">
                  <c:v>3.1760000000000002</c:v>
                </c:pt>
                <c:pt idx="1589">
                  <c:v>3.1779999999999999</c:v>
                </c:pt>
                <c:pt idx="1590">
                  <c:v>3.18</c:v>
                </c:pt>
                <c:pt idx="1591">
                  <c:v>3.1819999999999999</c:v>
                </c:pt>
                <c:pt idx="1592">
                  <c:v>3.1840000000000002</c:v>
                </c:pt>
                <c:pt idx="1593">
                  <c:v>3.1859999999999999</c:v>
                </c:pt>
                <c:pt idx="1594">
                  <c:v>3.1880000000000002</c:v>
                </c:pt>
                <c:pt idx="1595">
                  <c:v>3.19</c:v>
                </c:pt>
                <c:pt idx="1596">
                  <c:v>3.1920000000000002</c:v>
                </c:pt>
                <c:pt idx="1597">
                  <c:v>3.194</c:v>
                </c:pt>
                <c:pt idx="1598">
                  <c:v>3.1960000000000002</c:v>
                </c:pt>
                <c:pt idx="1599">
                  <c:v>3.198</c:v>
                </c:pt>
                <c:pt idx="1600">
                  <c:v>3.2</c:v>
                </c:pt>
                <c:pt idx="1601">
                  <c:v>3.202</c:v>
                </c:pt>
                <c:pt idx="1602">
                  <c:v>3.2040000000000002</c:v>
                </c:pt>
                <c:pt idx="1603">
                  <c:v>3.206</c:v>
                </c:pt>
                <c:pt idx="1604">
                  <c:v>3.2080000000000002</c:v>
                </c:pt>
                <c:pt idx="1605">
                  <c:v>3.21</c:v>
                </c:pt>
                <c:pt idx="1606">
                  <c:v>3.2120000000000002</c:v>
                </c:pt>
                <c:pt idx="1607">
                  <c:v>3.214</c:v>
                </c:pt>
                <c:pt idx="1608">
                  <c:v>3.2160000000000002</c:v>
                </c:pt>
                <c:pt idx="1609">
                  <c:v>3.218</c:v>
                </c:pt>
                <c:pt idx="1610">
                  <c:v>3.22</c:v>
                </c:pt>
                <c:pt idx="1611">
                  <c:v>3.222</c:v>
                </c:pt>
                <c:pt idx="1612">
                  <c:v>3.2240000000000002</c:v>
                </c:pt>
                <c:pt idx="1613">
                  <c:v>3.226</c:v>
                </c:pt>
                <c:pt idx="1614">
                  <c:v>3.2280000000000002</c:v>
                </c:pt>
                <c:pt idx="1615">
                  <c:v>3.23</c:v>
                </c:pt>
                <c:pt idx="1616">
                  <c:v>3.2320000000000002</c:v>
                </c:pt>
                <c:pt idx="1617">
                  <c:v>3.234</c:v>
                </c:pt>
                <c:pt idx="1618">
                  <c:v>3.2360000000000002</c:v>
                </c:pt>
                <c:pt idx="1619">
                  <c:v>3.238</c:v>
                </c:pt>
                <c:pt idx="1620">
                  <c:v>3.24</c:v>
                </c:pt>
                <c:pt idx="1621">
                  <c:v>3.242</c:v>
                </c:pt>
                <c:pt idx="1622">
                  <c:v>3.2440000000000002</c:v>
                </c:pt>
                <c:pt idx="1623">
                  <c:v>3.246</c:v>
                </c:pt>
                <c:pt idx="1624">
                  <c:v>3.2480000000000002</c:v>
                </c:pt>
                <c:pt idx="1625">
                  <c:v>3.25</c:v>
                </c:pt>
              </c:numCache>
            </c:numRef>
          </c:xVal>
          <c:yVal>
            <c:numRef>
              <c:f>'C3_Raj_500_Converted_selected'!$B$2:$B$1627</c:f>
              <c:numCache>
                <c:formatCode>General</c:formatCode>
                <c:ptCount val="1626"/>
                <c:pt idx="0">
                  <c:v>-0.233960374</c:v>
                </c:pt>
                <c:pt idx="1">
                  <c:v>-0.23719535899999999</c:v>
                </c:pt>
                <c:pt idx="2">
                  <c:v>-0.24079547200000001</c:v>
                </c:pt>
                <c:pt idx="3">
                  <c:v>-0.244764868</c:v>
                </c:pt>
                <c:pt idx="4">
                  <c:v>-0.24910322200000001</c:v>
                </c:pt>
                <c:pt idx="5">
                  <c:v>-0.25380545799999998</c:v>
                </c:pt>
                <c:pt idx="6">
                  <c:v>-0.25886152499999998</c:v>
                </c:pt>
                <c:pt idx="7">
                  <c:v>-0.26425622799999998</c:v>
                </c:pt>
                <c:pt idx="8">
                  <c:v>-0.269969138</c:v>
                </c:pt>
                <c:pt idx="9">
                  <c:v>-0.27597456599999998</c:v>
                </c:pt>
                <c:pt idx="10">
                  <c:v>-0.28224158900000001</c:v>
                </c:pt>
                <c:pt idx="11">
                  <c:v>-0.28873414600000002</c:v>
                </c:pt>
                <c:pt idx="12">
                  <c:v>-0.29541117500000003</c:v>
                </c:pt>
                <c:pt idx="13">
                  <c:v>-0.30222678800000002</c:v>
                </c:pt>
                <c:pt idx="14">
                  <c:v>-0.309130507</c:v>
                </c:pt>
                <c:pt idx="15">
                  <c:v>-0.31606754500000001</c:v>
                </c:pt>
                <c:pt idx="16">
                  <c:v>-0.32297914500000002</c:v>
                </c:pt>
                <c:pt idx="17">
                  <c:v>-0.32980298499999999</c:v>
                </c:pt>
                <c:pt idx="18">
                  <c:v>-0.33647365000000001</c:v>
                </c:pt>
                <c:pt idx="19">
                  <c:v>-0.34292315099999998</c:v>
                </c:pt>
                <c:pt idx="20">
                  <c:v>-0.34908149900000002</c:v>
                </c:pt>
                <c:pt idx="21">
                  <c:v>-0.35487730699999998</c:v>
                </c:pt>
                <c:pt idx="22">
                  <c:v>-0.36023840600000001</c:v>
                </c:pt>
                <c:pt idx="23">
                  <c:v>-0.36509247700000003</c:v>
                </c:pt>
                <c:pt idx="24">
                  <c:v>-0.36936767700000001</c:v>
                </c:pt>
                <c:pt idx="25">
                  <c:v>-0.37299327999999998</c:v>
                </c:pt>
                <c:pt idx="26">
                  <c:v>-0.37590031400000001</c:v>
                </c:pt>
                <c:pt idx="27">
                  <c:v>-0.378022211</c:v>
                </c:pt>
                <c:pt idx="28">
                  <c:v>-0.379295455</c:v>
                </c:pt>
                <c:pt idx="29">
                  <c:v>-0.37966023399999999</c:v>
                </c:pt>
                <c:pt idx="30">
                  <c:v>-0.37906106299999998</c:v>
                </c:pt>
                <c:pt idx="31">
                  <c:v>-0.37744739500000002</c:v>
                </c:pt>
                <c:pt idx="32">
                  <c:v>-0.37477418400000001</c:v>
                </c:pt>
                <c:pt idx="33">
                  <c:v>-0.37100240299999998</c:v>
                </c:pt>
                <c:pt idx="34">
                  <c:v>-0.36609951800000001</c:v>
                </c:pt>
                <c:pt idx="35">
                  <c:v>-0.36003991600000002</c:v>
                </c:pt>
                <c:pt idx="36">
                  <c:v>-0.35280529100000002</c:v>
                </c:pt>
                <c:pt idx="37">
                  <c:v>-0.34438498499999998</c:v>
                </c:pt>
                <c:pt idx="38">
                  <c:v>-0.33477628399999998</c:v>
                </c:pt>
                <c:pt idx="39">
                  <c:v>-0.32398466300000001</c:v>
                </c:pt>
                <c:pt idx="40">
                  <c:v>-0.31202395599999999</c:v>
                </c:pt>
                <c:pt idx="41">
                  <c:v>-0.29891645700000002</c:v>
                </c:pt>
                <c:pt idx="42">
                  <c:v>-0.28469291499999999</c:v>
                </c:pt>
                <c:pt idx="43">
                  <c:v>-0.26939243499999999</c:v>
                </c:pt>
                <c:pt idx="44">
                  <c:v>-0.253062273</c:v>
                </c:pt>
                <c:pt idx="45">
                  <c:v>-0.23575752799999999</c:v>
                </c:pt>
                <c:pt idx="46">
                  <c:v>-0.21754074400000001</c:v>
                </c:pt>
                <c:pt idx="47">
                  <c:v>-0.19848141799999999</c:v>
                </c:pt>
                <c:pt idx="48">
                  <c:v>-0.178655432</c:v>
                </c:pt>
                <c:pt idx="49">
                  <c:v>-0.15814441300000001</c:v>
                </c:pt>
                <c:pt idx="50">
                  <c:v>-0.13703500099999999</c:v>
                </c:pt>
                <c:pt idx="51">
                  <c:v>-0.11541806</c:v>
                </c:pt>
                <c:pt idx="52">
                  <c:v>-9.3387806000000004E-2</c:v>
                </c:pt>
                <c:pt idx="53">
                  <c:v>-7.1040880000000001E-2</c:v>
                </c:pt>
                <c:pt idx="54">
                  <c:v>-4.8475376000000001E-2</c:v>
                </c:pt>
                <c:pt idx="55">
                  <c:v>-2.5789843999999999E-2</c:v>
                </c:pt>
                <c:pt idx="56">
                  <c:v>-3.0822979999999998E-3</c:v>
                </c:pt>
                <c:pt idx="57">
                  <c:v>1.9550755999999999E-2</c:v>
                </c:pt>
                <c:pt idx="58">
                  <c:v>4.2015244E-2</c:v>
                </c:pt>
                <c:pt idx="59">
                  <c:v>6.4220398999999997E-2</c:v>
                </c:pt>
                <c:pt idx="60">
                  <c:v>8.6079561999999998E-2</c:v>
                </c:pt>
                <c:pt idx="61">
                  <c:v>0.10751092299999999</c:v>
                </c:pt>
                <c:pt idx="62">
                  <c:v>0.12843817599999999</c:v>
                </c:pt>
                <c:pt idx="63">
                  <c:v>0.14879110800000001</c:v>
                </c:pt>
                <c:pt idx="64">
                  <c:v>0.168506083</c:v>
                </c:pt>
                <c:pt idx="65">
                  <c:v>0.18752643199999999</c:v>
                </c:pt>
                <c:pt idx="66">
                  <c:v>0.20580272599999999</c:v>
                </c:pt>
                <c:pt idx="67">
                  <c:v>0.223292923</c:v>
                </c:pt>
                <c:pt idx="68">
                  <c:v>0.239962394</c:v>
                </c:pt>
                <c:pt idx="69">
                  <c:v>0.25578382</c:v>
                </c:pt>
                <c:pt idx="70">
                  <c:v>0.27073698299999999</c:v>
                </c:pt>
                <c:pt idx="71">
                  <c:v>0.28480845199999999</c:v>
                </c:pt>
                <c:pt idx="72">
                  <c:v>0.29799119000000002</c:v>
                </c:pt>
                <c:pt idx="73">
                  <c:v>0.31028409299999998</c:v>
                </c:pt>
                <c:pt idx="74">
                  <c:v>0.32169147100000001</c:v>
                </c:pt>
                <c:pt idx="75">
                  <c:v>0.33222248500000001</c:v>
                </c:pt>
                <c:pt idx="76">
                  <c:v>0.34189054400000002</c:v>
                </c:pt>
                <c:pt idx="77">
                  <c:v>0.350712684</c:v>
                </c:pt>
                <c:pt idx="78">
                  <c:v>0.35870892999999998</c:v>
                </c:pt>
                <c:pt idx="79">
                  <c:v>0.36590166899999998</c:v>
                </c:pt>
                <c:pt idx="80">
                  <c:v>0.37231505100000001</c:v>
                </c:pt>
                <c:pt idx="81">
                  <c:v>0.377974433</c:v>
                </c:pt>
                <c:pt idx="82">
                  <c:v>0.38290587999999998</c:v>
                </c:pt>
                <c:pt idx="83">
                  <c:v>0.38713573899999998</c:v>
                </c:pt>
                <c:pt idx="84">
                  <c:v>0.39069026800000001</c:v>
                </c:pt>
                <c:pt idx="85">
                  <c:v>0.39359533699999999</c:v>
                </c:pt>
                <c:pt idx="86">
                  <c:v>0.39587617000000003</c:v>
                </c:pt>
                <c:pt idx="87">
                  <c:v>0.39755712999999998</c:v>
                </c:pt>
                <c:pt idx="88">
                  <c:v>0.398661547</c:v>
                </c:pt>
                <c:pt idx="89">
                  <c:v>0.39921157499999999</c:v>
                </c:pt>
                <c:pt idx="90">
                  <c:v>0.39922809199999998</c:v>
                </c:pt>
                <c:pt idx="91">
                  <c:v>0.39873064400000002</c:v>
                </c:pt>
                <c:pt idx="92">
                  <c:v>0.39773743700000003</c:v>
                </c:pt>
                <c:pt idx="93">
                  <c:v>0.396265378</c:v>
                </c:pt>
                <c:pt idx="94">
                  <c:v>0.39433015399999999</c:v>
                </c:pt>
                <c:pt idx="95">
                  <c:v>0.39194634699999997</c:v>
                </c:pt>
                <c:pt idx="96">
                  <c:v>0.38912756599999998</c:v>
                </c:pt>
                <c:pt idx="97">
                  <c:v>0.38588658300000001</c:v>
                </c:pt>
                <c:pt idx="98">
                  <c:v>0.38223547800000002</c:v>
                </c:pt>
                <c:pt idx="99">
                  <c:v>0.378185779</c:v>
                </c:pt>
                <c:pt idx="100">
                  <c:v>0.37374860100000001</c:v>
                </c:pt>
                <c:pt idx="101">
                  <c:v>0.36893479899999998</c:v>
                </c:pt>
                <c:pt idx="102">
                  <c:v>0.36375512599999998</c:v>
                </c:pt>
                <c:pt idx="103">
                  <c:v>0.35822040399999999</c:v>
                </c:pt>
                <c:pt idx="104">
                  <c:v>0.35234169999999998</c:v>
                </c:pt>
                <c:pt idx="105">
                  <c:v>0.34613050699999998</c:v>
                </c:pt>
                <c:pt idx="106">
                  <c:v>0.33959890100000001</c:v>
                </c:pt>
                <c:pt idx="107">
                  <c:v>0.332759682</c:v>
                </c:pt>
                <c:pt idx="108">
                  <c:v>0.32562648799999999</c:v>
                </c:pt>
                <c:pt idx="109">
                  <c:v>0.31821387600000001</c:v>
                </c:pt>
                <c:pt idx="110">
                  <c:v>0.31053737999999997</c:v>
                </c:pt>
                <c:pt idx="111">
                  <c:v>0.30261355499999998</c:v>
                </c:pt>
                <c:pt idx="112">
                  <c:v>0.29446000999999999</c:v>
                </c:pt>
                <c:pt idx="113">
                  <c:v>0.28609542900000001</c:v>
                </c:pt>
                <c:pt idx="114">
                  <c:v>0.27753959700000003</c:v>
                </c:pt>
                <c:pt idx="115">
                  <c:v>0.26881339799999998</c:v>
                </c:pt>
                <c:pt idx="116">
                  <c:v>0.25993880800000002</c:v>
                </c:pt>
                <c:pt idx="117">
                  <c:v>0.25093886399999998</c:v>
                </c:pt>
                <c:pt idx="118">
                  <c:v>0.24183759699999999</c:v>
                </c:pt>
                <c:pt idx="119">
                  <c:v>0.232659952</c:v>
                </c:pt>
                <c:pt idx="120">
                  <c:v>0.22343168099999999</c:v>
                </c:pt>
                <c:pt idx="121">
                  <c:v>0.21417921600000001</c:v>
                </c:pt>
                <c:pt idx="122">
                  <c:v>0.20492953699999999</c:v>
                </c:pt>
                <c:pt idx="123">
                  <c:v>0.19571001800000001</c:v>
                </c:pt>
                <c:pt idx="124">
                  <c:v>0.18654825899999999</c:v>
                </c:pt>
                <c:pt idx="125">
                  <c:v>0.17747188999999999</c:v>
                </c:pt>
                <c:pt idx="126">
                  <c:v>0.168508344</c:v>
                </c:pt>
                <c:pt idx="127">
                  <c:v>0.15968459500000001</c:v>
                </c:pt>
                <c:pt idx="128">
                  <c:v>0.15102685699999999</c:v>
                </c:pt>
                <c:pt idx="129">
                  <c:v>0.14256025899999999</c:v>
                </c:pt>
                <c:pt idx="130">
                  <c:v>0.134308502</c:v>
                </c:pt>
                <c:pt idx="131">
                  <c:v>0.12629351799999999</c:v>
                </c:pt>
                <c:pt idx="132">
                  <c:v>0.118535138</c:v>
                </c:pt>
                <c:pt idx="133">
                  <c:v>0.111050785</c:v>
                </c:pt>
                <c:pt idx="134">
                  <c:v>0.103855196</c:v>
                </c:pt>
                <c:pt idx="135">
                  <c:v>9.6960172999999997E-2</c:v>
                </c:pt>
                <c:pt idx="136">
                  <c:v>9.0374357000000002E-2</c:v>
                </c:pt>
                <c:pt idx="137">
                  <c:v>8.4103038000000005E-2</c:v>
                </c:pt>
                <c:pt idx="138">
                  <c:v>7.8147997999999996E-2</c:v>
                </c:pt>
                <c:pt idx="139">
                  <c:v>7.2507400999999999E-2</c:v>
                </c:pt>
                <c:pt idx="140">
                  <c:v>6.7175739999999998E-2</c:v>
                </c:pt>
                <c:pt idx="141">
                  <c:v>6.2143852999999999E-2</c:v>
                </c:pt>
                <c:pt idx="142">
                  <c:v>5.7399036000000001E-2</c:v>
                </c:pt>
                <c:pt idx="143">
                  <c:v>5.2925224E-2</c:v>
                </c:pt>
                <c:pt idx="144">
                  <c:v>4.8703268000000001E-2</c:v>
                </c:pt>
                <c:pt idx="145">
                  <c:v>4.4711290000000001E-2</c:v>
                </c:pt>
                <c:pt idx="146">
                  <c:v>4.0925085E-2</c:v>
                </c:pt>
                <c:pt idx="147">
                  <c:v>3.7318589999999999E-2</c:v>
                </c:pt>
                <c:pt idx="148">
                  <c:v>3.3864379999999999E-2</c:v>
                </c:pt>
                <c:pt idx="149">
                  <c:v>3.0534190999999999E-2</c:v>
                </c:pt>
                <c:pt idx="150">
                  <c:v>2.7299475E-2</c:v>
                </c:pt>
                <c:pt idx="151">
                  <c:v>2.4131961E-2</c:v>
                </c:pt>
                <c:pt idx="152">
                  <c:v>2.1004233000000001E-2</c:v>
                </c:pt>
                <c:pt idx="153">
                  <c:v>1.7890296999999999E-2</c:v>
                </c:pt>
                <c:pt idx="154">
                  <c:v>1.4766128999999999E-2</c:v>
                </c:pt>
                <c:pt idx="155">
                  <c:v>1.1610179E-2</c:v>
                </c:pt>
                <c:pt idx="156">
                  <c:v>8.4038059999999998E-3</c:v>
                </c:pt>
                <c:pt idx="157">
                  <c:v>5.1316399999999998E-3</c:v>
                </c:pt>
                <c:pt idx="158">
                  <c:v>1.7818409999999999E-3</c:v>
                </c:pt>
                <c:pt idx="159">
                  <c:v>-1.6537310000000001E-3</c:v>
                </c:pt>
                <c:pt idx="160">
                  <c:v>-5.1794400000000004E-3</c:v>
                </c:pt>
                <c:pt idx="161">
                  <c:v>-8.7958900000000007E-3</c:v>
                </c:pt>
                <c:pt idx="162">
                  <c:v>-1.2500008E-2</c:v>
                </c:pt>
                <c:pt idx="163">
                  <c:v>-1.6285204000000001E-2</c:v>
                </c:pt>
                <c:pt idx="164">
                  <c:v>-2.0141591E-2</c:v>
                </c:pt>
                <c:pt idx="165">
                  <c:v>-2.4056274999999998E-2</c:v>
                </c:pt>
                <c:pt idx="166">
                  <c:v>-2.8013693999999999E-2</c:v>
                </c:pt>
                <c:pt idx="167">
                  <c:v>-3.199602E-2</c:v>
                </c:pt>
                <c:pt idx="168">
                  <c:v>-3.5983598999999998E-2</c:v>
                </c:pt>
                <c:pt idx="169">
                  <c:v>-3.9955421999999997E-2</c:v>
                </c:pt>
                <c:pt idx="170">
                  <c:v>-4.3889598000000002E-2</c:v>
                </c:pt>
                <c:pt idx="171">
                  <c:v>-4.7763831E-2</c:v>
                </c:pt>
                <c:pt idx="172">
                  <c:v>-5.1555851E-2</c:v>
                </c:pt>
                <c:pt idx="173">
                  <c:v>-5.5243816000000001E-2</c:v>
                </c:pt>
                <c:pt idx="174">
                  <c:v>-5.8806669999999998E-2</c:v>
                </c:pt>
                <c:pt idx="175">
                  <c:v>-6.2224458000000003E-2</c:v>
                </c:pt>
                <c:pt idx="176">
                  <c:v>-6.5478598999999998E-2</c:v>
                </c:pt>
                <c:pt idx="177">
                  <c:v>-6.8552125000000005E-2</c:v>
                </c:pt>
                <c:pt idx="178">
                  <c:v>-7.1429884999999999E-2</c:v>
                </c:pt>
                <c:pt idx="179">
                  <c:v>-7.4098708999999999E-2</c:v>
                </c:pt>
                <c:pt idx="180">
                  <c:v>-7.6547527000000004E-2</c:v>
                </c:pt>
                <c:pt idx="181">
                  <c:v>-7.8767434999999997E-2</c:v>
                </c:pt>
                <c:pt idx="182">
                  <c:v>-8.0751714000000002E-2</c:v>
                </c:pt>
                <c:pt idx="183">
                  <c:v>-8.2495786000000002E-2</c:v>
                </c:pt>
                <c:pt idx="184">
                  <c:v>-8.3997138999999998E-2</c:v>
                </c:pt>
                <c:pt idx="185">
                  <c:v>-8.5255204000000001E-2</c:v>
                </c:pt>
                <c:pt idx="186">
                  <c:v>-8.6271223999999994E-2</c:v>
                </c:pt>
                <c:pt idx="187">
                  <c:v>-8.7048108999999999E-2</c:v>
                </c:pt>
                <c:pt idx="188">
                  <c:v>-8.7590291000000001E-2</c:v>
                </c:pt>
                <c:pt idx="189">
                  <c:v>-8.7903577999999996E-2</c:v>
                </c:pt>
                <c:pt idx="190">
                  <c:v>-8.7995012999999997E-2</c:v>
                </c:pt>
                <c:pt idx="191">
                  <c:v>-8.7872739000000005E-2</c:v>
                </c:pt>
                <c:pt idx="192">
                  <c:v>-8.7545853000000007E-2</c:v>
                </c:pt>
                <c:pt idx="193">
                  <c:v>-8.7024279999999996E-2</c:v>
                </c:pt>
                <c:pt idx="194">
                  <c:v>-8.6318640000000002E-2</c:v>
                </c:pt>
                <c:pt idx="195">
                  <c:v>-8.5440150000000006E-2</c:v>
                </c:pt>
                <c:pt idx="196">
                  <c:v>-8.4400537999999997E-2</c:v>
                </c:pt>
                <c:pt idx="197">
                  <c:v>-8.3211983000000003E-2</c:v>
                </c:pt>
                <c:pt idx="198">
                  <c:v>-8.1887082999999999E-2</c:v>
                </c:pt>
                <c:pt idx="199">
                  <c:v>-8.0438826000000005E-2</c:v>
                </c:pt>
                <c:pt idx="200">
                  <c:v>-7.8880559000000003E-2</c:v>
                </c:pt>
                <c:pt idx="201">
                  <c:v>-7.7225952E-2</c:v>
                </c:pt>
                <c:pt idx="202">
                  <c:v>-7.5488923999999999E-2</c:v>
                </c:pt>
                <c:pt idx="203">
                  <c:v>-7.3683547000000002E-2</c:v>
                </c:pt>
                <c:pt idx="204">
                  <c:v>-7.1823933000000006E-2</c:v>
                </c:pt>
                <c:pt idx="205">
                  <c:v>-6.9924097000000004E-2</c:v>
                </c:pt>
                <c:pt idx="206">
                  <c:v>-6.7997826999999997E-2</c:v>
                </c:pt>
                <c:pt idx="207">
                  <c:v>-6.6058555000000005E-2</c:v>
                </c:pt>
                <c:pt idx="208">
                  <c:v>-6.4119248000000004E-2</c:v>
                </c:pt>
                <c:pt idx="209">
                  <c:v>-6.2192312E-2</c:v>
                </c:pt>
                <c:pt idx="210">
                  <c:v>-6.0289506E-2</c:v>
                </c:pt>
                <c:pt idx="211">
                  <c:v>-5.8421867000000002E-2</c:v>
                </c:pt>
                <c:pt idx="212">
                  <c:v>-5.6599631999999997E-2</c:v>
                </c:pt>
                <c:pt idx="213">
                  <c:v>-5.4832168000000001E-2</c:v>
                </c:pt>
                <c:pt idx="214">
                  <c:v>-5.3127898E-2</c:v>
                </c:pt>
                <c:pt idx="215">
                  <c:v>-5.1494247E-2</c:v>
                </c:pt>
                <c:pt idx="216">
                  <c:v>-4.993761E-2</c:v>
                </c:pt>
                <c:pt idx="217">
                  <c:v>-4.8463341E-2</c:v>
                </c:pt>
                <c:pt idx="218">
                  <c:v>-4.7075779999999998E-2</c:v>
                </c:pt>
                <c:pt idx="219">
                  <c:v>-4.5778298000000002E-2</c:v>
                </c:pt>
                <c:pt idx="220">
                  <c:v>-4.4573371000000001E-2</c:v>
                </c:pt>
                <c:pt idx="221">
                  <c:v>-4.3462647E-2</c:v>
                </c:pt>
                <c:pt idx="222">
                  <c:v>-4.2447033000000002E-2</c:v>
                </c:pt>
                <c:pt idx="223">
                  <c:v>-4.1526759000000003E-2</c:v>
                </c:pt>
                <c:pt idx="224">
                  <c:v>-4.0701455999999997E-2</c:v>
                </c:pt>
                <c:pt idx="225">
                  <c:v>-3.9970233000000001E-2</c:v>
                </c:pt>
                <c:pt idx="226">
                  <c:v>-3.9331758000000001E-2</c:v>
                </c:pt>
                <c:pt idx="227">
                  <c:v>-3.8784355E-2</c:v>
                </c:pt>
                <c:pt idx="228">
                  <c:v>-3.8326107999999998E-2</c:v>
                </c:pt>
                <c:pt idx="229">
                  <c:v>-3.7954969999999998E-2</c:v>
                </c:pt>
                <c:pt idx="230">
                  <c:v>-3.7668860999999998E-2</c:v>
                </c:pt>
                <c:pt idx="231">
                  <c:v>-3.7465755000000003E-2</c:v>
                </c:pt>
                <c:pt idx="232">
                  <c:v>-3.7343738000000001E-2</c:v>
                </c:pt>
                <c:pt idx="233">
                  <c:v>-3.7301042E-2</c:v>
                </c:pt>
                <c:pt idx="234">
                  <c:v>-3.7336052000000002E-2</c:v>
                </c:pt>
                <c:pt idx="235">
                  <c:v>-3.7447302000000002E-2</c:v>
                </c:pt>
                <c:pt idx="236">
                  <c:v>-3.7633456000000003E-2</c:v>
                </c:pt>
                <c:pt idx="237">
                  <c:v>-3.7893281000000001E-2</c:v>
                </c:pt>
                <c:pt idx="238">
                  <c:v>-3.8225628999999997E-2</c:v>
                </c:pt>
                <c:pt idx="239">
                  <c:v>-3.8629400000000001E-2</c:v>
                </c:pt>
                <c:pt idx="240">
                  <c:v>-3.9103508000000002E-2</c:v>
                </c:pt>
                <c:pt idx="241">
                  <c:v>-3.9646832999999999E-2</c:v>
                </c:pt>
                <c:pt idx="242">
                  <c:v>-4.0258154999999997E-2</c:v>
                </c:pt>
                <c:pt idx="243">
                  <c:v>-4.0936092E-2</c:v>
                </c:pt>
                <c:pt idx="244">
                  <c:v>-4.1679035000000003E-2</c:v>
                </c:pt>
                <c:pt idx="245">
                  <c:v>-4.2485098999999998E-2</c:v>
                </c:pt>
                <c:pt idx="246">
                  <c:v>-4.3352102000000003E-2</c:v>
                </c:pt>
                <c:pt idx="247">
                  <c:v>-4.4277587E-2</c:v>
                </c:pt>
                <c:pt idx="248">
                  <c:v>-4.5258865000000002E-2</c:v>
                </c:pt>
                <c:pt idx="249">
                  <c:v>-4.6293103000000002E-2</c:v>
                </c:pt>
                <c:pt idx="250">
                  <c:v>-4.7377428999999999E-2</c:v>
                </c:pt>
                <c:pt idx="251">
                  <c:v>-4.8509044000000001E-2</c:v>
                </c:pt>
                <c:pt idx="252">
                  <c:v>-4.9685339000000002E-2</c:v>
                </c:pt>
                <c:pt idx="253">
                  <c:v>-5.0903994000000001E-2</c:v>
                </c:pt>
                <c:pt idx="254">
                  <c:v>-5.2163078000000002E-2</c:v>
                </c:pt>
                <c:pt idx="255">
                  <c:v>-5.3461138999999998E-2</c:v>
                </c:pt>
                <c:pt idx="256">
                  <c:v>-5.4797284000000002E-2</c:v>
                </c:pt>
                <c:pt idx="257">
                  <c:v>-5.6171272000000001E-2</c:v>
                </c:pt>
                <c:pt idx="258">
                  <c:v>-5.7583586999999999E-2</c:v>
                </c:pt>
                <c:pt idx="259">
                  <c:v>-5.9035513999999997E-2</c:v>
                </c:pt>
                <c:pt idx="260">
                  <c:v>-6.0529189999999997E-2</c:v>
                </c:pt>
                <c:pt idx="261">
                  <c:v>-6.2067628999999999E-2</c:v>
                </c:pt>
                <c:pt idx="262">
                  <c:v>-6.3654701999999994E-2</c:v>
                </c:pt>
                <c:pt idx="263">
                  <c:v>-6.5295083000000004E-2</c:v>
                </c:pt>
                <c:pt idx="264">
                  <c:v>-6.6994146000000004E-2</c:v>
                </c:pt>
                <c:pt idx="265">
                  <c:v>-6.8757832000000005E-2</c:v>
                </c:pt>
                <c:pt idx="266">
                  <c:v>-7.0592483999999997E-2</c:v>
                </c:pt>
                <c:pt idx="267">
                  <c:v>-7.2504659999999999E-2</c:v>
                </c:pt>
                <c:pt idx="268">
                  <c:v>-7.4500932000000006E-2</c:v>
                </c:pt>
                <c:pt idx="269">
                  <c:v>-7.6587662000000001E-2</c:v>
                </c:pt>
                <c:pt idx="270">
                  <c:v>-7.8770762999999994E-2</c:v>
                </c:pt>
                <c:pt idx="271">
                  <c:v>-8.1055440000000006E-2</c:v>
                </c:pt>
                <c:pt idx="272">
                  <c:v>-8.3445910999999998E-2</c:v>
                </c:pt>
                <c:pt idx="273">
                  <c:v>-8.5945120999999999E-2</c:v>
                </c:pt>
                <c:pt idx="274">
                  <c:v>-8.8554461000000001E-2</c:v>
                </c:pt>
                <c:pt idx="275">
                  <c:v>-9.1273507000000004E-2</c:v>
                </c:pt>
                <c:pt idx="276">
                  <c:v>-9.4099798999999998E-2</c:v>
                </c:pt>
                <c:pt idx="277">
                  <c:v>-9.7028671999999996E-2</c:v>
                </c:pt>
                <c:pt idx="278">
                  <c:v>-0.10005315400000001</c:v>
                </c:pt>
                <c:pt idx="279">
                  <c:v>-0.10316392200000001</c:v>
                </c:pt>
                <c:pt idx="280">
                  <c:v>-0.10634932</c:v>
                </c:pt>
                <c:pt idx="281">
                  <c:v>-0.109595437</c:v>
                </c:pt>
                <c:pt idx="282">
                  <c:v>-0.11288622299999999</c:v>
                </c:pt>
                <c:pt idx="283">
                  <c:v>-0.116203663</c:v>
                </c:pt>
                <c:pt idx="284">
                  <c:v>-0.119527992</c:v>
                </c:pt>
                <c:pt idx="285">
                  <c:v>-0.122837959</c:v>
                </c:pt>
                <c:pt idx="286">
                  <c:v>-0.126111156</c:v>
                </c:pt>
                <c:pt idx="287">
                  <c:v>-0.12932438600000001</c:v>
                </c:pt>
                <c:pt idx="288">
                  <c:v>-0.132454085</c:v>
                </c:pt>
                <c:pt idx="289">
                  <c:v>-0.135476769</c:v>
                </c:pt>
                <c:pt idx="290">
                  <c:v>-0.13836949500000001</c:v>
                </c:pt>
                <c:pt idx="291">
                  <c:v>-0.14111031199999999</c:v>
                </c:pt>
                <c:pt idx="292">
                  <c:v>-0.143678691</c:v>
                </c:pt>
                <c:pt idx="293">
                  <c:v>-0.14605591000000001</c:v>
                </c:pt>
                <c:pt idx="294">
                  <c:v>-0.148225405</c:v>
                </c:pt>
                <c:pt idx="295">
                  <c:v>-0.15017306999999999</c:v>
                </c:pt>
                <c:pt idx="296">
                  <c:v>-0.151887517</c:v>
                </c:pt>
                <c:pt idx="297">
                  <c:v>-0.15336028500000001</c:v>
                </c:pt>
                <c:pt idx="298">
                  <c:v>-0.15458601199999999</c:v>
                </c:pt>
                <c:pt idx="299">
                  <c:v>-0.155562547</c:v>
                </c:pt>
                <c:pt idx="300">
                  <c:v>-0.15629100300000001</c:v>
                </c:pt>
                <c:pt idx="301">
                  <c:v>-0.156775743</c:v>
                </c:pt>
                <c:pt idx="302">
                  <c:v>-0.15702429700000001</c:v>
                </c:pt>
                <c:pt idx="303">
                  <c:v>-0.15704720999999999</c:v>
                </c:pt>
                <c:pt idx="304">
                  <c:v>-0.15685782600000001</c:v>
                </c:pt>
                <c:pt idx="305">
                  <c:v>-0.15647203400000001</c:v>
                </c:pt>
                <c:pt idx="306">
                  <c:v>-0.15590797300000001</c:v>
                </c:pt>
                <c:pt idx="307">
                  <c:v>-0.155185724</c:v>
                </c:pt>
                <c:pt idx="308">
                  <c:v>-0.15432699</c:v>
                </c:pt>
                <c:pt idx="309">
                  <c:v>-0.153354772</c:v>
                </c:pt>
                <c:pt idx="310">
                  <c:v>-0.15229305000000001</c:v>
                </c:pt>
                <c:pt idx="311">
                  <c:v>-0.15116645300000001</c:v>
                </c:pt>
                <c:pt idx="312">
                  <c:v>-0.14999994899999999</c:v>
                </c:pt>
                <c:pt idx="313">
                  <c:v>-0.148818535</c:v>
                </c:pt>
                <c:pt idx="314">
                  <c:v>-0.14764695999999999</c:v>
                </c:pt>
                <c:pt idx="315">
                  <c:v>-0.146509482</c:v>
                </c:pt>
                <c:pt idx="316">
                  <c:v>-0.14542967200000001</c:v>
                </c:pt>
                <c:pt idx="317">
                  <c:v>-0.14443027</c:v>
                </c:pt>
                <c:pt idx="318">
                  <c:v>-0.143533088</c:v>
                </c:pt>
                <c:pt idx="319">
                  <c:v>-0.14275896299999999</c:v>
                </c:pt>
                <c:pt idx="320">
                  <c:v>-0.14212771900000001</c:v>
                </c:pt>
                <c:pt idx="321">
                  <c:v>-0.14165815000000001</c:v>
                </c:pt>
                <c:pt idx="322">
                  <c:v>-0.141367987</c:v>
                </c:pt>
                <c:pt idx="323">
                  <c:v>-0.141273857</c:v>
                </c:pt>
                <c:pt idx="324">
                  <c:v>-0.14139122100000001</c:v>
                </c:pt>
                <c:pt idx="325">
                  <c:v>-0.14173429700000001</c:v>
                </c:pt>
                <c:pt idx="326">
                  <c:v>-0.142315987</c:v>
                </c:pt>
                <c:pt idx="327">
                  <c:v>-0.14314779599999999</c:v>
                </c:pt>
                <c:pt idx="328">
                  <c:v>-0.14423976199999999</c:v>
                </c:pt>
                <c:pt idx="329">
                  <c:v>-0.145600387</c:v>
                </c:pt>
                <c:pt idx="330">
                  <c:v>-0.14723657300000001</c:v>
                </c:pt>
                <c:pt idx="331">
                  <c:v>-0.14915355499999999</c:v>
                </c:pt>
                <c:pt idx="332">
                  <c:v>-0.151354831</c:v>
                </c:pt>
                <c:pt idx="333">
                  <c:v>-0.15384208599999999</c:v>
                </c:pt>
                <c:pt idx="334">
                  <c:v>-0.15661513399999999</c:v>
                </c:pt>
                <c:pt idx="335">
                  <c:v>-0.159671865</c:v>
                </c:pt>
                <c:pt idx="336">
                  <c:v>-0.16300822200000001</c:v>
                </c:pt>
                <c:pt idx="337">
                  <c:v>-0.16661820999999999</c:v>
                </c:pt>
                <c:pt idx="338">
                  <c:v>-0.17049393600000001</c:v>
                </c:pt>
                <c:pt idx="339">
                  <c:v>-0.17462566800000001</c:v>
                </c:pt>
                <c:pt idx="340">
                  <c:v>-0.17900192500000001</c:v>
                </c:pt>
                <c:pt idx="341">
                  <c:v>-0.18360956</c:v>
                </c:pt>
                <c:pt idx="342">
                  <c:v>-0.18843384699999999</c:v>
                </c:pt>
                <c:pt idx="343">
                  <c:v>-0.193458554</c:v>
                </c:pt>
                <c:pt idx="344">
                  <c:v>-0.198666019</c:v>
                </c:pt>
                <c:pt idx="345">
                  <c:v>-0.204037207</c:v>
                </c:pt>
                <c:pt idx="346">
                  <c:v>-0.20955177999999999</c:v>
                </c:pt>
                <c:pt idx="347">
                  <c:v>-0.21518815499999999</c:v>
                </c:pt>
                <c:pt idx="348">
                  <c:v>-0.22092357400000001</c:v>
                </c:pt>
                <c:pt idx="349">
                  <c:v>-0.22673415399999999</c:v>
                </c:pt>
                <c:pt idx="350">
                  <c:v>-0.232594934</c:v>
                </c:pt>
                <c:pt idx="351">
                  <c:v>-0.238479896</c:v>
                </c:pt>
                <c:pt idx="352">
                  <c:v>-0.24436196499999999</c:v>
                </c:pt>
                <c:pt idx="353">
                  <c:v>-0.25021299200000002</c:v>
                </c:pt>
                <c:pt idx="354">
                  <c:v>-0.25600372500000002</c:v>
                </c:pt>
                <c:pt idx="355">
                  <c:v>-0.26170378700000002</c:v>
                </c:pt>
                <c:pt idx="356">
                  <c:v>-0.267281663</c:v>
                </c:pt>
                <c:pt idx="357">
                  <c:v>-0.27270471400000001</c:v>
                </c:pt>
                <c:pt idx="358">
                  <c:v>-0.27793921199999999</c:v>
                </c:pt>
                <c:pt idx="359">
                  <c:v>-0.28295040100000002</c:v>
                </c:pt>
                <c:pt idx="360">
                  <c:v>-0.28770257300000002</c:v>
                </c:pt>
                <c:pt idx="361">
                  <c:v>-0.29215916199999997</c:v>
                </c:pt>
                <c:pt idx="362">
                  <c:v>-0.29628284500000002</c:v>
                </c:pt>
                <c:pt idx="363">
                  <c:v>-0.30003566799999998</c:v>
                </c:pt>
                <c:pt idx="364">
                  <c:v>-0.30337919600000002</c:v>
                </c:pt>
                <c:pt idx="365">
                  <c:v>-0.30627470699999998</c:v>
                </c:pt>
                <c:pt idx="366">
                  <c:v>-0.308683441</c:v>
                </c:pt>
                <c:pt idx="367">
                  <c:v>-0.31056690300000001</c:v>
                </c:pt>
                <c:pt idx="368">
                  <c:v>-0.31188723000000002</c:v>
                </c:pt>
                <c:pt idx="369">
                  <c:v>-0.31260760599999998</c:v>
                </c:pt>
                <c:pt idx="370">
                  <c:v>-0.31269271599999998</c:v>
                </c:pt>
                <c:pt idx="371">
                  <c:v>-0.31210921699999999</c:v>
                </c:pt>
                <c:pt idx="372">
                  <c:v>-0.31082622100000001</c:v>
                </c:pt>
                <c:pt idx="373">
                  <c:v>-0.30881576599999999</c:v>
                </c:pt>
                <c:pt idx="374">
                  <c:v>-0.30605326999999999</c:v>
                </c:pt>
                <c:pt idx="375">
                  <c:v>-0.30251797400000002</c:v>
                </c:pt>
                <c:pt idx="376">
                  <c:v>-0.29819335299999999</c:v>
                </c:pt>
                <c:pt idx="377">
                  <c:v>-0.29306750500000001</c:v>
                </c:pt>
                <c:pt idx="378">
                  <c:v>-0.28713349399999999</c:v>
                </c:pt>
                <c:pt idx="379">
                  <c:v>-0.28038964500000002</c:v>
                </c:pt>
                <c:pt idx="380">
                  <c:v>-0.27283976399999998</c:v>
                </c:pt>
                <c:pt idx="381">
                  <c:v>-0.26449328700000002</c:v>
                </c:pt>
                <c:pt idx="382">
                  <c:v>-0.255365332</c:v>
                </c:pt>
                <c:pt idx="383">
                  <c:v>-0.24547664899999999</c:v>
                </c:pt>
                <c:pt idx="384">
                  <c:v>-0.23485349599999999</c:v>
                </c:pt>
                <c:pt idx="385">
                  <c:v>-0.22352740900000001</c:v>
                </c:pt>
                <c:pt idx="386">
                  <c:v>-0.21153491199999999</c:v>
                </c:pt>
                <c:pt idx="387">
                  <c:v>-0.19891714899999999</c:v>
                </c:pt>
                <c:pt idx="388">
                  <c:v>-0.18571945200000001</c:v>
                </c:pt>
                <c:pt idx="389">
                  <c:v>-0.17199085</c:v>
                </c:pt>
                <c:pt idx="390">
                  <c:v>-0.15778352100000001</c:v>
                </c:pt>
                <c:pt idx="391">
                  <c:v>-0.14315217999999999</c:v>
                </c:pt>
                <c:pt idx="392">
                  <c:v>-0.12815342099999999</c:v>
                </c:pt>
                <c:pt idx="393">
                  <c:v>-0.11284501299999999</c:v>
                </c:pt>
                <c:pt idx="394">
                  <c:v>-9.7285188999999994E-2</c:v>
                </c:pt>
                <c:pt idx="395">
                  <c:v>-8.1531922000000007E-2</c:v>
                </c:pt>
                <c:pt idx="396">
                  <c:v>-6.5642241000000004E-2</c:v>
                </c:pt>
                <c:pt idx="397">
                  <c:v>-4.9671592000000001E-2</c:v>
                </c:pt>
                <c:pt idx="398">
                  <c:v>-3.3673267999999999E-2</c:v>
                </c:pt>
                <c:pt idx="399">
                  <c:v>-1.7697912999999999E-2</c:v>
                </c:pt>
                <c:pt idx="400">
                  <c:v>-1.793113E-3</c:v>
                </c:pt>
                <c:pt idx="401">
                  <c:v>1.3996938E-2</c:v>
                </c:pt>
                <c:pt idx="402">
                  <c:v>2.9631679000000001E-2</c:v>
                </c:pt>
                <c:pt idx="403">
                  <c:v>4.5074345000000002E-2</c:v>
                </c:pt>
                <c:pt idx="404">
                  <c:v>6.0292027999999998E-2</c:v>
                </c:pt>
                <c:pt idx="405">
                  <c:v>7.5255653000000006E-2</c:v>
                </c:pt>
                <c:pt idx="406">
                  <c:v>8.9939852000000001E-2</c:v>
                </c:pt>
                <c:pt idx="407">
                  <c:v>0.104322756</c:v>
                </c:pt>
                <c:pt idx="408">
                  <c:v>0.118385693</c:v>
                </c:pt>
                <c:pt idx="409">
                  <c:v>0.13211284200000001</c:v>
                </c:pt>
                <c:pt idx="410">
                  <c:v>0.14549083300000001</c:v>
                </c:pt>
                <c:pt idx="411">
                  <c:v>0.158508341</c:v>
                </c:pt>
                <c:pt idx="412">
                  <c:v>0.17115567500000001</c:v>
                </c:pt>
                <c:pt idx="413">
                  <c:v>0.18342438699999999</c:v>
                </c:pt>
                <c:pt idx="414">
                  <c:v>0.195306902</c:v>
                </c:pt>
                <c:pt idx="415">
                  <c:v>0.206796175</c:v>
                </c:pt>
                <c:pt idx="416">
                  <c:v>0.21788538399999999</c:v>
                </c:pt>
                <c:pt idx="417">
                  <c:v>0.22856764700000001</c:v>
                </c:pt>
                <c:pt idx="418">
                  <c:v>0.23883578899999999</c:v>
                </c:pt>
                <c:pt idx="419">
                  <c:v>0.24868214299999999</c:v>
                </c:pt>
                <c:pt idx="420">
                  <c:v>0.25809842399999999</c:v>
                </c:pt>
                <c:pt idx="421">
                  <c:v>0.26707565100000003</c:v>
                </c:pt>
                <c:pt idx="422">
                  <c:v>0.27560415399999999</c:v>
                </c:pt>
                <c:pt idx="423">
                  <c:v>0.28367363000000001</c:v>
                </c:pt>
                <c:pt idx="424">
                  <c:v>0.291273265</c:v>
                </c:pt>
                <c:pt idx="425">
                  <c:v>0.29839189700000002</c:v>
                </c:pt>
                <c:pt idx="426">
                  <c:v>0.30501820400000001</c:v>
                </c:pt>
                <c:pt idx="427">
                  <c:v>0.31114092100000001</c:v>
                </c:pt>
                <c:pt idx="428">
                  <c:v>0.31674906000000003</c:v>
                </c:pt>
                <c:pt idx="429">
                  <c:v>0.32183214399999999</c:v>
                </c:pt>
                <c:pt idx="430">
                  <c:v>0.32638044700000002</c:v>
                </c:pt>
                <c:pt idx="431">
                  <c:v>0.33038524699999999</c:v>
                </c:pt>
                <c:pt idx="432">
                  <c:v>0.33383907800000001</c:v>
                </c:pt>
                <c:pt idx="433">
                  <c:v>0.33673598300000002</c:v>
                </c:pt>
                <c:pt idx="434">
                  <c:v>0.339071752</c:v>
                </c:pt>
                <c:pt idx="435">
                  <c:v>0.34084412200000003</c:v>
                </c:pt>
                <c:pt idx="436">
                  <c:v>0.342052933</c:v>
                </c:pt>
                <c:pt idx="437">
                  <c:v>0.34270023799999999</c:v>
                </c:pt>
                <c:pt idx="438">
                  <c:v>0.342790347</c:v>
                </c:pt>
                <c:pt idx="439">
                  <c:v>0.342329824</c:v>
                </c:pt>
                <c:pt idx="440">
                  <c:v>0.34132745199999998</c:v>
                </c:pt>
                <c:pt idx="441">
                  <c:v>0.33979416200000001</c:v>
                </c:pt>
                <c:pt idx="442">
                  <c:v>0.33774296300000001</c:v>
                </c:pt>
                <c:pt idx="443">
                  <c:v>0.33518885999999998</c:v>
                </c:pt>
                <c:pt idx="444">
                  <c:v>0.33214877999999998</c:v>
                </c:pt>
                <c:pt idx="445">
                  <c:v>0.32864149100000001</c:v>
                </c:pt>
                <c:pt idx="446">
                  <c:v>0.32468753</c:v>
                </c:pt>
                <c:pt idx="447">
                  <c:v>0.32030911699999998</c:v>
                </c:pt>
                <c:pt idx="448">
                  <c:v>0.31553007500000002</c:v>
                </c:pt>
                <c:pt idx="449">
                  <c:v>0.31037574600000001</c:v>
                </c:pt>
                <c:pt idx="450">
                  <c:v>0.30487291500000002</c:v>
                </c:pt>
                <c:pt idx="451">
                  <c:v>0.29904973800000001</c:v>
                </c:pt>
                <c:pt idx="452">
                  <c:v>0.29293567700000001</c:v>
                </c:pt>
                <c:pt idx="453">
                  <c:v>0.286561444</c:v>
                </c:pt>
                <c:pt idx="454">
                  <c:v>0.279958922</c:v>
                </c:pt>
                <c:pt idx="455">
                  <c:v>0.27316107299999998</c:v>
                </c:pt>
                <c:pt idx="456">
                  <c:v>0.26620180500000001</c:v>
                </c:pt>
                <c:pt idx="457">
                  <c:v>0.25911580099999998</c:v>
                </c:pt>
                <c:pt idx="458">
                  <c:v>0.2519383</c:v>
                </c:pt>
                <c:pt idx="459">
                  <c:v>0.24470483500000001</c:v>
                </c:pt>
                <c:pt idx="460">
                  <c:v>0.23745094899999999</c:v>
                </c:pt>
                <c:pt idx="461">
                  <c:v>0.23021187300000001</c:v>
                </c:pt>
                <c:pt idx="462">
                  <c:v>0.223022204</c:v>
                </c:pt>
                <c:pt idx="463">
                  <c:v>0.21591556100000001</c:v>
                </c:pt>
                <c:pt idx="464">
                  <c:v>0.20892423900000001</c:v>
                </c:pt>
                <c:pt idx="465">
                  <c:v>0.20207884100000001</c:v>
                </c:pt>
                <c:pt idx="466">
                  <c:v>0.19540791099999999</c:v>
                </c:pt>
                <c:pt idx="467">
                  <c:v>0.18893755200000001</c:v>
                </c:pt>
                <c:pt idx="468">
                  <c:v>0.18269105299999999</c:v>
                </c:pt>
                <c:pt idx="469">
                  <c:v>0.17668853100000001</c:v>
                </c:pt>
                <c:pt idx="470">
                  <c:v>0.170946605</c:v>
                </c:pt>
                <c:pt idx="471">
                  <c:v>0.165478126</c:v>
                </c:pt>
                <c:pt idx="472">
                  <c:v>0.16029196300000001</c:v>
                </c:pt>
                <c:pt idx="473">
                  <c:v>0.155392855</c:v>
                </c:pt>
                <c:pt idx="474">
                  <c:v>0.15078133099999999</c:v>
                </c:pt>
                <c:pt idx="475">
                  <c:v>0.14645369699999999</c:v>
                </c:pt>
                <c:pt idx="476">
                  <c:v>0.14240207499999999</c:v>
                </c:pt>
                <c:pt idx="477">
                  <c:v>0.138614503</c:v>
                </c:pt>
                <c:pt idx="478">
                  <c:v>0.135075103</c:v>
                </c:pt>
                <c:pt idx="479">
                  <c:v>0.131764296</c:v>
                </c:pt>
                <c:pt idx="480">
                  <c:v>0.12865910799999999</c:v>
                </c:pt>
                <c:pt idx="481">
                  <c:v>0.125733541</c:v>
                </c:pt>
                <c:pt idx="482">
                  <c:v>0.122959019</c:v>
                </c:pt>
                <c:pt idx="483">
                  <c:v>0.12030491</c:v>
                </c:pt>
                <c:pt idx="484">
                  <c:v>0.117739092</c:v>
                </c:pt>
                <c:pt idx="485">
                  <c:v>0.115228551</c:v>
                </c:pt>
                <c:pt idx="486">
                  <c:v>0.11273999799999999</c:v>
                </c:pt>
                <c:pt idx="487">
                  <c:v>0.11024047100000001</c:v>
                </c:pt>
                <c:pt idx="488">
                  <c:v>0.107697919</c:v>
                </c:pt>
                <c:pt idx="489">
                  <c:v>0.105081749</c:v>
                </c:pt>
                <c:pt idx="490">
                  <c:v>0.10236334699999999</c:v>
                </c:pt>
                <c:pt idx="491">
                  <c:v>9.9516541E-2</c:v>
                </c:pt>
                <c:pt idx="492">
                  <c:v>9.6518039999999999E-2</c:v>
                </c:pt>
                <c:pt idx="493">
                  <c:v>9.3347798999999995E-2</c:v>
                </c:pt>
                <c:pt idx="494">
                  <c:v>8.9989343999999999E-2</c:v>
                </c:pt>
                <c:pt idx="495">
                  <c:v>8.6430010000000002E-2</c:v>
                </c:pt>
                <c:pt idx="496">
                  <c:v>8.2661103999999999E-2</c:v>
                </c:pt>
                <c:pt idx="497">
                  <c:v>7.8677987000000005E-2</c:v>
                </c:pt>
                <c:pt idx="498">
                  <c:v>7.4480070999999995E-2</c:v>
                </c:pt>
                <c:pt idx="499">
                  <c:v>7.0070745000000004E-2</c:v>
                </c:pt>
                <c:pt idx="500">
                  <c:v>6.5457235000000003E-2</c:v>
                </c:pt>
                <c:pt idx="501">
                  <c:v>6.0650419999999997E-2</c:v>
                </c:pt>
                <c:pt idx="502">
                  <c:v>5.5664610000000003E-2</c:v>
                </c:pt>
                <c:pt idx="503">
                  <c:v>5.0517276999999999E-2</c:v>
                </c:pt>
                <c:pt idx="504">
                  <c:v>4.5228770000000001E-2</c:v>
                </c:pt>
                <c:pt idx="505">
                  <c:v>3.9821976000000002E-2</c:v>
                </c:pt>
                <c:pt idx="506">
                  <c:v>3.4321969000000001E-2</c:v>
                </c:pt>
                <c:pt idx="507">
                  <c:v>2.8755606999999999E-2</c:v>
                </c:pt>
                <c:pt idx="508">
                  <c:v>2.3151133000000001E-2</c:v>
                </c:pt>
                <c:pt idx="509">
                  <c:v>1.7537754999999999E-2</c:v>
                </c:pt>
                <c:pt idx="510">
                  <c:v>1.1945241000000001E-2</c:v>
                </c:pt>
                <c:pt idx="511">
                  <c:v>6.4035439999999997E-3</c:v>
                </c:pt>
                <c:pt idx="512">
                  <c:v>9.4245899999999998E-4</c:v>
                </c:pt>
                <c:pt idx="513">
                  <c:v>-4.4086790000000004E-3</c:v>
                </c:pt>
                <c:pt idx="514">
                  <c:v>-9.6212620000000002E-3</c:v>
                </c:pt>
                <c:pt idx="515">
                  <c:v>-1.4667642999999999E-2</c:v>
                </c:pt>
                <c:pt idx="516">
                  <c:v>-1.9521349E-2</c:v>
                </c:pt>
                <c:pt idx="517">
                  <c:v>-2.4157281999999999E-2</c:v>
                </c:pt>
                <c:pt idx="518">
                  <c:v>-2.8551895000000001E-2</c:v>
                </c:pt>
                <c:pt idx="519">
                  <c:v>-3.2683374000000001E-2</c:v>
                </c:pt>
                <c:pt idx="520">
                  <c:v>-3.6531784999999997E-2</c:v>
                </c:pt>
                <c:pt idx="521">
                  <c:v>-4.0079208999999998E-2</c:v>
                </c:pt>
                <c:pt idx="522">
                  <c:v>-4.3309861999999998E-2</c:v>
                </c:pt>
                <c:pt idx="523">
                  <c:v>-4.6210186E-2</c:v>
                </c:pt>
                <c:pt idx="524">
                  <c:v>-4.8768946000000001E-2</c:v>
                </c:pt>
                <c:pt idx="525">
                  <c:v>-5.0977314000000003E-2</c:v>
                </c:pt>
                <c:pt idx="526">
                  <c:v>-5.2828963E-2</c:v>
                </c:pt>
                <c:pt idx="527">
                  <c:v>-5.4320175999999998E-2</c:v>
                </c:pt>
                <c:pt idx="528">
                  <c:v>-5.5449949999999998E-2</c:v>
                </c:pt>
                <c:pt idx="529">
                  <c:v>-5.6220096999999997E-2</c:v>
                </c:pt>
                <c:pt idx="530">
                  <c:v>-5.6635335000000002E-2</c:v>
                </c:pt>
                <c:pt idx="531">
                  <c:v>-5.6703339999999998E-2</c:v>
                </c:pt>
                <c:pt idx="532">
                  <c:v>-5.6434757000000002E-2</c:v>
                </c:pt>
                <c:pt idx="533">
                  <c:v>-5.5843177000000001E-2</c:v>
                </c:pt>
                <c:pt idx="534">
                  <c:v>-5.4945056999999999E-2</c:v>
                </c:pt>
                <c:pt idx="535">
                  <c:v>-5.3759609999999999E-2</c:v>
                </c:pt>
                <c:pt idx="536">
                  <c:v>-5.2308647E-2</c:v>
                </c:pt>
                <c:pt idx="537">
                  <c:v>-5.0616395000000002E-2</c:v>
                </c:pt>
                <c:pt idx="538">
                  <c:v>-4.8709272999999997E-2</c:v>
                </c:pt>
                <c:pt idx="539">
                  <c:v>-4.6615627E-2</c:v>
                </c:pt>
                <c:pt idx="540">
                  <c:v>-4.4365426999999999E-2</c:v>
                </c:pt>
                <c:pt idx="541">
                  <c:v>-4.1989907E-2</c:v>
                </c:pt>
                <c:pt idx="542">
                  <c:v>-3.9521166000000003E-2</c:v>
                </c:pt>
                <c:pt idx="543">
                  <c:v>-3.6991725000000003E-2</c:v>
                </c:pt>
                <c:pt idx="544">
                  <c:v>-3.4434068999999998E-2</c:v>
                </c:pt>
                <c:pt idx="545">
                  <c:v>-3.1880167000000001E-2</c:v>
                </c:pt>
                <c:pt idx="546">
                  <c:v>-2.9361014000000001E-2</c:v>
                </c:pt>
                <c:pt idx="547">
                  <c:v>-2.6906185999999999E-2</c:v>
                </c:pt>
                <c:pt idx="548">
                  <c:v>-2.4543426E-2</c:v>
                </c:pt>
                <c:pt idx="549">
                  <c:v>-2.2298262999999999E-2</c:v>
                </c:pt>
                <c:pt idx="550">
                  <c:v>-2.0193659999999999E-2</c:v>
                </c:pt>
                <c:pt idx="551">
                  <c:v>-1.8249699000000001E-2</c:v>
                </c:pt>
                <c:pt idx="552">
                  <c:v>-1.6483292E-2</c:v>
                </c:pt>
                <c:pt idx="553">
                  <c:v>-1.4907946E-2</c:v>
                </c:pt>
                <c:pt idx="554">
                  <c:v>-1.3533573E-2</c:v>
                </c:pt>
                <c:pt idx="555">
                  <c:v>-1.2366375000000001E-2</c:v>
                </c:pt>
                <c:pt idx="556">
                  <c:v>-1.1408804E-2</c:v>
                </c:pt>
                <c:pt idx="557">
                  <c:v>-1.0659617E-2</c:v>
                </c:pt>
                <c:pt idx="558">
                  <c:v>-1.0114007E-2</c:v>
                </c:pt>
                <c:pt idx="559">
                  <c:v>-9.7638240000000008E-3</c:v>
                </c:pt>
                <c:pt idx="560">
                  <c:v>-9.5978580000000008E-3</c:v>
                </c:pt>
                <c:pt idx="561">
                  <c:v>-9.6021790000000006E-3</c:v>
                </c:pt>
                <c:pt idx="562">
                  <c:v>-9.7605120000000007E-3</c:v>
                </c:pt>
                <c:pt idx="563">
                  <c:v>-1.0054644E-2</c:v>
                </c:pt>
                <c:pt idx="564">
                  <c:v>-1.0464843999999999E-2</c:v>
                </c:pt>
                <c:pt idx="565">
                  <c:v>-1.0970307E-2</c:v>
                </c:pt>
                <c:pt idx="566">
                  <c:v>-1.1549596000000001E-2</c:v>
                </c:pt>
                <c:pt idx="567">
                  <c:v>-1.2181087E-2</c:v>
                </c:pt>
                <c:pt idx="568">
                  <c:v>-1.2843403999999999E-2</c:v>
                </c:pt>
                <c:pt idx="569">
                  <c:v>-1.3515822E-2</c:v>
                </c:pt>
                <c:pt idx="570">
                  <c:v>-1.4178644000000001E-2</c:v>
                </c:pt>
                <c:pt idx="571">
                  <c:v>-1.4813516000000001E-2</c:v>
                </c:pt>
                <c:pt idx="572">
                  <c:v>-1.5403696E-2</c:v>
                </c:pt>
                <c:pt idx="573">
                  <c:v>-1.5934265E-2</c:v>
                </c:pt>
                <c:pt idx="574">
                  <c:v>-1.6392291999999999E-2</c:v>
                </c:pt>
                <c:pt idx="575">
                  <c:v>-1.6766963999999999E-2</c:v>
                </c:pt>
                <c:pt idx="576">
                  <c:v>-1.7049679000000002E-2</c:v>
                </c:pt>
                <c:pt idx="577">
                  <c:v>-1.7234126999999998E-2</c:v>
                </c:pt>
                <c:pt idx="578">
                  <c:v>-1.7316343000000001E-2</c:v>
                </c:pt>
                <c:pt idx="579">
                  <c:v>-1.7294733999999999E-2</c:v>
                </c:pt>
                <c:pt idx="580">
                  <c:v>-1.7170083999999999E-2</c:v>
                </c:pt>
                <c:pt idx="581">
                  <c:v>-1.6945513999999998E-2</c:v>
                </c:pt>
                <c:pt idx="582">
                  <c:v>-1.6626407999999999E-2</c:v>
                </c:pt>
                <c:pt idx="583">
                  <c:v>-1.6220306E-2</c:v>
                </c:pt>
                <c:pt idx="584">
                  <c:v>-1.5736768000000002E-2</c:v>
                </c:pt>
                <c:pt idx="585">
                  <c:v>-1.5187225E-2</c:v>
                </c:pt>
                <c:pt idx="586">
                  <c:v>-1.4584816E-2</c:v>
                </c:pt>
                <c:pt idx="587">
                  <c:v>-1.3944234999999999E-2</c:v>
                </c:pt>
                <c:pt idx="588">
                  <c:v>-1.3281566E-2</c:v>
                </c:pt>
                <c:pt idx="589">
                  <c:v>-1.2614119999999999E-2</c:v>
                </c:pt>
                <c:pt idx="590">
                  <c:v>-1.1960257E-2</c:v>
                </c:pt>
                <c:pt idx="591">
                  <c:v>-1.1339185999999999E-2</c:v>
                </c:pt>
                <c:pt idx="592">
                  <c:v>-1.0770745999999999E-2</c:v>
                </c:pt>
                <c:pt idx="593">
                  <c:v>-1.0275169000000001E-2</c:v>
                </c:pt>
                <c:pt idx="594">
                  <c:v>-9.8728270000000007E-3</c:v>
                </c:pt>
                <c:pt idx="595">
                  <c:v>-9.5839789999999994E-3</c:v>
                </c:pt>
                <c:pt idx="596">
                  <c:v>-9.4285250000000001E-3</c:v>
                </c:pt>
                <c:pt idx="597">
                  <c:v>-9.4257760000000003E-3</c:v>
                </c:pt>
                <c:pt idx="598">
                  <c:v>-9.5942260000000008E-3</c:v>
                </c:pt>
                <c:pt idx="599">
                  <c:v>-9.9513520000000001E-3</c:v>
                </c:pt>
                <c:pt idx="600">
                  <c:v>-1.0513399999999999E-2</c:v>
                </c:pt>
                <c:pt idx="601">
                  <c:v>-1.1295181E-2</c:v>
                </c:pt>
                <c:pt idx="602">
                  <c:v>-1.2309855999999999E-2</c:v>
                </c:pt>
                <c:pt idx="603">
                  <c:v>-1.3568721000000001E-2</c:v>
                </c:pt>
                <c:pt idx="604">
                  <c:v>-1.5081001E-2</c:v>
                </c:pt>
                <c:pt idx="605">
                  <c:v>-1.6853659E-2</c:v>
                </c:pt>
                <c:pt idx="606">
                  <c:v>-1.8891234E-2</c:v>
                </c:pt>
                <c:pt idx="607">
                  <c:v>-2.1195715E-2</c:v>
                </c:pt>
                <c:pt idx="608">
                  <c:v>-2.3766465000000001E-2</c:v>
                </c:pt>
                <c:pt idx="609">
                  <c:v>-2.6600179000000002E-2</c:v>
                </c:pt>
                <c:pt idx="610">
                  <c:v>-2.9690879E-2</c:v>
                </c:pt>
                <c:pt idx="611">
                  <c:v>-3.3029950000000002E-2</c:v>
                </c:pt>
                <c:pt idx="612">
                  <c:v>-3.6606194000000002E-2</c:v>
                </c:pt>
                <c:pt idx="613">
                  <c:v>-4.0405933999999998E-2</c:v>
                </c:pt>
                <c:pt idx="614">
                  <c:v>-4.4413134E-2</c:v>
                </c:pt>
                <c:pt idx="615">
                  <c:v>-4.8609579E-2</c:v>
                </c:pt>
                <c:pt idx="616">
                  <c:v>-5.2975090000000002E-2</c:v>
                </c:pt>
                <c:pt idx="617">
                  <c:v>-5.7487778000000003E-2</c:v>
                </c:pt>
                <c:pt idx="618">
                  <c:v>-6.2124341999999999E-2</c:v>
                </c:pt>
                <c:pt idx="619">
                  <c:v>-6.6860379999999997E-2</c:v>
                </c:pt>
                <c:pt idx="620">
                  <c:v>-7.1670713999999996E-2</c:v>
                </c:pt>
                <c:pt idx="621">
                  <c:v>-7.6529705000000003E-2</c:v>
                </c:pt>
                <c:pt idx="622">
                  <c:v>-8.1411558999999994E-2</c:v>
                </c:pt>
                <c:pt idx="623">
                  <c:v>-8.6290612000000003E-2</c:v>
                </c:pt>
                <c:pt idx="624">
                  <c:v>-9.1141607999999999E-2</c:v>
                </c:pt>
                <c:pt idx="625">
                  <c:v>-9.5939964000000003E-2</c:v>
                </c:pt>
                <c:pt idx="626">
                  <c:v>-0.100662026</c:v>
                </c:pt>
                <c:pt idx="627">
                  <c:v>-0.105285332</c:v>
                </c:pt>
                <c:pt idx="628">
                  <c:v>-0.109788844</c:v>
                </c:pt>
                <c:pt idx="629">
                  <c:v>-0.11415317699999999</c:v>
                </c:pt>
                <c:pt idx="630">
                  <c:v>-0.118360779</c:v>
                </c:pt>
                <c:pt idx="631">
                  <c:v>-0.12239607199999999</c:v>
                </c:pt>
                <c:pt idx="632">
                  <c:v>-0.12624553899999999</c:v>
                </c:pt>
                <c:pt idx="633">
                  <c:v>-0.129897755</c:v>
                </c:pt>
                <c:pt idx="634">
                  <c:v>-0.13334338100000001</c:v>
                </c:pt>
                <c:pt idx="635">
                  <c:v>-0.136575111</c:v>
                </c:pt>
                <c:pt idx="636">
                  <c:v>-0.13958760100000001</c:v>
                </c:pt>
                <c:pt idx="637">
                  <c:v>-0.142377372</c:v>
                </c:pt>
                <c:pt idx="638">
                  <c:v>-0.14494270300000001</c:v>
                </c:pt>
                <c:pt idx="639">
                  <c:v>-0.14728350300000001</c:v>
                </c:pt>
                <c:pt idx="640">
                  <c:v>-0.149401171</c:v>
                </c:pt>
                <c:pt idx="641">
                  <c:v>-0.15129843400000001</c:v>
                </c:pt>
                <c:pt idx="642">
                  <c:v>-0.15297918199999999</c:v>
                </c:pt>
                <c:pt idx="643">
                  <c:v>-0.15444829199999999</c:v>
                </c:pt>
                <c:pt idx="644">
                  <c:v>-0.15571147599999999</c:v>
                </c:pt>
                <c:pt idx="645">
                  <c:v>-0.156775148</c:v>
                </c:pt>
                <c:pt idx="646">
                  <c:v>-0.157646334</c:v>
                </c:pt>
                <c:pt idx="647">
                  <c:v>-0.158332632</c:v>
                </c:pt>
                <c:pt idx="648">
                  <c:v>-0.15884221500000001</c:v>
                </c:pt>
                <c:pt idx="649">
                  <c:v>-0.159183875</c:v>
                </c:pt>
                <c:pt idx="650">
                  <c:v>-0.15936709399999999</c:v>
                </c:pt>
                <c:pt idx="651">
                  <c:v>-0.159402127</c:v>
                </c:pt>
                <c:pt idx="652">
                  <c:v>-0.159300099</c:v>
                </c:pt>
                <c:pt idx="653">
                  <c:v>-0.159073089</c:v>
                </c:pt>
                <c:pt idx="654">
                  <c:v>-0.15873422300000001</c:v>
                </c:pt>
                <c:pt idx="655">
                  <c:v>-0.15829774999999999</c:v>
                </c:pt>
                <c:pt idx="656">
                  <c:v>-0.15777911999999999</c:v>
                </c:pt>
                <c:pt idx="657">
                  <c:v>-0.15719505</c:v>
                </c:pt>
                <c:pt idx="658">
                  <c:v>-0.15656356799999999</c:v>
                </c:pt>
                <c:pt idx="659">
                  <c:v>-0.155904029</c:v>
                </c:pt>
                <c:pt idx="660">
                  <c:v>-0.15523708</c:v>
                </c:pt>
                <c:pt idx="661">
                  <c:v>-0.154584579</c:v>
                </c:pt>
                <c:pt idx="662">
                  <c:v>-0.15396945100000001</c:v>
                </c:pt>
                <c:pt idx="663">
                  <c:v>-0.15341547999999999</c:v>
                </c:pt>
                <c:pt idx="664">
                  <c:v>-0.15294706</c:v>
                </c:pt>
                <c:pt idx="665">
                  <c:v>-0.152588906</c:v>
                </c:pt>
                <c:pt idx="666">
                  <c:v>-0.152365737</c:v>
                </c:pt>
                <c:pt idx="667">
                  <c:v>-0.15230195199999999</c:v>
                </c:pt>
                <c:pt idx="668">
                  <c:v>-0.15242128899999999</c:v>
                </c:pt>
                <c:pt idx="669">
                  <c:v>-0.15274649000000001</c:v>
                </c:pt>
                <c:pt idx="670">
                  <c:v>-0.15329895499999999</c:v>
                </c:pt>
                <c:pt idx="671">
                  <c:v>-0.154098393</c:v>
                </c:pt>
                <c:pt idx="672">
                  <c:v>-0.155162471</c:v>
                </c:pt>
                <c:pt idx="673">
                  <c:v>-0.15650647600000001</c:v>
                </c:pt>
                <c:pt idx="674">
                  <c:v>-0.15814299100000001</c:v>
                </c:pt>
                <c:pt idx="675">
                  <c:v>-0.16008161200000001</c:v>
                </c:pt>
                <c:pt idx="676">
                  <c:v>-0.16232870199999999</c:v>
                </c:pt>
                <c:pt idx="677">
                  <c:v>-0.16488720800000001</c:v>
                </c:pt>
                <c:pt idx="678">
                  <c:v>-0.16775652599999999</c:v>
                </c:pt>
                <c:pt idx="679">
                  <c:v>-0.170932428</c:v>
                </c:pt>
                <c:pt idx="680">
                  <c:v>-0.17440702599999999</c:v>
                </c:pt>
                <c:pt idx="681">
                  <c:v>-0.178168784</c:v>
                </c:pt>
                <c:pt idx="682">
                  <c:v>-0.18220256100000001</c:v>
                </c:pt>
                <c:pt idx="683">
                  <c:v>-0.18648968799999999</c:v>
                </c:pt>
                <c:pt idx="684">
                  <c:v>-0.19100808</c:v>
                </c:pt>
                <c:pt idx="685">
                  <c:v>-0.19573238000000001</c:v>
                </c:pt>
                <c:pt idx="686">
                  <c:v>-0.20063413899999999</c:v>
                </c:pt>
                <c:pt idx="687">
                  <c:v>-0.20568202299999999</c:v>
                </c:pt>
                <c:pt idx="688">
                  <c:v>-0.21084203600000001</c:v>
                </c:pt>
                <c:pt idx="689">
                  <c:v>-0.21607775300000001</c:v>
                </c:pt>
                <c:pt idx="690">
                  <c:v>-0.22135054500000001</c:v>
                </c:pt>
                <c:pt idx="691">
                  <c:v>-0.22661979300000001</c:v>
                </c:pt>
                <c:pt idx="692">
                  <c:v>-0.23184308100000001</c:v>
                </c:pt>
                <c:pt idx="693">
                  <c:v>-0.23697637999999999</c:v>
                </c:pt>
                <c:pt idx="694">
                  <c:v>-0.24197423900000001</c:v>
                </c:pt>
                <c:pt idx="695">
                  <c:v>-0.24678997</c:v>
                </c:pt>
                <c:pt idx="696">
                  <c:v>-0.251375876</c:v>
                </c:pt>
                <c:pt idx="697">
                  <c:v>-0.25568348800000001</c:v>
                </c:pt>
                <c:pt idx="698">
                  <c:v>-0.25966385600000003</c:v>
                </c:pt>
                <c:pt idx="699">
                  <c:v>-0.263267843</c:v>
                </c:pt>
                <c:pt idx="700">
                  <c:v>-0.266446462</c:v>
                </c:pt>
                <c:pt idx="701">
                  <c:v>-0.26915121600000003</c:v>
                </c:pt>
                <c:pt idx="702">
                  <c:v>-0.27133445299999998</c:v>
                </c:pt>
                <c:pt idx="703">
                  <c:v>-0.272949736</c:v>
                </c:pt>
                <c:pt idx="704">
                  <c:v>-0.27395223200000002</c:v>
                </c:pt>
                <c:pt idx="705">
                  <c:v>-0.27429911499999998</c:v>
                </c:pt>
                <c:pt idx="706">
                  <c:v>-0.27395000200000003</c:v>
                </c:pt>
                <c:pt idx="707">
                  <c:v>-0.27286739900000001</c:v>
                </c:pt>
                <c:pt idx="708">
                  <c:v>-0.27101715999999998</c:v>
                </c:pt>
                <c:pt idx="709">
                  <c:v>-0.26836894500000003</c:v>
                </c:pt>
                <c:pt idx="710">
                  <c:v>-0.26489664800000001</c:v>
                </c:pt>
                <c:pt idx="711">
                  <c:v>-0.260578802</c:v>
                </c:pt>
                <c:pt idx="712">
                  <c:v>-0.25539892600000003</c:v>
                </c:pt>
                <c:pt idx="713">
                  <c:v>-0.24934582799999999</c:v>
                </c:pt>
                <c:pt idx="714">
                  <c:v>-0.24241384599999999</c:v>
                </c:pt>
                <c:pt idx="715">
                  <c:v>-0.23460305300000001</c:v>
                </c:pt>
                <c:pt idx="716">
                  <c:v>-0.225919391</c:v>
                </c:pt>
                <c:pt idx="717">
                  <c:v>-0.21637477599999999</c:v>
                </c:pt>
                <c:pt idx="718">
                  <c:v>-0.20598712999999999</c:v>
                </c:pt>
                <c:pt idx="719">
                  <c:v>-0.19478036100000001</c:v>
                </c:pt>
                <c:pt idx="720">
                  <c:v>-0.182784261</c:v>
                </c:pt>
                <c:pt idx="721">
                  <c:v>-0.17003433000000001</c:v>
                </c:pt>
                <c:pt idx="722">
                  <c:v>-0.156571507</c:v>
                </c:pt>
                <c:pt idx="723">
                  <c:v>-0.14244182699999999</c:v>
                </c:pt>
                <c:pt idx="724">
                  <c:v>-0.12769599600000001</c:v>
                </c:pt>
                <c:pt idx="725">
                  <c:v>-0.112388905</c:v>
                </c:pt>
                <c:pt idx="726">
                  <c:v>-9.6579095000000004E-2</c:v>
                </c:pt>
                <c:pt idx="727">
                  <c:v>-8.0328171000000004E-2</c:v>
                </c:pt>
                <c:pt idx="728">
                  <c:v>-6.3700186000000006E-2</c:v>
                </c:pt>
                <c:pt idx="729">
                  <c:v>-4.6760991000000002E-2</c:v>
                </c:pt>
                <c:pt idx="730">
                  <c:v>-2.9577566E-2</c:v>
                </c:pt>
                <c:pt idx="731">
                  <c:v>-1.2217327E-2</c:v>
                </c:pt>
                <c:pt idx="732">
                  <c:v>5.2525660000000002E-3</c:v>
                </c:pt>
                <c:pt idx="733">
                  <c:v>2.276589E-2</c:v>
                </c:pt>
                <c:pt idx="734">
                  <c:v>4.0257999000000003E-2</c:v>
                </c:pt>
                <c:pt idx="735">
                  <c:v>5.7666418999999997E-2</c:v>
                </c:pt>
                <c:pt idx="736">
                  <c:v>7.4931366999999999E-2</c:v>
                </c:pt>
                <c:pt idx="737">
                  <c:v>9.1996182999999995E-2</c:v>
                </c:pt>
                <c:pt idx="738">
                  <c:v>0.10880769</c:v>
                </c:pt>
                <c:pt idx="739">
                  <c:v>0.12531645899999999</c:v>
                </c:pt>
                <c:pt idx="740">
                  <c:v>0.14147700499999999</c:v>
                </c:pt>
                <c:pt idx="741">
                  <c:v>0.15724790899999999</c:v>
                </c:pt>
                <c:pt idx="742">
                  <c:v>0.172591878</c:v>
                </c:pt>
                <c:pt idx="743">
                  <c:v>0.187475735</c:v>
                </c:pt>
                <c:pt idx="744">
                  <c:v>0.201870352</c:v>
                </c:pt>
                <c:pt idx="745">
                  <c:v>0.21575050600000001</c:v>
                </c:pt>
                <c:pt idx="746">
                  <c:v>0.22909468199999999</c:v>
                </c:pt>
                <c:pt idx="747">
                  <c:v>0.241884819</c:v>
                </c:pt>
                <c:pt idx="748">
                  <c:v>0.25410600500000002</c:v>
                </c:pt>
                <c:pt idx="749">
                  <c:v>0.26574616000000001</c:v>
                </c:pt>
                <c:pt idx="750">
                  <c:v>0.276795709</c:v>
                </c:pt>
                <c:pt idx="751">
                  <c:v>0.287247264</c:v>
                </c:pt>
                <c:pt idx="752">
                  <c:v>0.29709533900000001</c:v>
                </c:pt>
                <c:pt idx="753">
                  <c:v>0.306336096</c:v>
                </c:pt>
                <c:pt idx="754">
                  <c:v>0.31496712500000001</c:v>
                </c:pt>
                <c:pt idx="755">
                  <c:v>0.32298726100000003</c:v>
                </c:pt>
                <c:pt idx="756">
                  <c:v>0.33039642899999999</c:v>
                </c:pt>
                <c:pt idx="757">
                  <c:v>0.33719552800000002</c:v>
                </c:pt>
                <c:pt idx="758">
                  <c:v>0.34338634400000001</c:v>
                </c:pt>
                <c:pt idx="759">
                  <c:v>0.34897150500000002</c:v>
                </c:pt>
                <c:pt idx="760">
                  <c:v>0.35395448299999999</c:v>
                </c:pt>
                <c:pt idx="761">
                  <c:v>0.35833963000000002</c:v>
                </c:pt>
                <c:pt idx="762">
                  <c:v>0.36213225900000001</c:v>
                </c:pt>
                <c:pt idx="763">
                  <c:v>0.36533874900000002</c:v>
                </c:pt>
                <c:pt idx="764">
                  <c:v>0.36796666099999997</c:v>
                </c:pt>
                <c:pt idx="765">
                  <c:v>0.37002484499999999</c:v>
                </c:pt>
                <c:pt idx="766">
                  <c:v>0.37152352799999999</c:v>
                </c:pt>
                <c:pt idx="767">
                  <c:v>0.37247436499999997</c:v>
                </c:pt>
                <c:pt idx="768">
                  <c:v>0.37289045900000001</c:v>
                </c:pt>
                <c:pt idx="769">
                  <c:v>0.37278633900000002</c:v>
                </c:pt>
                <c:pt idx="770">
                  <c:v>0.372177912</c:v>
                </c:pt>
                <c:pt idx="771">
                  <c:v>0.37108238500000001</c:v>
                </c:pt>
                <c:pt idx="772">
                  <c:v>0.36951816700000001</c:v>
                </c:pt>
                <c:pt idx="773">
                  <c:v>0.36750475300000002</c:v>
                </c:pt>
                <c:pt idx="774">
                  <c:v>0.36506257600000003</c:v>
                </c:pt>
                <c:pt idx="775">
                  <c:v>0.36221283700000001</c:v>
                </c:pt>
                <c:pt idx="776">
                  <c:v>0.35897730700000002</c:v>
                </c:pt>
                <c:pt idx="777">
                  <c:v>0.35537811200000002</c:v>
                </c:pt>
                <c:pt idx="778">
                  <c:v>0.35143750000000001</c:v>
                </c:pt>
                <c:pt idx="779">
                  <c:v>0.34717761000000003</c:v>
                </c:pt>
                <c:pt idx="780">
                  <c:v>0.34262026000000001</c:v>
                </c:pt>
                <c:pt idx="781">
                  <c:v>0.33778676400000002</c:v>
                </c:pt>
                <c:pt idx="782">
                  <c:v>0.332697786</c:v>
                </c:pt>
                <c:pt idx="783">
                  <c:v>0.32737323099999999</c:v>
                </c:pt>
                <c:pt idx="784">
                  <c:v>0.321832175</c:v>
                </c:pt>
                <c:pt idx="785">
                  <c:v>0.31609282799999999</c:v>
                </c:pt>
                <c:pt idx="786">
                  <c:v>0.31017251600000001</c:v>
                </c:pt>
                <c:pt idx="787">
                  <c:v>0.304087687</c:v>
                </c:pt>
                <c:pt idx="788">
                  <c:v>0.29785393799999998</c:v>
                </c:pt>
                <c:pt idx="789">
                  <c:v>0.29148607300000001</c:v>
                </c:pt>
                <c:pt idx="790">
                  <c:v>0.28499818599999999</c:v>
                </c:pt>
                <c:pt idx="791">
                  <c:v>0.27840378100000002</c:v>
                </c:pt>
                <c:pt idx="792">
                  <c:v>0.27171592700000002</c:v>
                </c:pt>
                <c:pt idx="793">
                  <c:v>0.26494743300000001</c:v>
                </c:pt>
                <c:pt idx="794">
                  <c:v>0.25811103200000002</c:v>
                </c:pt>
                <c:pt idx="795">
                  <c:v>0.25121955699999998</c:v>
                </c:pt>
                <c:pt idx="796">
                  <c:v>0.244286102</c:v>
                </c:pt>
                <c:pt idx="797">
                  <c:v>0.23732414499999999</c:v>
                </c:pt>
                <c:pt idx="798">
                  <c:v>0.230347631</c:v>
                </c:pt>
                <c:pt idx="799">
                  <c:v>0.223371024</c:v>
                </c:pt>
                <c:pt idx="800">
                  <c:v>0.21640930899999999</c:v>
                </c:pt>
                <c:pt idx="801">
                  <c:v>0.20947795999999999</c:v>
                </c:pt>
                <c:pt idx="802">
                  <c:v>0.20259287200000001</c:v>
                </c:pt>
                <c:pt idx="803">
                  <c:v>0.19577024200000001</c:v>
                </c:pt>
                <c:pt idx="804">
                  <c:v>0.18902640400000001</c:v>
                </c:pt>
                <c:pt idx="805">
                  <c:v>0.18237761299999999</c:v>
                </c:pt>
                <c:pt idx="806">
                  <c:v>0.175839779</c:v>
                </c:pt>
                <c:pt idx="807">
                  <c:v>0.16942816599999999</c:v>
                </c:pt>
                <c:pt idx="808">
                  <c:v>0.16315706199999999</c:v>
                </c:pt>
                <c:pt idx="809">
                  <c:v>0.157039449</c:v>
                </c:pt>
                <c:pt idx="810">
                  <c:v>0.15108670499999999</c:v>
                </c:pt>
                <c:pt idx="811">
                  <c:v>0.14530833300000001</c:v>
                </c:pt>
                <c:pt idx="812">
                  <c:v>0.13971176199999999</c:v>
                </c:pt>
                <c:pt idx="813">
                  <c:v>0.13430219400000001</c:v>
                </c:pt>
                <c:pt idx="814">
                  <c:v>0.12908252200000001</c:v>
                </c:pt>
                <c:pt idx="815">
                  <c:v>0.124053293</c:v>
                </c:pt>
                <c:pt idx="816">
                  <c:v>0.119212726</c:v>
                </c:pt>
                <c:pt idx="817">
                  <c:v>0.114556771</c:v>
                </c:pt>
                <c:pt idx="818">
                  <c:v>0.110079208</c:v>
                </c:pt>
                <c:pt idx="819">
                  <c:v>0.105771802</c:v>
                </c:pt>
                <c:pt idx="820">
                  <c:v>0.10162449</c:v>
                </c:pt>
                <c:pt idx="821">
                  <c:v>9.7625623999999994E-2</c:v>
                </c:pt>
                <c:pt idx="822">
                  <c:v>9.3762250000000005E-2</c:v>
                </c:pt>
                <c:pt idx="823">
                  <c:v>9.0020420000000004E-2</c:v>
                </c:pt>
                <c:pt idx="824">
                  <c:v>8.6385509999999999E-2</c:v>
                </c:pt>
                <c:pt idx="825">
                  <c:v>8.2842541000000006E-2</c:v>
                </c:pt>
                <c:pt idx="826">
                  <c:v>7.9376480999999999E-2</c:v>
                </c:pt>
                <c:pt idx="827">
                  <c:v>7.5972521000000001E-2</c:v>
                </c:pt>
                <c:pt idx="828">
                  <c:v>7.2616321999999997E-2</c:v>
                </c:pt>
                <c:pt idx="829">
                  <c:v>6.9294238999999994E-2</c:v>
                </c:pt>
                <c:pt idx="830">
                  <c:v>6.5993515000000003E-2</c:v>
                </c:pt>
                <c:pt idx="831">
                  <c:v>6.2702466999999998E-2</c:v>
                </c:pt>
                <c:pt idx="832">
                  <c:v>5.9410645999999998E-2</c:v>
                </c:pt>
                <c:pt idx="833">
                  <c:v>5.6108983000000001E-2</c:v>
                </c:pt>
                <c:pt idx="834">
                  <c:v>5.2789901E-2</c:v>
                </c:pt>
                <c:pt idx="835">
                  <c:v>4.9447397999999997E-2</c:v>
                </c:pt>
                <c:pt idx="836">
                  <c:v>4.6077087000000003E-2</c:v>
                </c:pt>
                <c:pt idx="837">
                  <c:v>4.2676197999999999E-2</c:v>
                </c:pt>
                <c:pt idx="838">
                  <c:v>3.9243541999999999E-2</c:v>
                </c:pt>
                <c:pt idx="839">
                  <c:v>3.5779453000000003E-2</c:v>
                </c:pt>
                <c:pt idx="840">
                  <c:v>3.2285712000000001E-2</c:v>
                </c:pt>
                <c:pt idx="841">
                  <c:v>2.8765466999999999E-2</c:v>
                </c:pt>
                <c:pt idx="842">
                  <c:v>2.522315E-2</c:v>
                </c:pt>
                <c:pt idx="843">
                  <c:v>2.1664392000000001E-2</c:v>
                </c:pt>
                <c:pt idx="844">
                  <c:v>1.8095936E-2</c:v>
                </c:pt>
                <c:pt idx="845">
                  <c:v>1.452553E-2</c:v>
                </c:pt>
                <c:pt idx="846">
                  <c:v>1.0961817E-2</c:v>
                </c:pt>
                <c:pt idx="847">
                  <c:v>7.4142019999999999E-3</c:v>
                </c:pt>
                <c:pt idx="848">
                  <c:v>3.8927129999999999E-3</c:v>
                </c:pt>
                <c:pt idx="849">
                  <c:v>4.0786700000000002E-4</c:v>
                </c:pt>
                <c:pt idx="850">
                  <c:v>-3.0294670000000001E-3</c:v>
                </c:pt>
                <c:pt idx="851">
                  <c:v>-6.4081750000000003E-3</c:v>
                </c:pt>
                <c:pt idx="852">
                  <c:v>-9.7169979999999993E-3</c:v>
                </c:pt>
                <c:pt idx="853">
                  <c:v>-1.2944617E-2</c:v>
                </c:pt>
                <c:pt idx="854">
                  <c:v>-1.6079738999999999E-2</c:v>
                </c:pt>
                <c:pt idx="855">
                  <c:v>-1.9111179999999998E-2</c:v>
                </c:pt>
                <c:pt idx="856">
                  <c:v>-2.2027971E-2</c:v>
                </c:pt>
                <c:pt idx="857">
                  <c:v>-2.4819475000000001E-2</c:v>
                </c:pt>
                <c:pt idx="858">
                  <c:v>-2.7475521999999999E-2</c:v>
                </c:pt>
                <c:pt idx="859">
                  <c:v>-2.9986545E-2</c:v>
                </c:pt>
                <c:pt idx="860">
                  <c:v>-3.2343727000000003E-2</c:v>
                </c:pt>
                <c:pt idx="861">
                  <c:v>-3.4539124999999997E-2</c:v>
                </c:pt>
                <c:pt idx="862">
                  <c:v>-3.6565795999999998E-2</c:v>
                </c:pt>
                <c:pt idx="863">
                  <c:v>-3.8417900999999997E-2</c:v>
                </c:pt>
                <c:pt idx="864">
                  <c:v>-4.0090814000000002E-2</c:v>
                </c:pt>
                <c:pt idx="865">
                  <c:v>-4.1581213999999998E-2</c:v>
                </c:pt>
                <c:pt idx="866">
                  <c:v>-4.2887187E-2</c:v>
                </c:pt>
                <c:pt idx="867">
                  <c:v>-4.4008316999999998E-2</c:v>
                </c:pt>
                <c:pt idx="868">
                  <c:v>-4.4945772000000002E-2</c:v>
                </c:pt>
                <c:pt idx="869">
                  <c:v>-4.5702371999999998E-2</c:v>
                </c:pt>
                <c:pt idx="870">
                  <c:v>-4.6282614E-2</c:v>
                </c:pt>
                <c:pt idx="871">
                  <c:v>-4.6692674000000003E-2</c:v>
                </c:pt>
                <c:pt idx="872">
                  <c:v>-4.6940353999999997E-2</c:v>
                </c:pt>
                <c:pt idx="873">
                  <c:v>-4.7034988999999999E-2</c:v>
                </c:pt>
                <c:pt idx="874">
                  <c:v>-4.6987316000000001E-2</c:v>
                </c:pt>
                <c:pt idx="875">
                  <c:v>-4.6809314999999997E-2</c:v>
                </c:pt>
                <c:pt idx="876">
                  <c:v>-4.6514026999999999E-2</c:v>
                </c:pt>
                <c:pt idx="877">
                  <c:v>-4.6115343000000003E-2</c:v>
                </c:pt>
                <c:pt idx="878">
                  <c:v>-4.5627784999999997E-2</c:v>
                </c:pt>
                <c:pt idx="879">
                  <c:v>-4.5066253000000001E-2</c:v>
                </c:pt>
                <c:pt idx="880">
                  <c:v>-4.4445757000000002E-2</c:v>
                </c:pt>
                <c:pt idx="881">
                  <c:v>-4.3781114000000003E-2</c:v>
                </c:pt>
                <c:pt idx="882">
                  <c:v>-4.3086645E-2</c:v>
                </c:pt>
                <c:pt idx="883">
                  <c:v>-4.2375854999999997E-2</c:v>
                </c:pt>
                <c:pt idx="884">
                  <c:v>-4.1661136000000001E-2</c:v>
                </c:pt>
                <c:pt idx="885">
                  <c:v>-4.0953505000000001E-2</c:v>
                </c:pt>
                <c:pt idx="886">
                  <c:v>-4.0262382999999999E-2</c:v>
                </c:pt>
                <c:pt idx="887">
                  <c:v>-3.9595433999999999E-2</c:v>
                </c:pt>
                <c:pt idx="888">
                  <c:v>-3.8958471000000001E-2</c:v>
                </c:pt>
                <c:pt idx="889">
                  <c:v>-3.8355416000000003E-2</c:v>
                </c:pt>
                <c:pt idx="890">
                  <c:v>-3.7788306000000001E-2</c:v>
                </c:pt>
                <c:pt idx="891">
                  <c:v>-3.7257363000000002E-2</c:v>
                </c:pt>
                <c:pt idx="892">
                  <c:v>-3.6761087999999997E-2</c:v>
                </c:pt>
                <c:pt idx="893">
                  <c:v>-3.6296407000000003E-2</c:v>
                </c:pt>
                <c:pt idx="894">
                  <c:v>-3.5858860999999999E-2</c:v>
                </c:pt>
                <c:pt idx="895">
                  <c:v>-3.5442832000000001E-2</c:v>
                </c:pt>
                <c:pt idx="896">
                  <c:v>-3.504181E-2</c:v>
                </c:pt>
                <c:pt idx="897">
                  <c:v>-3.4648699999999998E-2</c:v>
                </c:pt>
                <c:pt idx="898">
                  <c:v>-3.4256135E-2</c:v>
                </c:pt>
                <c:pt idx="899">
                  <c:v>-3.3856796000000002E-2</c:v>
                </c:pt>
                <c:pt idx="900">
                  <c:v>-3.3443716999999998E-2</c:v>
                </c:pt>
                <c:pt idx="901">
                  <c:v>-3.301055E-2</c:v>
                </c:pt>
                <c:pt idx="902">
                  <c:v>-3.2551793000000002E-2</c:v>
                </c:pt>
                <c:pt idx="903">
                  <c:v>-3.2062975000000001E-2</c:v>
                </c:pt>
                <c:pt idx="904">
                  <c:v>-3.1540791999999998E-2</c:v>
                </c:pt>
                <c:pt idx="905">
                  <c:v>-3.0983211E-2</c:v>
                </c:pt>
                <c:pt idx="906">
                  <c:v>-3.0389536000000002E-2</c:v>
                </c:pt>
                <c:pt idx="907">
                  <c:v>-2.9760440999999999E-2</c:v>
                </c:pt>
                <c:pt idx="908">
                  <c:v>-2.9097972999999999E-2</c:v>
                </c:pt>
                <c:pt idx="909">
                  <c:v>-2.8405502999999999E-2</c:v>
                </c:pt>
                <c:pt idx="910">
                  <c:v>-2.7687653E-2</c:v>
                </c:pt>
                <c:pt idx="911">
                  <c:v>-2.6950155999999999E-2</c:v>
                </c:pt>
                <c:pt idx="912">
                  <c:v>-2.6199697000000001E-2</c:v>
                </c:pt>
                <c:pt idx="913">
                  <c:v>-2.5443708999999998E-2</c:v>
                </c:pt>
                <c:pt idx="914">
                  <c:v>-2.4690158E-2</c:v>
                </c:pt>
                <c:pt idx="915">
                  <c:v>-2.3947323E-2</c:v>
                </c:pt>
                <c:pt idx="916">
                  <c:v>-2.3223588E-2</c:v>
                </c:pt>
                <c:pt idx="917">
                  <c:v>-2.2527246000000001E-2</c:v>
                </c:pt>
                <c:pt idx="918">
                  <c:v>-2.1866323999999999E-2</c:v>
                </c:pt>
                <c:pt idx="919">
                  <c:v>-2.1248435999999999E-2</c:v>
                </c:pt>
                <c:pt idx="920">
                  <c:v>-2.0680641999999999E-2</c:v>
                </c:pt>
                <c:pt idx="921">
                  <c:v>-2.0169329E-2</c:v>
                </c:pt>
                <c:pt idx="922">
                  <c:v>-1.9720115E-2</c:v>
                </c:pt>
                <c:pt idx="923">
                  <c:v>-1.9337776000000001E-2</c:v>
                </c:pt>
                <c:pt idx="924">
                  <c:v>-1.9026207999999999E-2</c:v>
                </c:pt>
                <c:pt idx="925">
                  <c:v>-1.8788437000000002E-2</c:v>
                </c:pt>
                <c:pt idx="926">
                  <c:v>-1.8626671000000001E-2</c:v>
                </c:pt>
                <c:pt idx="927">
                  <c:v>-1.8542395E-2</c:v>
                </c:pt>
                <c:pt idx="928">
                  <c:v>-1.8536502E-2</c:v>
                </c:pt>
                <c:pt idx="929">
                  <c:v>-1.8609438999999998E-2</c:v>
                </c:pt>
                <c:pt idx="930">
                  <c:v>-1.8761356999999999E-2</c:v>
                </c:pt>
                <c:pt idx="931">
                  <c:v>-1.8992240000000001E-2</c:v>
                </c:pt>
                <c:pt idx="932">
                  <c:v>-1.9302017000000001E-2</c:v>
                </c:pt>
                <c:pt idx="933">
                  <c:v>-1.9690643000000001E-2</c:v>
                </c:pt>
                <c:pt idx="934">
                  <c:v>-2.0158147000000001E-2</c:v>
                </c:pt>
                <c:pt idx="935">
                  <c:v>-2.0704667999999999E-2</c:v>
                </c:pt>
                <c:pt idx="936">
                  <c:v>-2.1330466999999999E-2</c:v>
                </c:pt>
                <c:pt idx="937">
                  <c:v>-2.2035929999999999E-2</c:v>
                </c:pt>
                <c:pt idx="938">
                  <c:v>-2.2821549999999999E-2</c:v>
                </c:pt>
                <c:pt idx="939">
                  <c:v>-2.3687904999999999E-2</c:v>
                </c:pt>
                <c:pt idx="940">
                  <c:v>-2.4635605000000001E-2</c:v>
                </c:pt>
                <c:pt idx="941">
                  <c:v>-2.5665230000000001E-2</c:v>
                </c:pt>
                <c:pt idx="942">
                  <c:v>-2.6777246000000001E-2</c:v>
                </c:pt>
                <c:pt idx="943">
                  <c:v>-2.7971917999999998E-2</c:v>
                </c:pt>
                <c:pt idx="944">
                  <c:v>-2.9249223000000001E-2</c:v>
                </c:pt>
                <c:pt idx="945">
                  <c:v>-3.0608788000000001E-2</c:v>
                </c:pt>
                <c:pt idx="946">
                  <c:v>-3.2049834999999999E-2</c:v>
                </c:pt>
                <c:pt idx="947">
                  <c:v>-3.3571161000000002E-2</c:v>
                </c:pt>
                <c:pt idx="948">
                  <c:v>-3.5171137999999998E-2</c:v>
                </c:pt>
                <c:pt idx="949">
                  <c:v>-3.6847729000000003E-2</c:v>
                </c:pt>
                <c:pt idx="950">
                  <c:v>-3.8598510000000003E-2</c:v>
                </c:pt>
                <c:pt idx="951">
                  <c:v>-4.0420699999999997E-2</c:v>
                </c:pt>
                <c:pt idx="952">
                  <c:v>-4.2311190999999998E-2</c:v>
                </c:pt>
                <c:pt idx="953">
                  <c:v>-4.4266577000000001E-2</c:v>
                </c:pt>
                <c:pt idx="954">
                  <c:v>-4.6283205000000001E-2</c:v>
                </c:pt>
                <c:pt idx="955">
                  <c:v>-4.8357226000000003E-2</c:v>
                </c:pt>
                <c:pt idx="956">
                  <c:v>-5.0484676999999999E-2</c:v>
                </c:pt>
                <c:pt idx="957">
                  <c:v>-5.2661566E-2</c:v>
                </c:pt>
                <c:pt idx="958">
                  <c:v>-5.4883974000000002E-2</c:v>
                </c:pt>
                <c:pt idx="959">
                  <c:v>-5.7148153E-2</c:v>
                </c:pt>
                <c:pt idx="960">
                  <c:v>-5.9450599E-2</c:v>
                </c:pt>
                <c:pt idx="961">
                  <c:v>-6.1788119000000002E-2</c:v>
                </c:pt>
                <c:pt idx="962">
                  <c:v>-6.4157864999999994E-2</c:v>
                </c:pt>
                <c:pt idx="963">
                  <c:v>-6.6557348000000002E-2</c:v>
                </c:pt>
                <c:pt idx="964">
                  <c:v>-6.8984443000000006E-2</c:v>
                </c:pt>
                <c:pt idx="965">
                  <c:v>-7.1437389000000004E-2</c:v>
                </c:pt>
                <c:pt idx="966">
                  <c:v>-7.3914792000000007E-2</c:v>
                </c:pt>
                <c:pt idx="967">
                  <c:v>-7.6415624000000001E-2</c:v>
                </c:pt>
                <c:pt idx="968">
                  <c:v>-7.8939229999999999E-2</c:v>
                </c:pt>
                <c:pt idx="969">
                  <c:v>-8.1485319E-2</c:v>
                </c:pt>
                <c:pt idx="970">
                  <c:v>-8.4053937999999995E-2</c:v>
                </c:pt>
                <c:pt idx="971">
                  <c:v>-8.6645425999999998E-2</c:v>
                </c:pt>
                <c:pt idx="972">
                  <c:v>-8.9260345000000005E-2</c:v>
                </c:pt>
                <c:pt idx="973">
                  <c:v>-9.1899388999999998E-2</c:v>
                </c:pt>
                <c:pt idx="974">
                  <c:v>-9.4563294000000006E-2</c:v>
                </c:pt>
                <c:pt idx="975">
                  <c:v>-9.7252757999999995E-2</c:v>
                </c:pt>
                <c:pt idx="976">
                  <c:v>-9.9968372E-2</c:v>
                </c:pt>
                <c:pt idx="977">
                  <c:v>-0.10271058700000001</c:v>
                </c:pt>
                <c:pt idx="978">
                  <c:v>-0.105479698</c:v>
                </c:pt>
                <c:pt idx="979">
                  <c:v>-0.108275861</c:v>
                </c:pt>
                <c:pt idx="980">
                  <c:v>-0.11109912399999999</c:v>
                </c:pt>
                <c:pt idx="981">
                  <c:v>-0.113949471</c:v>
                </c:pt>
                <c:pt idx="982">
                  <c:v>-0.116826877</c:v>
                </c:pt>
                <c:pt idx="983">
                  <c:v>-0.119731381</c:v>
                </c:pt>
                <c:pt idx="984">
                  <c:v>-0.122663166</c:v>
                </c:pt>
                <c:pt idx="985">
                  <c:v>-0.12562266999999999</c:v>
                </c:pt>
                <c:pt idx="986">
                  <c:v>-0.12861070099999999</c:v>
                </c:pt>
                <c:pt idx="987">
                  <c:v>-0.131628569</c:v>
                </c:pt>
                <c:pt idx="988">
                  <c:v>-0.13467822099999999</c:v>
                </c:pt>
                <c:pt idx="989">
                  <c:v>-0.137762358</c:v>
                </c:pt>
                <c:pt idx="990">
                  <c:v>-0.14088452000000001</c:v>
                </c:pt>
                <c:pt idx="991">
                  <c:v>-0.14404914699999999</c:v>
                </c:pt>
                <c:pt idx="992">
                  <c:v>-0.147261581</c:v>
                </c:pt>
                <c:pt idx="993">
                  <c:v>-0.150528035</c:v>
                </c:pt>
                <c:pt idx="994">
                  <c:v>-0.15385552299999999</c:v>
                </c:pt>
                <c:pt idx="995">
                  <c:v>-0.15725175299999999</c:v>
                </c:pt>
                <c:pt idx="996">
                  <c:v>-0.16072499500000001</c:v>
                </c:pt>
                <c:pt idx="997">
                  <c:v>-0.164283918</c:v>
                </c:pt>
                <c:pt idx="998">
                  <c:v>-0.167937381</c:v>
                </c:pt>
                <c:pt idx="999">
                  <c:v>-0.17169420099999999</c:v>
                </c:pt>
                <c:pt idx="1000">
                  <c:v>-0.17556285499999999</c:v>
                </c:pt>
                <c:pt idx="1001">
                  <c:v>-0.17955114899999999</c:v>
                </c:pt>
                <c:pt idx="1002">
                  <c:v>-0.183665831</c:v>
                </c:pt>
                <c:pt idx="1003">
                  <c:v>-0.18791218900000001</c:v>
                </c:pt>
                <c:pt idx="1004">
                  <c:v>-0.192293625</c:v>
                </c:pt>
                <c:pt idx="1005">
                  <c:v>-0.196811234</c:v>
                </c:pt>
                <c:pt idx="1006">
                  <c:v>-0.20146341100000001</c:v>
                </c:pt>
                <c:pt idx="1007">
                  <c:v>-0.20624548000000001</c:v>
                </c:pt>
                <c:pt idx="1008">
                  <c:v>-0.211149373</c:v>
                </c:pt>
                <c:pt idx="1009">
                  <c:v>-0.216163349</c:v>
                </c:pt>
                <c:pt idx="1010">
                  <c:v>-0.22127175900000001</c:v>
                </c:pt>
                <c:pt idx="1011">
                  <c:v>-0.22645486500000001</c:v>
                </c:pt>
                <c:pt idx="1012">
                  <c:v>-0.23168871199999999</c:v>
                </c:pt>
                <c:pt idx="1013">
                  <c:v>-0.23694507400000001</c:v>
                </c:pt>
                <c:pt idx="1014">
                  <c:v>-0.24219147299999999</c:v>
                </c:pt>
                <c:pt idx="1015">
                  <c:v>-0.24739129000000001</c:v>
                </c:pt>
                <c:pt idx="1016">
                  <c:v>-0.25250397299999999</c:v>
                </c:pt>
                <c:pt idx="1017">
                  <c:v>-0.25748533099999998</c:v>
                </c:pt>
                <c:pt idx="1018">
                  <c:v>-0.26228792499999998</c:v>
                </c:pt>
                <c:pt idx="1019">
                  <c:v>-0.26686151800000002</c:v>
                </c:pt>
                <c:pt idx="1020">
                  <c:v>-0.27115358899999997</c:v>
                </c:pt>
                <c:pt idx="1021">
                  <c:v>-0.275109887</c:v>
                </c:pt>
                <c:pt idx="1022">
                  <c:v>-0.278675006</c:v>
                </c:pt>
                <c:pt idx="1023">
                  <c:v>-0.28179298800000002</c:v>
                </c:pt>
                <c:pt idx="1024">
                  <c:v>-0.284407945</c:v>
                </c:pt>
                <c:pt idx="1025">
                  <c:v>-0.28646468899999999</c:v>
                </c:pt>
                <c:pt idx="1026">
                  <c:v>-0.287909374</c:v>
                </c:pt>
                <c:pt idx="1027">
                  <c:v>-0.28869013999999998</c:v>
                </c:pt>
                <c:pt idx="1028">
                  <c:v>-0.28875774300000001</c:v>
                </c:pt>
                <c:pt idx="1029">
                  <c:v>-0.28806615800000002</c:v>
                </c:pt>
                <c:pt idx="1030">
                  <c:v>-0.286573144</c:v>
                </c:pt>
                <c:pt idx="1031">
                  <c:v>-0.28424075799999998</c:v>
                </c:pt>
                <c:pt idx="1032">
                  <c:v>-0.281035812</c:v>
                </c:pt>
                <c:pt idx="1033">
                  <c:v>-0.27693027399999998</c:v>
                </c:pt>
                <c:pt idx="1034">
                  <c:v>-0.27190162899999998</c:v>
                </c:pt>
                <c:pt idx="1035">
                  <c:v>-0.26593317999999999</c:v>
                </c:pt>
                <c:pt idx="1036">
                  <c:v>-0.25901431499999999</c:v>
                </c:pt>
                <c:pt idx="1037">
                  <c:v>-0.25114072399999998</c:v>
                </c:pt>
                <c:pt idx="1038">
                  <c:v>-0.24231455700000001</c:v>
                </c:pt>
                <c:pt idx="1039">
                  <c:v>-0.232544528</c:v>
                </c:pt>
                <c:pt idx="1040">
                  <c:v>-0.221845931</c:v>
                </c:pt>
                <c:pt idx="1041">
                  <c:v>-0.21024058600000001</c:v>
                </c:pt>
                <c:pt idx="1042">
                  <c:v>-0.19775669700000001</c:v>
                </c:pt>
                <c:pt idx="1043">
                  <c:v>-0.184428643</c:v>
                </c:pt>
                <c:pt idx="1044">
                  <c:v>-0.17029670299999999</c:v>
                </c:pt>
                <c:pt idx="1045">
                  <c:v>-0.15540673199999999</c:v>
                </c:pt>
                <c:pt idx="1046">
                  <c:v>-0.13980979099999999</c:v>
                </c:pt>
                <c:pt idx="1047">
                  <c:v>-0.12356174</c:v>
                </c:pt>
                <c:pt idx="1048">
                  <c:v>-0.10672279599999999</c:v>
                </c:pt>
                <c:pt idx="1049">
                  <c:v>-8.9357048999999994E-2</c:v>
                </c:pt>
                <c:pt idx="1050">
                  <c:v>-7.1531921999999998E-2</c:v>
                </c:pt>
                <c:pt idx="1051">
                  <c:v>-5.3317591999999997E-2</c:v>
                </c:pt>
                <c:pt idx="1052">
                  <c:v>-3.4786349000000001E-2</c:v>
                </c:pt>
                <c:pt idx="1053">
                  <c:v>-1.6011928000000002E-2</c:v>
                </c:pt>
                <c:pt idx="1054">
                  <c:v>2.931206E-3</c:v>
                </c:pt>
                <c:pt idx="1055">
                  <c:v>2.1968576E-2</c:v>
                </c:pt>
                <c:pt idx="1056">
                  <c:v>4.1026429000000003E-2</c:v>
                </c:pt>
                <c:pt idx="1057">
                  <c:v>6.0032457999999997E-2</c:v>
                </c:pt>
                <c:pt idx="1058">
                  <c:v>7.8916508999999996E-2</c:v>
                </c:pt>
                <c:pt idx="1059">
                  <c:v>9.7611274999999997E-2</c:v>
                </c:pt>
                <c:pt idx="1060">
                  <c:v>0.11605295</c:v>
                </c:pt>
                <c:pt idx="1061">
                  <c:v>0.13418185699999999</c:v>
                </c:pt>
                <c:pt idx="1062">
                  <c:v>0.15194301299999999</c:v>
                </c:pt>
                <c:pt idx="1063">
                  <c:v>0.16928662899999999</c:v>
                </c:pt>
                <c:pt idx="1064">
                  <c:v>0.186168521</c:v>
                </c:pt>
                <c:pt idx="1065">
                  <c:v>0.20255041400000001</c:v>
                </c:pt>
                <c:pt idx="1066">
                  <c:v>0.21840013799999999</c:v>
                </c:pt>
                <c:pt idx="1067">
                  <c:v>0.233691703</c:v>
                </c:pt>
                <c:pt idx="1068">
                  <c:v>0.24840525699999999</c:v>
                </c:pt>
                <c:pt idx="1069">
                  <c:v>0.26252695399999998</c:v>
                </c:pt>
                <c:pt idx="1070">
                  <c:v>0.276048717</c:v>
                </c:pt>
                <c:pt idx="1071">
                  <c:v>0.28896792700000001</c:v>
                </c:pt>
                <c:pt idx="1072">
                  <c:v>0.301287042</c:v>
                </c:pt>
                <c:pt idx="1073">
                  <c:v>0.31301313600000003</c:v>
                </c:pt>
                <c:pt idx="1074">
                  <c:v>0.32415738399999999</c:v>
                </c:pt>
                <c:pt idx="1075">
                  <c:v>0.334734476</c:v>
                </c:pt>
                <c:pt idx="1076">
                  <c:v>0.34476197800000002</c:v>
                </c:pt>
                <c:pt idx="1077">
                  <c:v>0.35425965999999998</c:v>
                </c:pt>
                <c:pt idx="1078">
                  <c:v>0.36324879799999998</c:v>
                </c:pt>
                <c:pt idx="1079">
                  <c:v>0.37175147400000003</c:v>
                </c:pt>
                <c:pt idx="1080">
                  <c:v>0.37978991200000001</c:v>
                </c:pt>
                <c:pt idx="1081">
                  <c:v>0.38738583999999998</c:v>
                </c:pt>
                <c:pt idx="1082">
                  <c:v>0.39455991899999998</c:v>
                </c:pt>
                <c:pt idx="1083">
                  <c:v>0.40133121999999999</c:v>
                </c:pt>
                <c:pt idx="1084">
                  <c:v>0.40771676200000001</c:v>
                </c:pt>
                <c:pt idx="1085">
                  <c:v>0.41373111400000001</c:v>
                </c:pt>
                <c:pt idx="1086">
                  <c:v>0.41938604800000001</c:v>
                </c:pt>
                <c:pt idx="1087">
                  <c:v>0.42469025799999999</c:v>
                </c:pt>
                <c:pt idx="1088">
                  <c:v>0.42964914799999998</c:v>
                </c:pt>
                <c:pt idx="1089">
                  <c:v>0.43426469699999998</c:v>
                </c:pt>
                <c:pt idx="1090">
                  <c:v>0.43853542099999998</c:v>
                </c:pt>
                <c:pt idx="1091">
                  <c:v>0.44245641600000002</c:v>
                </c:pt>
                <c:pt idx="1092">
                  <c:v>0.44601950400000001</c:v>
                </c:pt>
                <c:pt idx="1093">
                  <c:v>0.44921344899999999</c:v>
                </c:pt>
                <c:pt idx="1094">
                  <c:v>0.45202425299999999</c:v>
                </c:pt>
                <c:pt idx="1095">
                  <c:v>0.45443549700000002</c:v>
                </c:pt>
                <c:pt idx="1096">
                  <c:v>0.45642872800000001</c:v>
                </c:pt>
                <c:pt idx="1097">
                  <c:v>0.45798387099999999</c:v>
                </c:pt>
                <c:pt idx="1098">
                  <c:v>0.45907967500000002</c:v>
                </c:pt>
                <c:pt idx="1099">
                  <c:v>0.45969417600000001</c:v>
                </c:pt>
                <c:pt idx="1100">
                  <c:v>0.45980517799999998</c:v>
                </c:pt>
                <c:pt idx="1101">
                  <c:v>0.45939076099999998</c:v>
                </c:pt>
                <c:pt idx="1102">
                  <c:v>0.458429792</c:v>
                </c:pt>
                <c:pt idx="1103">
                  <c:v>0.456902427</c:v>
                </c:pt>
                <c:pt idx="1104">
                  <c:v>0.45479060599999999</c:v>
                </c:pt>
                <c:pt idx="1105">
                  <c:v>0.45207851799999998</c:v>
                </c:pt>
                <c:pt idx="1106">
                  <c:v>0.448753022</c:v>
                </c:pt>
                <c:pt idx="1107">
                  <c:v>0.44480403400000001</c:v>
                </c:pt>
                <c:pt idx="1108">
                  <c:v>0.44022487700000001</c:v>
                </c:pt>
                <c:pt idx="1109">
                  <c:v>0.43501258700000001</c:v>
                </c:pt>
                <c:pt idx="1110">
                  <c:v>0.429168196</c:v>
                </c:pt>
                <c:pt idx="1111">
                  <c:v>0.42269698100000003</c:v>
                </c:pt>
                <c:pt idx="1112">
                  <c:v>0.41560867200000001</c:v>
                </c:pt>
                <c:pt idx="1113">
                  <c:v>0.40791762300000001</c:v>
                </c:pt>
                <c:pt idx="1114">
                  <c:v>0.39964291499999999</c:v>
                </c:pt>
                <c:pt idx="1115">
                  <c:v>0.3908084</c:v>
                </c:pt>
                <c:pt idx="1116">
                  <c:v>0.38144266399999999</c:v>
                </c:pt>
                <c:pt idx="1117">
                  <c:v>0.37157891399999998</c:v>
                </c:pt>
                <c:pt idx="1118">
                  <c:v>0.36125479900000002</c:v>
                </c:pt>
                <c:pt idx="1119">
                  <c:v>0.35051216400000001</c:v>
                </c:pt>
                <c:pt idx="1120">
                  <c:v>0.33939675200000002</c:v>
                </c:pt>
                <c:pt idx="1121">
                  <c:v>0.32795786700000001</c:v>
                </c:pt>
                <c:pt idx="1122">
                  <c:v>0.31624798999999998</c:v>
                </c:pt>
                <c:pt idx="1123">
                  <c:v>0.30432234600000002</c:v>
                </c:pt>
                <c:pt idx="1124">
                  <c:v>0.29223842799999999</c:v>
                </c:pt>
                <c:pt idx="1125">
                  <c:v>0.28005547200000003</c:v>
                </c:pt>
                <c:pt idx="1126">
                  <c:v>0.267833867</c:v>
                </c:pt>
                <c:pt idx="1127">
                  <c:v>0.25563453899999999</c:v>
                </c:pt>
                <c:pt idx="1128">
                  <c:v>0.243518288</c:v>
                </c:pt>
                <c:pt idx="1129">
                  <c:v>0.23154511999999999</c:v>
                </c:pt>
                <c:pt idx="1130">
                  <c:v>0.219773575</c:v>
                </c:pt>
                <c:pt idx="1131">
                  <c:v>0.20826007599999999</c:v>
                </c:pt>
                <c:pt idx="1132">
                  <c:v>0.19705829799999999</c:v>
                </c:pt>
                <c:pt idx="1133">
                  <c:v>0.186218569</c:v>
                </c:pt>
                <c:pt idx="1134">
                  <c:v>0.17578729200000001</c:v>
                </c:pt>
                <c:pt idx="1135">
                  <c:v>0.16580640099999999</c:v>
                </c:pt>
                <c:pt idx="1136">
                  <c:v>0.156312849</c:v>
                </c:pt>
                <c:pt idx="1137">
                  <c:v>0.14733813700000001</c:v>
                </c:pt>
                <c:pt idx="1138">
                  <c:v>0.138907898</c:v>
                </c:pt>
                <c:pt idx="1139">
                  <c:v>0.131041555</c:v>
                </c:pt>
                <c:pt idx="1140">
                  <c:v>0.12375206</c:v>
                </c:pt>
                <c:pt idx="1141">
                  <c:v>0.117045737</c:v>
                </c:pt>
                <c:pt idx="1142">
                  <c:v>0.110922222</c:v>
                </c:pt>
                <c:pt idx="1143">
                  <c:v>0.10537450800000001</c:v>
                </c:pt>
                <c:pt idx="1144">
                  <c:v>0.100389083</c:v>
                </c:pt>
                <c:pt idx="1145">
                  <c:v>9.5946169999999997E-2</c:v>
                </c:pt>
                <c:pt idx="1146">
                  <c:v>9.2020037999999998E-2</c:v>
                </c:pt>
                <c:pt idx="1147">
                  <c:v>8.8579405E-2</c:v>
                </c:pt>
                <c:pt idx="1148">
                  <c:v>8.5587925999999995E-2</c:v>
                </c:pt>
                <c:pt idx="1149">
                  <c:v>8.3004755E-2</c:v>
                </c:pt>
                <c:pt idx="1150">
                  <c:v>8.0785193000000005E-2</c:v>
                </c:pt>
                <c:pt idx="1151">
                  <c:v>7.8881415999999996E-2</c:v>
                </c:pt>
                <c:pt idx="1152">
                  <c:v>7.7243260999999994E-2</c:v>
                </c:pt>
                <c:pt idx="1153">
                  <c:v>7.5819053999999997E-2</c:v>
                </c:pt>
                <c:pt idx="1154">
                  <c:v>7.4556463000000003E-2</c:v>
                </c:pt>
                <c:pt idx="1155">
                  <c:v>7.3403349000000007E-2</c:v>
                </c:pt>
                <c:pt idx="1156">
                  <c:v>7.2308594000000004E-2</c:v>
                </c:pt>
                <c:pt idx="1157">
                  <c:v>7.1222891999999996E-2</c:v>
                </c:pt>
                <c:pt idx="1158">
                  <c:v>7.0099504000000007E-2</c:v>
                </c:pt>
                <c:pt idx="1159">
                  <c:v>6.8894948999999997E-2</c:v>
                </c:pt>
                <c:pt idx="1160">
                  <c:v>6.7569650999999994E-2</c:v>
                </c:pt>
                <c:pt idx="1161">
                  <c:v>6.6088516E-2</c:v>
                </c:pt>
                <c:pt idx="1162">
                  <c:v>6.4421441999999995E-2</c:v>
                </c:pt>
                <c:pt idx="1163">
                  <c:v>6.2543723999999995E-2</c:v>
                </c:pt>
                <c:pt idx="1164">
                  <c:v>6.0436371000000003E-2</c:v>
                </c:pt>
                <c:pt idx="1165">
                  <c:v>5.8086280999999997E-2</c:v>
                </c:pt>
                <c:pt idx="1166">
                  <c:v>5.5486303000000001E-2</c:v>
                </c:pt>
                <c:pt idx="1167">
                  <c:v>5.2635161E-2</c:v>
                </c:pt>
                <c:pt idx="1168">
                  <c:v>4.9537248999999998E-2</c:v>
                </c:pt>
                <c:pt idx="1169">
                  <c:v>4.6202325000000002E-2</c:v>
                </c:pt>
                <c:pt idx="1170">
                  <c:v>4.2645098999999999E-2</c:v>
                </c:pt>
                <c:pt idx="1171">
                  <c:v>3.8884747999999997E-2</c:v>
                </c:pt>
                <c:pt idx="1172">
                  <c:v>3.4944356000000003E-2</c:v>
                </c:pt>
                <c:pt idx="1173">
                  <c:v>3.0850307E-2</c:v>
                </c:pt>
                <c:pt idx="1174">
                  <c:v>2.6631624999999999E-2</c:v>
                </c:pt>
                <c:pt idx="1175">
                  <c:v>2.2319288999999999E-2</c:v>
                </c:pt>
                <c:pt idx="1176">
                  <c:v>1.7945533E-2</c:v>
                </c:pt>
                <c:pt idx="1177">
                  <c:v>1.3543147E-2</c:v>
                </c:pt>
                <c:pt idx="1178">
                  <c:v>9.1448099999999997E-3</c:v>
                </c:pt>
                <c:pt idx="1179">
                  <c:v>4.782466E-3</c:v>
                </c:pt>
                <c:pt idx="1180">
                  <c:v>4.8676999999999998E-4</c:v>
                </c:pt>
                <c:pt idx="1181">
                  <c:v>-3.7133829999999998E-3</c:v>
                </c:pt>
                <c:pt idx="1182">
                  <c:v>-7.7912529999999997E-3</c:v>
                </c:pt>
                <c:pt idx="1183">
                  <c:v>-1.1722564E-2</c:v>
                </c:pt>
                <c:pt idx="1184">
                  <c:v>-1.5485738000000001E-2</c:v>
                </c:pt>
                <c:pt idx="1185">
                  <c:v>-1.9062073999999998E-2</c:v>
                </c:pt>
                <c:pt idx="1186">
                  <c:v>-2.2435862000000001E-2</c:v>
                </c:pt>
                <c:pt idx="1187">
                  <c:v>-2.5594452E-2</c:v>
                </c:pt>
                <c:pt idx="1188">
                  <c:v>-2.8528273E-2</c:v>
                </c:pt>
                <c:pt idx="1189">
                  <c:v>-3.1230797000000001E-2</c:v>
                </c:pt>
                <c:pt idx="1190">
                  <c:v>-3.3698451999999997E-2</c:v>
                </c:pt>
                <c:pt idx="1191">
                  <c:v>-3.5930485999999998E-2</c:v>
                </c:pt>
                <c:pt idx="1192">
                  <c:v>-3.7928788999999997E-2</c:v>
                </c:pt>
                <c:pt idx="1193">
                  <c:v>-3.9697682999999997E-2</c:v>
                </c:pt>
                <c:pt idx="1194">
                  <c:v>-4.1243698000000002E-2</c:v>
                </c:pt>
                <c:pt idx="1195">
                  <c:v>-4.2575345000000001E-2</c:v>
                </c:pt>
                <c:pt idx="1196">
                  <c:v>-4.3702892E-2</c:v>
                </c:pt>
                <c:pt idx="1197">
                  <c:v>-4.4638155999999998E-2</c:v>
                </c:pt>
                <c:pt idx="1198">
                  <c:v>-4.5394297E-2</c:v>
                </c:pt>
                <c:pt idx="1199">
                  <c:v>-4.5985616E-2</c:v>
                </c:pt>
                <c:pt idx="1200">
                  <c:v>-4.6427354999999997E-2</c:v>
                </c:pt>
                <c:pt idx="1201">
                  <c:v>-4.6735486E-2</c:v>
                </c:pt>
                <c:pt idx="1202">
                  <c:v>-4.6926499000000003E-2</c:v>
                </c:pt>
                <c:pt idx="1203">
                  <c:v>-4.7017191999999999E-2</c:v>
                </c:pt>
                <c:pt idx="1204">
                  <c:v>-4.7024472999999997E-2</c:v>
                </c:pt>
                <c:pt idx="1205">
                  <c:v>-4.6965185999999999E-2</c:v>
                </c:pt>
                <c:pt idx="1206">
                  <c:v>-4.6855951999999999E-2</c:v>
                </c:pt>
                <c:pt idx="1207">
                  <c:v>-4.6713046000000001E-2</c:v>
                </c:pt>
                <c:pt idx="1208">
                  <c:v>-4.6552286999999998E-2</c:v>
                </c:pt>
                <c:pt idx="1209">
                  <c:v>-4.6388941000000003E-2</c:v>
                </c:pt>
                <c:pt idx="1210">
                  <c:v>-4.6237628000000003E-2</c:v>
                </c:pt>
                <c:pt idx="1211">
                  <c:v>-4.6112220000000002E-2</c:v>
                </c:pt>
                <c:pt idx="1212">
                  <c:v>-4.6025741000000002E-2</c:v>
                </c:pt>
                <c:pt idx="1213">
                  <c:v>-4.5990260999999998E-2</c:v>
                </c:pt>
                <c:pt idx="1214">
                  <c:v>-4.6016796999999998E-2</c:v>
                </c:pt>
                <c:pt idx="1215">
                  <c:v>-4.6115218999999999E-2</c:v>
                </c:pt>
                <c:pt idx="1216">
                  <c:v>-4.6294182000000003E-2</c:v>
                </c:pt>
                <c:pt idx="1217">
                  <c:v>-4.6561060000000001E-2</c:v>
                </c:pt>
                <c:pt idx="1218">
                  <c:v>-4.6921896999999997E-2</c:v>
                </c:pt>
                <c:pt idx="1219">
                  <c:v>-4.7381369999999999E-2</c:v>
                </c:pt>
                <c:pt idx="1220">
                  <c:v>-4.7942744000000002E-2</c:v>
                </c:pt>
                <c:pt idx="1221">
                  <c:v>-4.8607841999999998E-2</c:v>
                </c:pt>
                <c:pt idx="1222">
                  <c:v>-4.9377008999999999E-2</c:v>
                </c:pt>
                <c:pt idx="1223">
                  <c:v>-5.0249104000000003E-2</c:v>
                </c:pt>
                <c:pt idx="1224">
                  <c:v>-5.1221516000000002E-2</c:v>
                </c:pt>
                <c:pt idx="1225">
                  <c:v>-5.2290200000000002E-2</c:v>
                </c:pt>
                <c:pt idx="1226">
                  <c:v>-5.3449768000000002E-2</c:v>
                </c:pt>
                <c:pt idx="1227">
                  <c:v>-5.4693602000000001E-2</c:v>
                </c:pt>
                <c:pt idx="1228">
                  <c:v>-5.6013991999999999E-2</c:v>
                </c:pt>
                <c:pt idx="1229">
                  <c:v>-5.7402298999999997E-2</c:v>
                </c:pt>
                <c:pt idx="1230">
                  <c:v>-5.8849114000000001E-2</c:v>
                </c:pt>
                <c:pt idx="1231">
                  <c:v>-6.0344428999999998E-2</c:v>
                </c:pt>
                <c:pt idx="1232">
                  <c:v>-6.1877797999999998E-2</c:v>
                </c:pt>
                <c:pt idx="1233">
                  <c:v>-6.3438505000000006E-2</c:v>
                </c:pt>
                <c:pt idx="1234">
                  <c:v>-6.5015745E-2</c:v>
                </c:pt>
                <c:pt idx="1235">
                  <c:v>-6.6598814000000006E-2</c:v>
                </c:pt>
                <c:pt idx="1236">
                  <c:v>-6.8177315000000002E-2</c:v>
                </c:pt>
                <c:pt idx="1237">
                  <c:v>-6.9741374999999994E-2</c:v>
                </c:pt>
                <c:pt idx="1238">
                  <c:v>-7.1281849999999994E-2</c:v>
                </c:pt>
                <c:pt idx="1239">
                  <c:v>-7.2790517999999998E-2</c:v>
                </c:pt>
                <c:pt idx="1240">
                  <c:v>-7.4260237000000007E-2</c:v>
                </c:pt>
                <c:pt idx="1241">
                  <c:v>-7.5685060999999998E-2</c:v>
                </c:pt>
                <c:pt idx="1242">
                  <c:v>-7.7060306999999995E-2</c:v>
                </c:pt>
                <c:pt idx="1243">
                  <c:v>-7.8382578999999994E-2</c:v>
                </c:pt>
                <c:pt idx="1244">
                  <c:v>-7.9649757000000002E-2</c:v>
                </c:pt>
                <c:pt idx="1245">
                  <c:v>-8.0860957999999997E-2</c:v>
                </c:pt>
                <c:pt idx="1246">
                  <c:v>-8.2016461999999998E-2</c:v>
                </c:pt>
                <c:pt idx="1247">
                  <c:v>-8.3117632999999996E-2</c:v>
                </c:pt>
                <c:pt idx="1248">
                  <c:v>-8.4166805999999997E-2</c:v>
                </c:pt>
                <c:pt idx="1249">
                  <c:v>-8.5167153999999995E-2</c:v>
                </c:pt>
                <c:pt idx="1250">
                  <c:v>-8.6122537999999998E-2</c:v>
                </c:pt>
                <c:pt idx="1251">
                  <c:v>-8.7037326999999998E-2</c:v>
                </c:pt>
                <c:pt idx="1252">
                  <c:v>-8.7916217000000005E-2</c:v>
                </c:pt>
                <c:pt idx="1253">
                  <c:v>-8.8764048999999998E-2</c:v>
                </c:pt>
                <c:pt idx="1254">
                  <c:v>-8.9585643000000006E-2</c:v>
                </c:pt>
                <c:pt idx="1255">
                  <c:v>-9.0385668000000002E-2</c:v>
                </c:pt>
                <c:pt idx="1256">
                  <c:v>-9.1168542000000005E-2</c:v>
                </c:pt>
                <c:pt idx="1257">
                  <c:v>-9.193838E-2</c:v>
                </c:pt>
                <c:pt idx="1258">
                  <c:v>-9.2698972000000004E-2</c:v>
                </c:pt>
                <c:pt idx="1259">
                  <c:v>-9.3453786999999996E-2</c:v>
                </c:pt>
                <c:pt idx="1260">
                  <c:v>-9.4206000999999998E-2</c:v>
                </c:pt>
                <c:pt idx="1261">
                  <c:v>-9.4958532999999998E-2</c:v>
                </c:pt>
                <c:pt idx="1262">
                  <c:v>-9.5714089000000002E-2</c:v>
                </c:pt>
                <c:pt idx="1263">
                  <c:v>-9.6475221E-2</c:v>
                </c:pt>
                <c:pt idx="1264">
                  <c:v>-9.7244396999999996E-2</c:v>
                </c:pt>
                <c:pt idx="1265">
                  <c:v>-9.8024079E-2</c:v>
                </c:pt>
                <c:pt idx="1266">
                  <c:v>-9.8816820999999999E-2</c:v>
                </c:pt>
                <c:pt idx="1267">
                  <c:v>-9.9625362999999995E-2</c:v>
                </c:pt>
                <c:pt idx="1268">
                  <c:v>-0.10045272500000001</c:v>
                </c:pt>
                <c:pt idx="1269">
                  <c:v>-0.101302274</c:v>
                </c:pt>
                <c:pt idx="1270">
                  <c:v>-0.10217776200000001</c:v>
                </c:pt>
                <c:pt idx="1271">
                  <c:v>-0.103083326</c:v>
                </c:pt>
                <c:pt idx="1272">
                  <c:v>-0.104023448</c:v>
                </c:pt>
                <c:pt idx="1273">
                  <c:v>-0.105002887</c:v>
                </c:pt>
                <c:pt idx="1274">
                  <c:v>-0.10602658099999999</c:v>
                </c:pt>
                <c:pt idx="1275">
                  <c:v>-0.10709953799999999</c:v>
                </c:pt>
                <c:pt idx="1276">
                  <c:v>-0.10822672</c:v>
                </c:pt>
                <c:pt idx="1277">
                  <c:v>-0.109412911</c:v>
                </c:pt>
                <c:pt idx="1278">
                  <c:v>-0.11066258800000001</c:v>
                </c:pt>
                <c:pt idx="1279">
                  <c:v>-0.111979773</c:v>
                </c:pt>
                <c:pt idx="1280">
                  <c:v>-0.113367869</c:v>
                </c:pt>
                <c:pt idx="1281">
                  <c:v>-0.114829482</c:v>
                </c:pt>
                <c:pt idx="1282">
                  <c:v>-0.11636624499999999</c:v>
                </c:pt>
                <c:pt idx="1283">
                  <c:v>-0.117978632</c:v>
                </c:pt>
                <c:pt idx="1284">
                  <c:v>-0.119665809</c:v>
                </c:pt>
                <c:pt idx="1285">
                  <c:v>-0.12142549599999999</c:v>
                </c:pt>
                <c:pt idx="1286">
                  <c:v>-0.123253893</c:v>
                </c:pt>
                <c:pt idx="1287">
                  <c:v>-0.12514563500000001</c:v>
                </c:pt>
                <c:pt idx="1288">
                  <c:v>-0.12709380000000001</c:v>
                </c:pt>
                <c:pt idx="1289">
                  <c:v>-0.129089964</c:v>
                </c:pt>
                <c:pt idx="1290">
                  <c:v>-0.13112428200000001</c:v>
                </c:pt>
                <c:pt idx="1291">
                  <c:v>-0.13318561200000001</c:v>
                </c:pt>
                <c:pt idx="1292">
                  <c:v>-0.135261675</c:v>
                </c:pt>
                <c:pt idx="1293">
                  <c:v>-0.13733925</c:v>
                </c:pt>
                <c:pt idx="1294">
                  <c:v>-0.13940440700000001</c:v>
                </c:pt>
                <c:pt idx="1295">
                  <c:v>-0.14144277999999999</c:v>
                </c:pt>
                <c:pt idx="1296">
                  <c:v>-0.14343987</c:v>
                </c:pt>
                <c:pt idx="1297">
                  <c:v>-0.14538136400000001</c:v>
                </c:pt>
                <c:pt idx="1298">
                  <c:v>-0.14725345100000001</c:v>
                </c:pt>
                <c:pt idx="1299">
                  <c:v>-0.149043129</c:v>
                </c:pt>
                <c:pt idx="1300">
                  <c:v>-0.15073847300000001</c:v>
                </c:pt>
                <c:pt idx="1301">
                  <c:v>-0.15232886400000001</c:v>
                </c:pt>
                <c:pt idx="1302">
                  <c:v>-0.15380517199999999</c:v>
                </c:pt>
                <c:pt idx="1303">
                  <c:v>-0.15515991000000001</c:v>
                </c:pt>
                <c:pt idx="1304">
                  <c:v>-0.15638735500000001</c:v>
                </c:pt>
                <c:pt idx="1305">
                  <c:v>-0.157483654</c:v>
                </c:pt>
                <c:pt idx="1306">
                  <c:v>-0.15844691499999999</c:v>
                </c:pt>
                <c:pt idx="1307">
                  <c:v>-0.15927729099999999</c:v>
                </c:pt>
                <c:pt idx="1308">
                  <c:v>-0.15997705300000001</c:v>
                </c:pt>
                <c:pt idx="1309">
                  <c:v>-0.160550631</c:v>
                </c:pt>
                <c:pt idx="1310">
                  <c:v>-0.161004642</c:v>
                </c:pt>
                <c:pt idx="1311">
                  <c:v>-0.161347875</c:v>
                </c:pt>
                <c:pt idx="1312">
                  <c:v>-0.16159125499999999</c:v>
                </c:pt>
                <c:pt idx="1313">
                  <c:v>-0.16174777400000001</c:v>
                </c:pt>
                <c:pt idx="1314">
                  <c:v>-0.16183240900000001</c:v>
                </c:pt>
                <c:pt idx="1315">
                  <c:v>-0.16186203299999999</c:v>
                </c:pt>
                <c:pt idx="1316">
                  <c:v>-0.161855305</c:v>
                </c:pt>
                <c:pt idx="1317">
                  <c:v>-0.16183255999999999</c:v>
                </c:pt>
                <c:pt idx="1318">
                  <c:v>-0.16181567099999999</c:v>
                </c:pt>
                <c:pt idx="1319">
                  <c:v>-0.161827893</c:v>
                </c:pt>
                <c:pt idx="1320">
                  <c:v>-0.161893655</c:v>
                </c:pt>
                <c:pt idx="1321">
                  <c:v>-0.16203832600000001</c:v>
                </c:pt>
                <c:pt idx="1322">
                  <c:v>-0.162287924</c:v>
                </c:pt>
                <c:pt idx="1323">
                  <c:v>-0.16266879400000001</c:v>
                </c:pt>
                <c:pt idx="1324">
                  <c:v>-0.16320726199999999</c:v>
                </c:pt>
                <c:pt idx="1325">
                  <c:v>-0.163929256</c:v>
                </c:pt>
                <c:pt idx="1326">
                  <c:v>-0.16485991699999999</c:v>
                </c:pt>
                <c:pt idx="1327">
                  <c:v>-0.16602319099999999</c:v>
                </c:pt>
                <c:pt idx="1328">
                  <c:v>-0.16744141000000001</c:v>
                </c:pt>
                <c:pt idx="1329">
                  <c:v>-0.16913484600000001</c:v>
                </c:pt>
                <c:pt idx="1330">
                  <c:v>-0.171121256</c:v>
                </c:pt>
                <c:pt idx="1331">
                  <c:v>-0.17341540599999999</c:v>
                </c:pt>
                <c:pt idx="1332">
                  <c:v>-0.17602859400000001</c:v>
                </c:pt>
                <c:pt idx="1333">
                  <c:v>-0.178968189</c:v>
                </c:pt>
                <c:pt idx="1334">
                  <c:v>-0.182237185</c:v>
                </c:pt>
                <c:pt idx="1335">
                  <c:v>-0.18583380599999999</c:v>
                </c:pt>
                <c:pt idx="1336">
                  <c:v>-0.189751159</c:v>
                </c:pt>
                <c:pt idx="1337">
                  <c:v>-0.19397693999999999</c:v>
                </c:pt>
                <c:pt idx="1338">
                  <c:v>-0.19849320400000001</c:v>
                </c:pt>
                <c:pt idx="1339">
                  <c:v>-0.20327619199999999</c:v>
                </c:pt>
                <c:pt idx="1340">
                  <c:v>-0.208296229</c:v>
                </c:pt>
                <c:pt idx="1341">
                  <c:v>-0.21351767899999999</c:v>
                </c:pt>
                <c:pt idx="1342">
                  <c:v>-0.21889899700000001</c:v>
                </c:pt>
                <c:pt idx="1343">
                  <c:v>-0.224392861</c:v>
                </c:pt>
                <c:pt idx="1344">
                  <c:v>-0.22994642100000001</c:v>
                </c:pt>
                <c:pt idx="1345">
                  <c:v>-0.235501654</c:v>
                </c:pt>
                <c:pt idx="1346">
                  <c:v>-0.24099583799999999</c:v>
                </c:pt>
                <c:pt idx="1347">
                  <c:v>-0.24636213100000001</c:v>
                </c:pt>
                <c:pt idx="1348">
                  <c:v>-0.25153024600000001</c:v>
                </c:pt>
                <c:pt idx="1349">
                  <c:v>-0.25642720299999999</c:v>
                </c:pt>
                <c:pt idx="1350">
                  <c:v>-0.260978141</c:v>
                </c:pt>
                <c:pt idx="1351">
                  <c:v>-0.26510717</c:v>
                </c:pt>
                <c:pt idx="1352">
                  <c:v>-0.268738264</c:v>
                </c:pt>
                <c:pt idx="1353">
                  <c:v>-0.27179616600000001</c:v>
                </c:pt>
                <c:pt idx="1354">
                  <c:v>-0.27420732599999997</c:v>
                </c:pt>
                <c:pt idx="1355">
                  <c:v>-0.27590083599999998</c:v>
                </c:pt>
                <c:pt idx="1356">
                  <c:v>-0.27680937100000003</c:v>
                </c:pt>
                <c:pt idx="1357">
                  <c:v>-0.27687010299999998</c:v>
                </c:pt>
                <c:pt idx="1358">
                  <c:v>-0.27602557799999999</c:v>
                </c:pt>
                <c:pt idx="1359">
                  <c:v>-0.274224525</c:v>
                </c:pt>
                <c:pt idx="1360">
                  <c:v>-0.271422581</c:v>
                </c:pt>
                <c:pt idx="1361">
                  <c:v>-0.26758290299999998</c:v>
                </c:pt>
                <c:pt idx="1362">
                  <c:v>-0.262676676</c:v>
                </c:pt>
                <c:pt idx="1363">
                  <c:v>-0.25668349200000001</c:v>
                </c:pt>
                <c:pt idx="1364">
                  <c:v>-0.24959161899999999</c:v>
                </c:pt>
                <c:pt idx="1365">
                  <c:v>-0.24139814000000001</c:v>
                </c:pt>
                <c:pt idx="1366">
                  <c:v>-0.23210898099999999</c:v>
                </c:pt>
                <c:pt idx="1367">
                  <c:v>-0.221738823</c:v>
                </c:pt>
                <c:pt idx="1368">
                  <c:v>-0.210310885</c:v>
                </c:pt>
                <c:pt idx="1369">
                  <c:v>-0.19785659</c:v>
                </c:pt>
                <c:pt idx="1370">
                  <c:v>-0.184415106</c:v>
                </c:pt>
                <c:pt idx="1371">
                  <c:v>-0.170032771</c:v>
                </c:pt>
                <c:pt idx="1372">
                  <c:v>-0.15476242100000001</c:v>
                </c:pt>
                <c:pt idx="1373">
                  <c:v>-0.13866263000000001</c:v>
                </c:pt>
                <c:pt idx="1374">
                  <c:v>-0.121796903</c:v>
                </c:pt>
                <c:pt idx="1375">
                  <c:v>-0.104232828</c:v>
                </c:pt>
                <c:pt idx="1376">
                  <c:v>-8.6041223E-2</c:v>
                </c:pt>
                <c:pt idx="1377">
                  <c:v>-6.7295276000000001E-2</c:v>
                </c:pt>
                <c:pt idx="1378">
                  <c:v>-4.8069713E-2</c:v>
                </c:pt>
                <c:pt idx="1379">
                  <c:v>-2.8439978000000001E-2</c:v>
                </c:pt>
                <c:pt idx="1380">
                  <c:v>-8.4814529999999999E-3</c:v>
                </c:pt>
                <c:pt idx="1381">
                  <c:v>1.173129E-2</c:v>
                </c:pt>
                <c:pt idx="1382">
                  <c:v>3.2125170000000002E-2</c:v>
                </c:pt>
                <c:pt idx="1383">
                  <c:v>5.2629218999999998E-2</c:v>
                </c:pt>
                <c:pt idx="1384">
                  <c:v>7.3175104000000005E-2</c:v>
                </c:pt>
                <c:pt idx="1385">
                  <c:v>9.3697573000000006E-2</c:v>
                </c:pt>
                <c:pt idx="1386">
                  <c:v>0.114134788</c:v>
                </c:pt>
                <c:pt idx="1387">
                  <c:v>0.13442857799999999</c:v>
                </c:pt>
                <c:pt idx="1388">
                  <c:v>0.15452459599999999</c:v>
                </c:pt>
                <c:pt idx="1389">
                  <c:v>0.174372417</c:v>
                </c:pt>
                <c:pt idx="1390">
                  <c:v>0.19392557499999999</c:v>
                </c:pt>
                <c:pt idx="1391">
                  <c:v>0.21314155300000001</c:v>
                </c:pt>
                <c:pt idx="1392">
                  <c:v>0.231981732</c:v>
                </c:pt>
                <c:pt idx="1393">
                  <c:v>0.25041129499999998</c:v>
                </c:pt>
                <c:pt idx="1394">
                  <c:v>0.268399094</c:v>
                </c:pt>
                <c:pt idx="1395">
                  <c:v>0.28591747299999998</c:v>
                </c:pt>
                <c:pt idx="1396">
                  <c:v>0.30294205200000002</c:v>
                </c:pt>
                <c:pt idx="1397">
                  <c:v>0.31945149299999998</c:v>
                </c:pt>
                <c:pt idx="1398">
                  <c:v>0.33542723800000002</c:v>
                </c:pt>
                <c:pt idx="1399">
                  <c:v>0.35085325699999997</c:v>
                </c:pt>
                <c:pt idx="1400">
                  <c:v>0.36571580100000001</c:v>
                </c:pt>
                <c:pt idx="1401">
                  <c:v>0.38000318199999999</c:v>
                </c:pt>
                <c:pt idx="1402">
                  <c:v>0.39370556000000001</c:v>
                </c:pt>
                <c:pt idx="1403">
                  <c:v>0.40681476599999999</c:v>
                </c:pt>
                <c:pt idx="1404">
                  <c:v>0.41932412499999999</c:v>
                </c:pt>
                <c:pt idx="1405">
                  <c:v>0.43122829899999998</c:v>
                </c:pt>
                <c:pt idx="1406">
                  <c:v>0.44252313300000001</c:v>
                </c:pt>
                <c:pt idx="1407">
                  <c:v>0.453205515</c:v>
                </c:pt>
                <c:pt idx="1408">
                  <c:v>0.463273253</c:v>
                </c:pt>
                <c:pt idx="1409">
                  <c:v>0.472724967</c:v>
                </c:pt>
                <c:pt idx="1410">
                  <c:v>0.48156000999999998</c:v>
                </c:pt>
                <c:pt idx="1411">
                  <c:v>0.48977840499999997</c:v>
                </c:pt>
                <c:pt idx="1412">
                  <c:v>0.49738080299999998</c:v>
                </c:pt>
                <c:pt idx="1413">
                  <c:v>0.504368445</c:v>
                </c:pt>
                <c:pt idx="1414">
                  <c:v>0.51074311500000003</c:v>
                </c:pt>
                <c:pt idx="1415">
                  <c:v>0.51650709500000003</c:v>
                </c:pt>
                <c:pt idx="1416">
                  <c:v>0.52166310400000004</c:v>
                </c:pt>
                <c:pt idx="1417">
                  <c:v>0.52621423300000003</c:v>
                </c:pt>
                <c:pt idx="1418">
                  <c:v>0.53016389100000005</c:v>
                </c:pt>
                <c:pt idx="1419">
                  <c:v>0.53351576499999998</c:v>
                </c:pt>
                <c:pt idx="1420">
                  <c:v>0.53627382400000001</c:v>
                </c:pt>
                <c:pt idx="1421">
                  <c:v>0.53844234300000005</c:v>
                </c:pt>
                <c:pt idx="1422">
                  <c:v>0.54002597699999999</c:v>
                </c:pt>
                <c:pt idx="1423">
                  <c:v>0.54102985000000003</c:v>
                </c:pt>
                <c:pt idx="1424">
                  <c:v>0.54145966800000001</c:v>
                </c:pt>
                <c:pt idx="1425">
                  <c:v>0.54132183099999998</c:v>
                </c:pt>
                <c:pt idx="1426">
                  <c:v>0.54062354599999995</c:v>
                </c:pt>
                <c:pt idx="1427">
                  <c:v>0.53937292699999995</c:v>
                </c:pt>
                <c:pt idx="1428">
                  <c:v>0.53757909800000003</c:v>
                </c:pt>
                <c:pt idx="1429">
                  <c:v>0.53525228800000002</c:v>
                </c:pt>
                <c:pt idx="1430">
                  <c:v>0.53240393200000002</c:v>
                </c:pt>
                <c:pt idx="1431">
                  <c:v>0.52904677</c:v>
                </c:pt>
                <c:pt idx="1432">
                  <c:v>0.52519494099999997</c:v>
                </c:pt>
                <c:pt idx="1433">
                  <c:v>0.52086406500000004</c:v>
                </c:pt>
                <c:pt idx="1434">
                  <c:v>0.51607129900000004</c:v>
                </c:pt>
                <c:pt idx="1435">
                  <c:v>0.51083535700000005</c:v>
                </c:pt>
                <c:pt idx="1436">
                  <c:v>0.505176501</c:v>
                </c:pt>
                <c:pt idx="1437">
                  <c:v>0.49911648800000002</c:v>
                </c:pt>
                <c:pt idx="1438">
                  <c:v>0.49267849200000002</c:v>
                </c:pt>
                <c:pt idx="1439">
                  <c:v>0.48588699699999999</c:v>
                </c:pt>
                <c:pt idx="1440">
                  <c:v>0.478767685</c:v>
                </c:pt>
                <c:pt idx="1441">
                  <c:v>0.47134729800000003</c:v>
                </c:pt>
                <c:pt idx="1442">
                  <c:v>0.46365350100000002</c:v>
                </c:pt>
                <c:pt idx="1443">
                  <c:v>0.455714707</c:v>
                </c:pt>
                <c:pt idx="1444">
                  <c:v>0.44755989800000001</c:v>
                </c:pt>
                <c:pt idx="1445">
                  <c:v>0.439218408</c:v>
                </c:pt>
                <c:pt idx="1446">
                  <c:v>0.43071968900000002</c:v>
                </c:pt>
                <c:pt idx="1447">
                  <c:v>0.42209305800000002</c:v>
                </c:pt>
                <c:pt idx="1448">
                  <c:v>0.41336744600000003</c:v>
                </c:pt>
                <c:pt idx="1449">
                  <c:v>0.40457115300000002</c:v>
                </c:pt>
                <c:pt idx="1450">
                  <c:v>0.39573161899999998</c:v>
                </c:pt>
                <c:pt idx="1451">
                  <c:v>0.38687522699999999</c:v>
                </c:pt>
                <c:pt idx="1452">
                  <c:v>0.37802711700000002</c:v>
                </c:pt>
                <c:pt idx="1453">
                  <c:v>0.36921103199999999</c:v>
                </c:pt>
                <c:pt idx="1454">
                  <c:v>0.36044915799999999</c:v>
                </c:pt>
                <c:pt idx="1455">
                  <c:v>0.35176198600000003</c:v>
                </c:pt>
                <c:pt idx="1456">
                  <c:v>0.34316817599999999</c:v>
                </c:pt>
                <c:pt idx="1457">
                  <c:v>0.33468442999999998</c:v>
                </c:pt>
                <c:pt idx="1458">
                  <c:v>0.32632539599999999</c:v>
                </c:pt>
                <c:pt idx="1459">
                  <c:v>0.31810359399999999</c:v>
                </c:pt>
                <c:pt idx="1460">
                  <c:v>0.31002938499999999</c:v>
                </c:pt>
                <c:pt idx="1461">
                  <c:v>0.302110977</c:v>
                </c:pt>
                <c:pt idx="1462">
                  <c:v>0.29435445900000001</c:v>
                </c:pt>
                <c:pt idx="1463">
                  <c:v>0.28676386599999998</c:v>
                </c:pt>
                <c:pt idx="1464">
                  <c:v>0.27934124799999999</c:v>
                </c:pt>
                <c:pt idx="1465">
                  <c:v>0.27208674300000002</c:v>
                </c:pt>
                <c:pt idx="1466">
                  <c:v>0.26499865099999997</c:v>
                </c:pt>
                <c:pt idx="1467">
                  <c:v>0.25807350299999998</c:v>
                </c:pt>
                <c:pt idx="1468">
                  <c:v>0.25130613800000001</c:v>
                </c:pt>
                <c:pt idx="1469">
                  <c:v>0.24468979099999999</c:v>
                </c:pt>
                <c:pt idx="1470">
                  <c:v>0.23821620399999999</c:v>
                </c:pt>
                <c:pt idx="1471">
                  <c:v>0.23187575099999999</c:v>
                </c:pt>
                <c:pt idx="1472">
                  <c:v>0.22565758899999999</c:v>
                </c:pt>
                <c:pt idx="1473">
                  <c:v>0.219549825</c:v>
                </c:pt>
                <c:pt idx="1474">
                  <c:v>0.21353967900000001</c:v>
                </c:pt>
                <c:pt idx="1475">
                  <c:v>0.20761365900000001</c:v>
                </c:pt>
                <c:pt idx="1476">
                  <c:v>0.20175773499999999</c:v>
                </c:pt>
                <c:pt idx="1477">
                  <c:v>0.195957515</c:v>
                </c:pt>
                <c:pt idx="1478">
                  <c:v>0.190198432</c:v>
                </c:pt>
                <c:pt idx="1479">
                  <c:v>0.18446595700000001</c:v>
                </c:pt>
                <c:pt idx="1480">
                  <c:v>0.178745825</c:v>
                </c:pt>
                <c:pt idx="1481">
                  <c:v>0.173024288</c:v>
                </c:pt>
                <c:pt idx="1482">
                  <c:v>0.16728839300000001</c:v>
                </c:pt>
                <c:pt idx="1483">
                  <c:v>0.16152625800000001</c:v>
                </c:pt>
                <c:pt idx="1484">
                  <c:v>0.15572735300000001</c:v>
                </c:pt>
                <c:pt idx="1485">
                  <c:v>0.149882768</c:v>
                </c:pt>
                <c:pt idx="1486">
                  <c:v>0.14398546200000001</c:v>
                </c:pt>
                <c:pt idx="1487">
                  <c:v>0.13803048800000001</c:v>
                </c:pt>
                <c:pt idx="1488">
                  <c:v>0.132015197</c:v>
                </c:pt>
                <c:pt idx="1489">
                  <c:v>0.125939418</c:v>
                </c:pt>
                <c:pt idx="1490">
                  <c:v>0.119805619</c:v>
                </c:pt>
                <c:pt idx="1491">
                  <c:v>0.11361903800000001</c:v>
                </c:pt>
                <c:pt idx="1492">
                  <c:v>0.107387775</c:v>
                </c:pt>
                <c:pt idx="1493">
                  <c:v>0.101122843</c:v>
                </c:pt>
                <c:pt idx="1494">
                  <c:v>9.4838144999999999E-2</c:v>
                </c:pt>
                <c:pt idx="1495">
                  <c:v>8.8550398000000002E-2</c:v>
                </c:pt>
                <c:pt idx="1496">
                  <c:v>8.2278963999999996E-2</c:v>
                </c:pt>
                <c:pt idx="1497">
                  <c:v>7.6045624000000006E-2</c:v>
                </c:pt>
                <c:pt idx="1498">
                  <c:v>6.9874282999999995E-2</c:v>
                </c:pt>
                <c:pt idx="1499">
                  <c:v>6.3790614999999995E-2</c:v>
                </c:pt>
                <c:pt idx="1500">
                  <c:v>5.7821679000000001E-2</c:v>
                </c:pt>
                <c:pt idx="1501">
                  <c:v>5.1995486E-2</c:v>
                </c:pt>
                <c:pt idx="1502">
                  <c:v>4.6340538000000001E-2</c:v>
                </c:pt>
                <c:pt idx="1503">
                  <c:v>4.0885338E-2</c:v>
                </c:pt>
                <c:pt idx="1504">
                  <c:v>3.5657866000000003E-2</c:v>
                </c:pt>
                <c:pt idx="1505">
                  <c:v>3.0685038000000001E-2</c:v>
                </c:pt>
                <c:pt idx="1506">
                  <c:v>2.5992146000000001E-2</c:v>
                </c:pt>
                <c:pt idx="1507">
                  <c:v>2.1602314000000001E-2</c:v>
                </c:pt>
                <c:pt idx="1508">
                  <c:v>1.7535968999999998E-2</c:v>
                </c:pt>
                <c:pt idx="1509">
                  <c:v>1.3810367E-2</c:v>
                </c:pt>
                <c:pt idx="1510">
                  <c:v>1.0439178E-2</c:v>
                </c:pt>
                <c:pt idx="1511">
                  <c:v>7.4321500000000002E-3</c:v>
                </c:pt>
                <c:pt idx="1512">
                  <c:v>4.7948560000000001E-3</c:v>
                </c:pt>
                <c:pt idx="1513">
                  <c:v>2.5285160000000002E-3</c:v>
                </c:pt>
                <c:pt idx="1514">
                  <c:v>6.29902E-4</c:v>
                </c:pt>
                <c:pt idx="1515">
                  <c:v>-9.08685E-4</c:v>
                </c:pt>
                <c:pt idx="1516">
                  <c:v>-2.099362E-3</c:v>
                </c:pt>
                <c:pt idx="1517">
                  <c:v>-2.9585369999999998E-3</c:v>
                </c:pt>
                <c:pt idx="1518">
                  <c:v>-3.5067010000000001E-3</c:v>
                </c:pt>
                <c:pt idx="1519">
                  <c:v>-3.7681350000000001E-3</c:v>
                </c:pt>
                <c:pt idx="1520">
                  <c:v>-3.770533E-3</c:v>
                </c:pt>
                <c:pt idx="1521">
                  <c:v>-3.5445440000000002E-3</c:v>
                </c:pt>
                <c:pt idx="1522">
                  <c:v>-3.1232579999999999E-3</c:v>
                </c:pt>
                <c:pt idx="1523">
                  <c:v>-2.5416340000000001E-3</c:v>
                </c:pt>
                <c:pt idx="1524">
                  <c:v>-1.8359089999999999E-3</c:v>
                </c:pt>
                <c:pt idx="1525">
                  <c:v>-1.0429930000000001E-3</c:v>
                </c:pt>
                <c:pt idx="1526">
                  <c:v>-1.9986400000000001E-4</c:v>
                </c:pt>
                <c:pt idx="1527">
                  <c:v>6.57012E-4</c:v>
                </c:pt>
                <c:pt idx="1528">
                  <c:v>1.4922589999999999E-3</c:v>
                </c:pt>
                <c:pt idx="1529">
                  <c:v>2.272133E-3</c:v>
                </c:pt>
                <c:pt idx="1530">
                  <c:v>2.9650409999999999E-3</c:v>
                </c:pt>
                <c:pt idx="1531">
                  <c:v>3.542024E-3</c:v>
                </c:pt>
                <c:pt idx="1532">
                  <c:v>3.9771800000000003E-3</c:v>
                </c:pt>
                <c:pt idx="1533">
                  <c:v>4.2480169999999998E-3</c:v>
                </c:pt>
                <c:pt idx="1534">
                  <c:v>4.3357259999999998E-3</c:v>
                </c:pt>
                <c:pt idx="1535">
                  <c:v>4.2253509999999996E-3</c:v>
                </c:pt>
                <c:pt idx="1536">
                  <c:v>3.9058690000000002E-3</c:v>
                </c:pt>
                <c:pt idx="1537">
                  <c:v>3.3701690000000001E-3</c:v>
                </c:pt>
                <c:pt idx="1538">
                  <c:v>2.614955E-3</c:v>
                </c:pt>
                <c:pt idx="1539">
                  <c:v>1.640587E-3</c:v>
                </c:pt>
                <c:pt idx="1540">
                  <c:v>4.5086799999999999E-4</c:v>
                </c:pt>
                <c:pt idx="1541">
                  <c:v>-9.4719499999999996E-4</c:v>
                </c:pt>
                <c:pt idx="1542">
                  <c:v>-2.5436529999999999E-3</c:v>
                </c:pt>
                <c:pt idx="1543">
                  <c:v>-4.3258919999999996E-3</c:v>
                </c:pt>
                <c:pt idx="1544">
                  <c:v>-6.2789320000000001E-3</c:v>
                </c:pt>
                <c:pt idx="1545">
                  <c:v>-8.3857259999999996E-3</c:v>
                </c:pt>
                <c:pt idx="1546">
                  <c:v>-1.0627472000000001E-2</c:v>
                </c:pt>
                <c:pt idx="1547">
                  <c:v>-1.2983931000000001E-2</c:v>
                </c:pt>
                <c:pt idx="1548">
                  <c:v>-1.5433732E-2</c:v>
                </c:pt>
                <c:pt idx="1549">
                  <c:v>-1.7954675999999999E-2</c:v>
                </c:pt>
                <c:pt idx="1550">
                  <c:v>-2.0524026000000001E-2</c:v>
                </c:pt>
                <c:pt idx="1551">
                  <c:v>-2.3118783E-2</c:v>
                </c:pt>
                <c:pt idx="1552">
                  <c:v>-2.5715961999999998E-2</c:v>
                </c:pt>
                <c:pt idx="1553">
                  <c:v>-2.8292874999999999E-2</c:v>
                </c:pt>
                <c:pt idx="1554">
                  <c:v>-3.0827418999999998E-2</c:v>
                </c:pt>
                <c:pt idx="1555">
                  <c:v>-3.3298385E-2</c:v>
                </c:pt>
                <c:pt idx="1556">
                  <c:v>-3.5685774000000003E-2</c:v>
                </c:pt>
                <c:pt idx="1557">
                  <c:v>-3.7971129999999999E-2</c:v>
                </c:pt>
                <c:pt idx="1558">
                  <c:v>-4.0137856999999999E-2</c:v>
                </c:pt>
                <c:pt idx="1559">
                  <c:v>-4.2171523000000002E-2</c:v>
                </c:pt>
                <c:pt idx="1560">
                  <c:v>-4.4060139999999998E-2</c:v>
                </c:pt>
                <c:pt idx="1561">
                  <c:v>-4.5794401999999998E-2</c:v>
                </c:pt>
                <c:pt idx="1562">
                  <c:v>-4.7367885999999998E-2</c:v>
                </c:pt>
                <c:pt idx="1563">
                  <c:v>-4.8777225E-2</c:v>
                </c:pt>
                <c:pt idx="1564">
                  <c:v>-5.0022232E-2</c:v>
                </c:pt>
                <c:pt idx="1565">
                  <c:v>-5.1106003999999997E-2</c:v>
                </c:pt>
                <c:pt idx="1566">
                  <c:v>-5.2034984999999999E-2</c:v>
                </c:pt>
                <c:pt idx="1567">
                  <c:v>-5.2818978000000003E-2</c:v>
                </c:pt>
                <c:pt idx="1568">
                  <c:v>-5.3471116999999999E-2</c:v>
                </c:pt>
                <c:pt idx="1569">
                  <c:v>-5.4007766999999998E-2</c:v>
                </c:pt>
                <c:pt idx="1570">
                  <c:v>-5.4448360000000001E-2</c:v>
                </c:pt>
                <c:pt idx="1571">
                  <c:v>-5.4815162000000001E-2</c:v>
                </c:pt>
                <c:pt idx="1572">
                  <c:v>-5.5132988000000001E-2</c:v>
                </c:pt>
                <c:pt idx="1573">
                  <c:v>-5.5428861000000003E-2</c:v>
                </c:pt>
                <c:pt idx="1574">
                  <c:v>-5.5731638999999999E-2</c:v>
                </c:pt>
                <c:pt idx="1575">
                  <c:v>-5.6071617999999997E-2</c:v>
                </c:pt>
                <c:pt idx="1576">
                  <c:v>-5.6480119000000002E-2</c:v>
                </c:pt>
                <c:pt idx="1577">
                  <c:v>-5.6989058000000002E-2</c:v>
                </c:pt>
                <c:pt idx="1578">
                  <c:v>-5.7630497000000003E-2</c:v>
                </c:pt>
                <c:pt idx="1579">
                  <c:v>-5.8436184000000002E-2</c:v>
                </c:pt>
                <c:pt idx="1580">
                  <c:v>-5.9437064999999997E-2</c:v>
                </c:pt>
                <c:pt idx="1581">
                  <c:v>-6.0662788000000002E-2</c:v>
                </c:pt>
                <c:pt idx="1582">
                  <c:v>-6.2141205999999997E-2</c:v>
                </c:pt>
                <c:pt idx="1583">
                  <c:v>-6.3897896999999995E-2</c:v>
                </c:pt>
                <c:pt idx="1584">
                  <c:v>-6.5955717999999997E-2</c:v>
                </c:pt>
                <c:pt idx="1585">
                  <c:v>-6.8334404000000001E-2</c:v>
                </c:pt>
                <c:pt idx="1586">
                  <c:v>-7.1050237000000002E-2</c:v>
                </c:pt>
                <c:pt idx="1587">
                  <c:v>-7.4115770999999997E-2</c:v>
                </c:pt>
                <c:pt idx="1588">
                  <c:v>-7.7539627E-2</c:v>
                </c:pt>
                <c:pt idx="1589">
                  <c:v>-8.1326349000000006E-2</c:v>
                </c:pt>
                <c:pt idx="1590">
                  <c:v>-8.5476316999999996E-2</c:v>
                </c:pt>
                <c:pt idx="1591">
                  <c:v>-8.9985724000000003E-2</c:v>
                </c:pt>
                <c:pt idx="1592">
                  <c:v>-9.4846607999999999E-2</c:v>
                </c:pt>
                <c:pt idx="1593">
                  <c:v>-0.10004695800000001</c:v>
                </c:pt>
                <c:pt idx="1594">
                  <c:v>-0.10557087599999999</c:v>
                </c:pt>
                <c:pt idx="1595">
                  <c:v>-0.11139882299999999</c:v>
                </c:pt>
                <c:pt idx="1596">
                  <c:v>-0.117507917</c:v>
                </c:pt>
                <c:pt idx="1597">
                  <c:v>-0.123872289</c:v>
                </c:pt>
                <c:pt idx="1598">
                  <c:v>-0.130463475</c:v>
                </c:pt>
                <c:pt idx="1599">
                  <c:v>-0.13725082899999999</c:v>
                </c:pt>
                <c:pt idx="1600">
                  <c:v>-0.14420195399999999</c:v>
                </c:pt>
                <c:pt idx="1601">
                  <c:v>-0.15128312399999999</c:v>
                </c:pt>
                <c:pt idx="1602">
                  <c:v>-0.158459713</c:v>
                </c:pt>
                <c:pt idx="1603">
                  <c:v>-0.16569661899999999</c:v>
                </c:pt>
                <c:pt idx="1604">
                  <c:v>-0.172958684</c:v>
                </c:pt>
                <c:pt idx="1605">
                  <c:v>-0.180211116</c:v>
                </c:pt>
                <c:pt idx="1606">
                  <c:v>-0.187419894</c:v>
                </c:pt>
                <c:pt idx="1607">
                  <c:v>-0.194552161</c:v>
                </c:pt>
                <c:pt idx="1608">
                  <c:v>-0.20157657800000001</c:v>
                </c:pt>
                <c:pt idx="1609">
                  <c:v>-0.20846363900000001</c:v>
                </c:pt>
                <c:pt idx="1610">
                  <c:v>-0.21518592</c:v>
                </c:pt>
                <c:pt idx="1611">
                  <c:v>-0.22171828199999999</c:v>
                </c:pt>
                <c:pt idx="1612">
                  <c:v>-0.22803801400000001</c:v>
                </c:pt>
                <c:pt idx="1613">
                  <c:v>-0.23412493200000001</c:v>
                </c:pt>
                <c:pt idx="1614">
                  <c:v>-0.239961444</c:v>
                </c:pt>
                <c:pt idx="1615">
                  <c:v>-0.24553259499999999</c:v>
                </c:pt>
                <c:pt idx="1616">
                  <c:v>-0.25082609</c:v>
                </c:pt>
                <c:pt idx="1617">
                  <c:v>-0.25583230000000001</c:v>
                </c:pt>
                <c:pt idx="1618">
                  <c:v>-0.260544257</c:v>
                </c:pt>
                <c:pt idx="1619">
                  <c:v>-0.264957624</c:v>
                </c:pt>
                <c:pt idx="1620">
                  <c:v>-0.26907063799999997</c:v>
                </c:pt>
                <c:pt idx="1621">
                  <c:v>-0.27288404100000002</c:v>
                </c:pt>
                <c:pt idx="1622">
                  <c:v>-0.27640099400000001</c:v>
                </c:pt>
                <c:pt idx="1623">
                  <c:v>-0.279626983</c:v>
                </c:pt>
                <c:pt idx="1624">
                  <c:v>-0.28256973600000002</c:v>
                </c:pt>
                <c:pt idx="1625">
                  <c:v>-0.285239142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766-4EB4-8C0E-9ABF66A50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24161919"/>
        <c:axId val="324162399"/>
      </c:scatterChart>
      <c:valAx>
        <c:axId val="324161919"/>
        <c:scaling>
          <c:orientation val="minMax"/>
          <c:max val="3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Time(s)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162399"/>
        <c:crossesAt val="-0.5"/>
        <c:crossBetween val="midCat"/>
        <c:majorUnit val="1"/>
      </c:valAx>
      <c:valAx>
        <c:axId val="324162399"/>
        <c:scaling>
          <c:orientation val="minMax"/>
          <c:max val="0.60000000000000009"/>
          <c:min val="-0.5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Amplitude</a:t>
                </a:r>
                <a:r>
                  <a:rPr lang="en-US" baseline="0" dirty="0"/>
                  <a:t> (V)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161919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C3</a:t>
            </a:r>
            <a:r>
              <a:rPr lang="en-US" baseline="0"/>
              <a:t> Carotid Best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'C3_Raj_Carotid_Converted_select'!$B$1</c:f>
              <c:strCache>
                <c:ptCount val="1"/>
                <c:pt idx="0">
                  <c:v>Amplitude (Volts) [Filtered 0.3-10.0Hz]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'C3_Raj_Carotid_Converted_select'!$A$2:$A$1321</c:f>
              <c:numCache>
                <c:formatCode>General</c:formatCode>
                <c:ptCount val="1320"/>
                <c:pt idx="0">
                  <c:v>2E-3</c:v>
                </c:pt>
                <c:pt idx="1">
                  <c:v>4.0000000000000001E-3</c:v>
                </c:pt>
                <c:pt idx="2">
                  <c:v>6.0000000000000001E-3</c:v>
                </c:pt>
                <c:pt idx="3">
                  <c:v>8.0000000000000002E-3</c:v>
                </c:pt>
                <c:pt idx="4">
                  <c:v>0.01</c:v>
                </c:pt>
                <c:pt idx="5">
                  <c:v>1.2E-2</c:v>
                </c:pt>
                <c:pt idx="6">
                  <c:v>1.4E-2</c:v>
                </c:pt>
                <c:pt idx="7">
                  <c:v>1.6E-2</c:v>
                </c:pt>
                <c:pt idx="8">
                  <c:v>1.7999999999999999E-2</c:v>
                </c:pt>
                <c:pt idx="9">
                  <c:v>0.02</c:v>
                </c:pt>
                <c:pt idx="10">
                  <c:v>2.1999999999999999E-2</c:v>
                </c:pt>
                <c:pt idx="11">
                  <c:v>2.4E-2</c:v>
                </c:pt>
                <c:pt idx="12">
                  <c:v>2.5999999999999999E-2</c:v>
                </c:pt>
                <c:pt idx="13">
                  <c:v>2.8000000000000001E-2</c:v>
                </c:pt>
                <c:pt idx="14">
                  <c:v>0.03</c:v>
                </c:pt>
                <c:pt idx="15">
                  <c:v>3.2000000000000001E-2</c:v>
                </c:pt>
                <c:pt idx="16">
                  <c:v>3.4000000000000002E-2</c:v>
                </c:pt>
                <c:pt idx="17">
                  <c:v>3.5999999999999997E-2</c:v>
                </c:pt>
                <c:pt idx="18">
                  <c:v>3.7999999999999999E-2</c:v>
                </c:pt>
                <c:pt idx="19">
                  <c:v>0.04</c:v>
                </c:pt>
                <c:pt idx="20">
                  <c:v>4.2000000000000003E-2</c:v>
                </c:pt>
                <c:pt idx="21">
                  <c:v>4.3999999999999997E-2</c:v>
                </c:pt>
                <c:pt idx="22">
                  <c:v>4.5999999999999999E-2</c:v>
                </c:pt>
                <c:pt idx="23">
                  <c:v>4.8000000000000001E-2</c:v>
                </c:pt>
                <c:pt idx="24">
                  <c:v>0.05</c:v>
                </c:pt>
                <c:pt idx="25">
                  <c:v>5.1999999999999998E-2</c:v>
                </c:pt>
                <c:pt idx="26">
                  <c:v>5.3999999999999999E-2</c:v>
                </c:pt>
                <c:pt idx="27">
                  <c:v>5.6000000000000001E-2</c:v>
                </c:pt>
                <c:pt idx="28">
                  <c:v>5.8000000000000003E-2</c:v>
                </c:pt>
                <c:pt idx="29">
                  <c:v>0.06</c:v>
                </c:pt>
                <c:pt idx="30">
                  <c:v>6.2E-2</c:v>
                </c:pt>
                <c:pt idx="31">
                  <c:v>6.4000000000000001E-2</c:v>
                </c:pt>
                <c:pt idx="32">
                  <c:v>6.6000000000000003E-2</c:v>
                </c:pt>
                <c:pt idx="33">
                  <c:v>6.8000000000000005E-2</c:v>
                </c:pt>
                <c:pt idx="34">
                  <c:v>7.0000000000000007E-2</c:v>
                </c:pt>
                <c:pt idx="35">
                  <c:v>7.1999999999999995E-2</c:v>
                </c:pt>
                <c:pt idx="36">
                  <c:v>7.3999999999999996E-2</c:v>
                </c:pt>
                <c:pt idx="37">
                  <c:v>7.5999999999999998E-2</c:v>
                </c:pt>
                <c:pt idx="38">
                  <c:v>7.8E-2</c:v>
                </c:pt>
                <c:pt idx="39">
                  <c:v>0.08</c:v>
                </c:pt>
                <c:pt idx="40">
                  <c:v>8.2000000000000003E-2</c:v>
                </c:pt>
                <c:pt idx="41">
                  <c:v>8.4000000000000005E-2</c:v>
                </c:pt>
                <c:pt idx="42">
                  <c:v>8.5999999999999993E-2</c:v>
                </c:pt>
                <c:pt idx="43">
                  <c:v>8.7999999999999995E-2</c:v>
                </c:pt>
                <c:pt idx="44">
                  <c:v>0.09</c:v>
                </c:pt>
                <c:pt idx="45">
                  <c:v>9.1999999999999998E-2</c:v>
                </c:pt>
                <c:pt idx="46">
                  <c:v>9.4E-2</c:v>
                </c:pt>
                <c:pt idx="47">
                  <c:v>9.6000000000000002E-2</c:v>
                </c:pt>
                <c:pt idx="48">
                  <c:v>9.8000000000000004E-2</c:v>
                </c:pt>
                <c:pt idx="49">
                  <c:v>0.1</c:v>
                </c:pt>
                <c:pt idx="50">
                  <c:v>0.10199999999999999</c:v>
                </c:pt>
                <c:pt idx="51">
                  <c:v>0.104</c:v>
                </c:pt>
                <c:pt idx="52">
                  <c:v>0.106</c:v>
                </c:pt>
                <c:pt idx="53">
                  <c:v>0.108</c:v>
                </c:pt>
                <c:pt idx="54">
                  <c:v>0.11</c:v>
                </c:pt>
                <c:pt idx="55">
                  <c:v>0.112</c:v>
                </c:pt>
                <c:pt idx="56">
                  <c:v>0.114</c:v>
                </c:pt>
                <c:pt idx="57">
                  <c:v>0.11600000000000001</c:v>
                </c:pt>
                <c:pt idx="58">
                  <c:v>0.11799999999999999</c:v>
                </c:pt>
                <c:pt idx="59">
                  <c:v>0.12</c:v>
                </c:pt>
                <c:pt idx="60">
                  <c:v>0.122</c:v>
                </c:pt>
                <c:pt idx="61">
                  <c:v>0.124</c:v>
                </c:pt>
                <c:pt idx="62">
                  <c:v>0.126</c:v>
                </c:pt>
                <c:pt idx="63">
                  <c:v>0.128</c:v>
                </c:pt>
                <c:pt idx="64">
                  <c:v>0.13</c:v>
                </c:pt>
                <c:pt idx="65">
                  <c:v>0.13200000000000001</c:v>
                </c:pt>
                <c:pt idx="66">
                  <c:v>0.13400000000000001</c:v>
                </c:pt>
                <c:pt idx="67">
                  <c:v>0.13600000000000001</c:v>
                </c:pt>
                <c:pt idx="68">
                  <c:v>0.13800000000000001</c:v>
                </c:pt>
                <c:pt idx="69">
                  <c:v>0.14000000000000001</c:v>
                </c:pt>
                <c:pt idx="70">
                  <c:v>0.14199999999999999</c:v>
                </c:pt>
                <c:pt idx="71">
                  <c:v>0.14399999999999999</c:v>
                </c:pt>
                <c:pt idx="72">
                  <c:v>0.14599999999999999</c:v>
                </c:pt>
                <c:pt idx="73">
                  <c:v>0.14799999999999999</c:v>
                </c:pt>
                <c:pt idx="74">
                  <c:v>0.15</c:v>
                </c:pt>
                <c:pt idx="75">
                  <c:v>0.152</c:v>
                </c:pt>
                <c:pt idx="76">
                  <c:v>0.154</c:v>
                </c:pt>
                <c:pt idx="77">
                  <c:v>0.156</c:v>
                </c:pt>
                <c:pt idx="78">
                  <c:v>0.158</c:v>
                </c:pt>
                <c:pt idx="79">
                  <c:v>0.16</c:v>
                </c:pt>
                <c:pt idx="80">
                  <c:v>0.16200000000000001</c:v>
                </c:pt>
                <c:pt idx="81">
                  <c:v>0.16400000000000001</c:v>
                </c:pt>
                <c:pt idx="82">
                  <c:v>0.16600000000000001</c:v>
                </c:pt>
                <c:pt idx="83">
                  <c:v>0.16800000000000001</c:v>
                </c:pt>
                <c:pt idx="84">
                  <c:v>0.17</c:v>
                </c:pt>
                <c:pt idx="85">
                  <c:v>0.17199999999999999</c:v>
                </c:pt>
                <c:pt idx="86">
                  <c:v>0.17399999999999999</c:v>
                </c:pt>
                <c:pt idx="87">
                  <c:v>0.17599999999999999</c:v>
                </c:pt>
                <c:pt idx="88">
                  <c:v>0.17799999999999999</c:v>
                </c:pt>
                <c:pt idx="89">
                  <c:v>0.18</c:v>
                </c:pt>
                <c:pt idx="90">
                  <c:v>0.182</c:v>
                </c:pt>
                <c:pt idx="91">
                  <c:v>0.184</c:v>
                </c:pt>
                <c:pt idx="92">
                  <c:v>0.186</c:v>
                </c:pt>
                <c:pt idx="93">
                  <c:v>0.188</c:v>
                </c:pt>
                <c:pt idx="94">
                  <c:v>0.19</c:v>
                </c:pt>
                <c:pt idx="95">
                  <c:v>0.192</c:v>
                </c:pt>
                <c:pt idx="96">
                  <c:v>0.19400000000000001</c:v>
                </c:pt>
                <c:pt idx="97">
                  <c:v>0.19600000000000001</c:v>
                </c:pt>
                <c:pt idx="98">
                  <c:v>0.19800000000000001</c:v>
                </c:pt>
                <c:pt idx="99">
                  <c:v>0.2</c:v>
                </c:pt>
                <c:pt idx="100">
                  <c:v>0.20200000000000001</c:v>
                </c:pt>
                <c:pt idx="101">
                  <c:v>0.20399999999999999</c:v>
                </c:pt>
                <c:pt idx="102">
                  <c:v>0.20599999999999999</c:v>
                </c:pt>
                <c:pt idx="103">
                  <c:v>0.20799999999999999</c:v>
                </c:pt>
                <c:pt idx="104">
                  <c:v>0.21</c:v>
                </c:pt>
                <c:pt idx="105">
                  <c:v>0.21199999999999999</c:v>
                </c:pt>
                <c:pt idx="106">
                  <c:v>0.214</c:v>
                </c:pt>
                <c:pt idx="107">
                  <c:v>0.216</c:v>
                </c:pt>
                <c:pt idx="108">
                  <c:v>0.218</c:v>
                </c:pt>
                <c:pt idx="109">
                  <c:v>0.22</c:v>
                </c:pt>
                <c:pt idx="110">
                  <c:v>0.222</c:v>
                </c:pt>
                <c:pt idx="111">
                  <c:v>0.224</c:v>
                </c:pt>
                <c:pt idx="112">
                  <c:v>0.22600000000000001</c:v>
                </c:pt>
                <c:pt idx="113">
                  <c:v>0.22800000000000001</c:v>
                </c:pt>
                <c:pt idx="114">
                  <c:v>0.23</c:v>
                </c:pt>
                <c:pt idx="115">
                  <c:v>0.23200000000000001</c:v>
                </c:pt>
                <c:pt idx="116">
                  <c:v>0.23400000000000001</c:v>
                </c:pt>
                <c:pt idx="117">
                  <c:v>0.23599999999999999</c:v>
                </c:pt>
                <c:pt idx="118">
                  <c:v>0.23799999999999999</c:v>
                </c:pt>
                <c:pt idx="119">
                  <c:v>0.24</c:v>
                </c:pt>
                <c:pt idx="120">
                  <c:v>0.24199999999999999</c:v>
                </c:pt>
                <c:pt idx="121">
                  <c:v>0.24399999999999999</c:v>
                </c:pt>
                <c:pt idx="122">
                  <c:v>0.246</c:v>
                </c:pt>
                <c:pt idx="123">
                  <c:v>0.248</c:v>
                </c:pt>
                <c:pt idx="124">
                  <c:v>0.25</c:v>
                </c:pt>
                <c:pt idx="125">
                  <c:v>0.252</c:v>
                </c:pt>
                <c:pt idx="126">
                  <c:v>0.254</c:v>
                </c:pt>
                <c:pt idx="127">
                  <c:v>0.25600000000000001</c:v>
                </c:pt>
                <c:pt idx="128">
                  <c:v>0.25800000000000001</c:v>
                </c:pt>
                <c:pt idx="129">
                  <c:v>0.26</c:v>
                </c:pt>
                <c:pt idx="130">
                  <c:v>0.26200000000000001</c:v>
                </c:pt>
                <c:pt idx="131">
                  <c:v>0.26400000000000001</c:v>
                </c:pt>
                <c:pt idx="132">
                  <c:v>0.26600000000000001</c:v>
                </c:pt>
                <c:pt idx="133">
                  <c:v>0.26800000000000002</c:v>
                </c:pt>
                <c:pt idx="134">
                  <c:v>0.27</c:v>
                </c:pt>
                <c:pt idx="135">
                  <c:v>0.27200000000000002</c:v>
                </c:pt>
                <c:pt idx="136">
                  <c:v>0.27400000000000002</c:v>
                </c:pt>
                <c:pt idx="137">
                  <c:v>0.27600000000000002</c:v>
                </c:pt>
                <c:pt idx="138">
                  <c:v>0.27800000000000002</c:v>
                </c:pt>
                <c:pt idx="139">
                  <c:v>0.28000000000000003</c:v>
                </c:pt>
                <c:pt idx="140">
                  <c:v>0.28199999999999997</c:v>
                </c:pt>
                <c:pt idx="141">
                  <c:v>0.28399999999999997</c:v>
                </c:pt>
                <c:pt idx="142">
                  <c:v>0.28599999999999998</c:v>
                </c:pt>
                <c:pt idx="143">
                  <c:v>0.28799999999999998</c:v>
                </c:pt>
                <c:pt idx="144">
                  <c:v>0.28999999999999998</c:v>
                </c:pt>
                <c:pt idx="145">
                  <c:v>0.29199999999999998</c:v>
                </c:pt>
                <c:pt idx="146">
                  <c:v>0.29399999999999998</c:v>
                </c:pt>
                <c:pt idx="147">
                  <c:v>0.29599999999999999</c:v>
                </c:pt>
                <c:pt idx="148">
                  <c:v>0.29799999999999999</c:v>
                </c:pt>
                <c:pt idx="149">
                  <c:v>0.3</c:v>
                </c:pt>
                <c:pt idx="150">
                  <c:v>0.30199999999999999</c:v>
                </c:pt>
                <c:pt idx="151">
                  <c:v>0.30399999999999999</c:v>
                </c:pt>
                <c:pt idx="152">
                  <c:v>0.30599999999999999</c:v>
                </c:pt>
                <c:pt idx="153">
                  <c:v>0.308</c:v>
                </c:pt>
                <c:pt idx="154">
                  <c:v>0.31</c:v>
                </c:pt>
                <c:pt idx="155">
                  <c:v>0.312</c:v>
                </c:pt>
                <c:pt idx="156">
                  <c:v>0.314</c:v>
                </c:pt>
                <c:pt idx="157">
                  <c:v>0.316</c:v>
                </c:pt>
                <c:pt idx="158">
                  <c:v>0.318</c:v>
                </c:pt>
                <c:pt idx="159">
                  <c:v>0.32</c:v>
                </c:pt>
                <c:pt idx="160">
                  <c:v>0.32200000000000001</c:v>
                </c:pt>
                <c:pt idx="161">
                  <c:v>0.32400000000000001</c:v>
                </c:pt>
                <c:pt idx="162">
                  <c:v>0.32600000000000001</c:v>
                </c:pt>
                <c:pt idx="163">
                  <c:v>0.32800000000000001</c:v>
                </c:pt>
                <c:pt idx="164">
                  <c:v>0.33</c:v>
                </c:pt>
                <c:pt idx="165">
                  <c:v>0.33200000000000002</c:v>
                </c:pt>
                <c:pt idx="166">
                  <c:v>0.33400000000000002</c:v>
                </c:pt>
                <c:pt idx="167">
                  <c:v>0.33600000000000002</c:v>
                </c:pt>
                <c:pt idx="168">
                  <c:v>0.33800000000000002</c:v>
                </c:pt>
                <c:pt idx="169">
                  <c:v>0.34</c:v>
                </c:pt>
                <c:pt idx="170">
                  <c:v>0.34200000000000003</c:v>
                </c:pt>
                <c:pt idx="171">
                  <c:v>0.34399999999999997</c:v>
                </c:pt>
                <c:pt idx="172">
                  <c:v>0.34599999999999997</c:v>
                </c:pt>
                <c:pt idx="173">
                  <c:v>0.34799999999999998</c:v>
                </c:pt>
                <c:pt idx="174">
                  <c:v>0.35</c:v>
                </c:pt>
                <c:pt idx="175">
                  <c:v>0.35199999999999998</c:v>
                </c:pt>
                <c:pt idx="176">
                  <c:v>0.35399999999999998</c:v>
                </c:pt>
                <c:pt idx="177">
                  <c:v>0.35599999999999998</c:v>
                </c:pt>
                <c:pt idx="178">
                  <c:v>0.35799999999999998</c:v>
                </c:pt>
                <c:pt idx="179">
                  <c:v>0.36</c:v>
                </c:pt>
                <c:pt idx="180">
                  <c:v>0.36199999999999999</c:v>
                </c:pt>
                <c:pt idx="181">
                  <c:v>0.36399999999999999</c:v>
                </c:pt>
                <c:pt idx="182">
                  <c:v>0.36599999999999999</c:v>
                </c:pt>
                <c:pt idx="183">
                  <c:v>0.36799999999999999</c:v>
                </c:pt>
                <c:pt idx="184">
                  <c:v>0.37</c:v>
                </c:pt>
                <c:pt idx="185">
                  <c:v>0.372</c:v>
                </c:pt>
                <c:pt idx="186">
                  <c:v>0.374</c:v>
                </c:pt>
                <c:pt idx="187">
                  <c:v>0.376</c:v>
                </c:pt>
                <c:pt idx="188">
                  <c:v>0.378</c:v>
                </c:pt>
                <c:pt idx="189">
                  <c:v>0.38</c:v>
                </c:pt>
                <c:pt idx="190">
                  <c:v>0.38200000000000001</c:v>
                </c:pt>
                <c:pt idx="191">
                  <c:v>0.38400000000000001</c:v>
                </c:pt>
                <c:pt idx="192">
                  <c:v>0.38600000000000001</c:v>
                </c:pt>
                <c:pt idx="193">
                  <c:v>0.38800000000000001</c:v>
                </c:pt>
                <c:pt idx="194">
                  <c:v>0.39</c:v>
                </c:pt>
                <c:pt idx="195">
                  <c:v>0.39200000000000002</c:v>
                </c:pt>
                <c:pt idx="196">
                  <c:v>0.39400000000000002</c:v>
                </c:pt>
                <c:pt idx="197">
                  <c:v>0.39600000000000002</c:v>
                </c:pt>
                <c:pt idx="198">
                  <c:v>0.39800000000000002</c:v>
                </c:pt>
                <c:pt idx="199">
                  <c:v>0.4</c:v>
                </c:pt>
                <c:pt idx="200">
                  <c:v>0.40200000000000002</c:v>
                </c:pt>
                <c:pt idx="201">
                  <c:v>0.40400000000000003</c:v>
                </c:pt>
                <c:pt idx="202">
                  <c:v>0.40600000000000003</c:v>
                </c:pt>
                <c:pt idx="203">
                  <c:v>0.40799999999999997</c:v>
                </c:pt>
                <c:pt idx="204">
                  <c:v>0.41</c:v>
                </c:pt>
                <c:pt idx="205">
                  <c:v>0.41199999999999998</c:v>
                </c:pt>
                <c:pt idx="206">
                  <c:v>0.41399999999999998</c:v>
                </c:pt>
                <c:pt idx="207">
                  <c:v>0.41599999999999998</c:v>
                </c:pt>
                <c:pt idx="208">
                  <c:v>0.41799999999999998</c:v>
                </c:pt>
                <c:pt idx="209">
                  <c:v>0.42</c:v>
                </c:pt>
                <c:pt idx="210">
                  <c:v>0.42199999999999999</c:v>
                </c:pt>
                <c:pt idx="211">
                  <c:v>0.42399999999999999</c:v>
                </c:pt>
                <c:pt idx="212">
                  <c:v>0.42599999999999999</c:v>
                </c:pt>
                <c:pt idx="213">
                  <c:v>0.42799999999999999</c:v>
                </c:pt>
                <c:pt idx="214">
                  <c:v>0.43</c:v>
                </c:pt>
                <c:pt idx="215">
                  <c:v>0.432</c:v>
                </c:pt>
                <c:pt idx="216">
                  <c:v>0.434</c:v>
                </c:pt>
                <c:pt idx="217">
                  <c:v>0.436</c:v>
                </c:pt>
                <c:pt idx="218">
                  <c:v>0.438</c:v>
                </c:pt>
                <c:pt idx="219">
                  <c:v>0.44</c:v>
                </c:pt>
                <c:pt idx="220">
                  <c:v>0.442</c:v>
                </c:pt>
                <c:pt idx="221">
                  <c:v>0.44400000000000001</c:v>
                </c:pt>
                <c:pt idx="222">
                  <c:v>0.44600000000000001</c:v>
                </c:pt>
                <c:pt idx="223">
                  <c:v>0.44800000000000001</c:v>
                </c:pt>
                <c:pt idx="224">
                  <c:v>0.45</c:v>
                </c:pt>
                <c:pt idx="225">
                  <c:v>0.45200000000000001</c:v>
                </c:pt>
                <c:pt idx="226">
                  <c:v>0.45400000000000001</c:v>
                </c:pt>
                <c:pt idx="227">
                  <c:v>0.45600000000000002</c:v>
                </c:pt>
                <c:pt idx="228">
                  <c:v>0.45800000000000002</c:v>
                </c:pt>
                <c:pt idx="229">
                  <c:v>0.46</c:v>
                </c:pt>
                <c:pt idx="230">
                  <c:v>0.46200000000000002</c:v>
                </c:pt>
                <c:pt idx="231">
                  <c:v>0.46400000000000002</c:v>
                </c:pt>
                <c:pt idx="232">
                  <c:v>0.46600000000000003</c:v>
                </c:pt>
                <c:pt idx="233">
                  <c:v>0.46800000000000003</c:v>
                </c:pt>
                <c:pt idx="234">
                  <c:v>0.47</c:v>
                </c:pt>
                <c:pt idx="235">
                  <c:v>0.47199999999999998</c:v>
                </c:pt>
                <c:pt idx="236">
                  <c:v>0.47399999999999998</c:v>
                </c:pt>
                <c:pt idx="237">
                  <c:v>0.47599999999999998</c:v>
                </c:pt>
                <c:pt idx="238">
                  <c:v>0.47799999999999998</c:v>
                </c:pt>
                <c:pt idx="239">
                  <c:v>0.48</c:v>
                </c:pt>
                <c:pt idx="240">
                  <c:v>0.48199999999999998</c:v>
                </c:pt>
                <c:pt idx="241">
                  <c:v>0.48399999999999999</c:v>
                </c:pt>
                <c:pt idx="242">
                  <c:v>0.48599999999999999</c:v>
                </c:pt>
                <c:pt idx="243">
                  <c:v>0.48799999999999999</c:v>
                </c:pt>
                <c:pt idx="244">
                  <c:v>0.49</c:v>
                </c:pt>
                <c:pt idx="245">
                  <c:v>0.49199999999999999</c:v>
                </c:pt>
                <c:pt idx="246">
                  <c:v>0.49399999999999999</c:v>
                </c:pt>
                <c:pt idx="247">
                  <c:v>0.496</c:v>
                </c:pt>
                <c:pt idx="248">
                  <c:v>0.498</c:v>
                </c:pt>
                <c:pt idx="249">
                  <c:v>0.5</c:v>
                </c:pt>
                <c:pt idx="250">
                  <c:v>0.502</c:v>
                </c:pt>
                <c:pt idx="251">
                  <c:v>0.504</c:v>
                </c:pt>
                <c:pt idx="252">
                  <c:v>0.50600000000000001</c:v>
                </c:pt>
                <c:pt idx="253">
                  <c:v>0.50800000000000001</c:v>
                </c:pt>
                <c:pt idx="254">
                  <c:v>0.51</c:v>
                </c:pt>
                <c:pt idx="255">
                  <c:v>0.51200000000000001</c:v>
                </c:pt>
                <c:pt idx="256">
                  <c:v>0.51400000000000001</c:v>
                </c:pt>
                <c:pt idx="257">
                  <c:v>0.51600000000000001</c:v>
                </c:pt>
                <c:pt idx="258">
                  <c:v>0.51800000000000002</c:v>
                </c:pt>
                <c:pt idx="259">
                  <c:v>0.52</c:v>
                </c:pt>
                <c:pt idx="260">
                  <c:v>0.52200000000000002</c:v>
                </c:pt>
                <c:pt idx="261">
                  <c:v>0.52400000000000002</c:v>
                </c:pt>
                <c:pt idx="262">
                  <c:v>0.52600000000000002</c:v>
                </c:pt>
                <c:pt idx="263">
                  <c:v>0.52800000000000002</c:v>
                </c:pt>
                <c:pt idx="264">
                  <c:v>0.53</c:v>
                </c:pt>
                <c:pt idx="265">
                  <c:v>0.53200000000000003</c:v>
                </c:pt>
                <c:pt idx="266">
                  <c:v>0.53400000000000003</c:v>
                </c:pt>
                <c:pt idx="267">
                  <c:v>0.53600000000000003</c:v>
                </c:pt>
                <c:pt idx="268">
                  <c:v>0.53800000000000003</c:v>
                </c:pt>
                <c:pt idx="269">
                  <c:v>0.54</c:v>
                </c:pt>
                <c:pt idx="270">
                  <c:v>0.54200000000000004</c:v>
                </c:pt>
                <c:pt idx="271">
                  <c:v>0.54400000000000004</c:v>
                </c:pt>
                <c:pt idx="272">
                  <c:v>0.54600000000000004</c:v>
                </c:pt>
                <c:pt idx="273">
                  <c:v>0.54800000000000004</c:v>
                </c:pt>
                <c:pt idx="274">
                  <c:v>0.55000000000000004</c:v>
                </c:pt>
                <c:pt idx="275">
                  <c:v>0.55200000000000005</c:v>
                </c:pt>
                <c:pt idx="276">
                  <c:v>0.55400000000000005</c:v>
                </c:pt>
                <c:pt idx="277">
                  <c:v>0.55600000000000005</c:v>
                </c:pt>
                <c:pt idx="278">
                  <c:v>0.55800000000000005</c:v>
                </c:pt>
                <c:pt idx="279">
                  <c:v>0.56000000000000005</c:v>
                </c:pt>
                <c:pt idx="280">
                  <c:v>0.56200000000000006</c:v>
                </c:pt>
                <c:pt idx="281">
                  <c:v>0.56399999999999995</c:v>
                </c:pt>
                <c:pt idx="282">
                  <c:v>0.56599999999999995</c:v>
                </c:pt>
                <c:pt idx="283">
                  <c:v>0.56799999999999995</c:v>
                </c:pt>
                <c:pt idx="284">
                  <c:v>0.56999999999999995</c:v>
                </c:pt>
                <c:pt idx="285">
                  <c:v>0.57199999999999995</c:v>
                </c:pt>
                <c:pt idx="286">
                  <c:v>0.57399999999999995</c:v>
                </c:pt>
                <c:pt idx="287">
                  <c:v>0.57599999999999996</c:v>
                </c:pt>
                <c:pt idx="288">
                  <c:v>0.57799999999999996</c:v>
                </c:pt>
                <c:pt idx="289">
                  <c:v>0.57999999999999996</c:v>
                </c:pt>
                <c:pt idx="290">
                  <c:v>0.58199999999999996</c:v>
                </c:pt>
                <c:pt idx="291">
                  <c:v>0.58399999999999996</c:v>
                </c:pt>
                <c:pt idx="292">
                  <c:v>0.58599999999999997</c:v>
                </c:pt>
                <c:pt idx="293">
                  <c:v>0.58799999999999997</c:v>
                </c:pt>
                <c:pt idx="294">
                  <c:v>0.59</c:v>
                </c:pt>
                <c:pt idx="295">
                  <c:v>0.59199999999999997</c:v>
                </c:pt>
                <c:pt idx="296">
                  <c:v>0.59399999999999997</c:v>
                </c:pt>
                <c:pt idx="297">
                  <c:v>0.59599999999999997</c:v>
                </c:pt>
                <c:pt idx="298">
                  <c:v>0.59799999999999998</c:v>
                </c:pt>
                <c:pt idx="299">
                  <c:v>0.6</c:v>
                </c:pt>
                <c:pt idx="300">
                  <c:v>0.60199999999999998</c:v>
                </c:pt>
                <c:pt idx="301">
                  <c:v>0.60399999999999998</c:v>
                </c:pt>
                <c:pt idx="302">
                  <c:v>0.60599999999999998</c:v>
                </c:pt>
                <c:pt idx="303">
                  <c:v>0.60799999999999998</c:v>
                </c:pt>
                <c:pt idx="304">
                  <c:v>0.61</c:v>
                </c:pt>
                <c:pt idx="305">
                  <c:v>0.61199999999999999</c:v>
                </c:pt>
                <c:pt idx="306">
                  <c:v>0.61399999999999999</c:v>
                </c:pt>
                <c:pt idx="307">
                  <c:v>0.61599999999999999</c:v>
                </c:pt>
                <c:pt idx="308">
                  <c:v>0.61799999999999999</c:v>
                </c:pt>
                <c:pt idx="309">
                  <c:v>0.62</c:v>
                </c:pt>
                <c:pt idx="310">
                  <c:v>0.622</c:v>
                </c:pt>
                <c:pt idx="311">
                  <c:v>0.624</c:v>
                </c:pt>
                <c:pt idx="312">
                  <c:v>0.626</c:v>
                </c:pt>
                <c:pt idx="313">
                  <c:v>0.628</c:v>
                </c:pt>
                <c:pt idx="314">
                  <c:v>0.63</c:v>
                </c:pt>
                <c:pt idx="315">
                  <c:v>0.63200000000000001</c:v>
                </c:pt>
                <c:pt idx="316">
                  <c:v>0.63400000000000001</c:v>
                </c:pt>
                <c:pt idx="317">
                  <c:v>0.63600000000000001</c:v>
                </c:pt>
                <c:pt idx="318">
                  <c:v>0.63800000000000001</c:v>
                </c:pt>
                <c:pt idx="319">
                  <c:v>0.64</c:v>
                </c:pt>
                <c:pt idx="320">
                  <c:v>0.64200000000000002</c:v>
                </c:pt>
                <c:pt idx="321">
                  <c:v>0.64400000000000002</c:v>
                </c:pt>
                <c:pt idx="322">
                  <c:v>0.64600000000000002</c:v>
                </c:pt>
                <c:pt idx="323">
                  <c:v>0.64800000000000002</c:v>
                </c:pt>
                <c:pt idx="324">
                  <c:v>0.65</c:v>
                </c:pt>
                <c:pt idx="325">
                  <c:v>0.65200000000000002</c:v>
                </c:pt>
                <c:pt idx="326">
                  <c:v>0.65400000000000003</c:v>
                </c:pt>
                <c:pt idx="327">
                  <c:v>0.65600000000000003</c:v>
                </c:pt>
                <c:pt idx="328">
                  <c:v>0.65800000000000003</c:v>
                </c:pt>
                <c:pt idx="329">
                  <c:v>0.66</c:v>
                </c:pt>
                <c:pt idx="330">
                  <c:v>0.66200000000000003</c:v>
                </c:pt>
                <c:pt idx="331">
                  <c:v>0.66400000000000003</c:v>
                </c:pt>
                <c:pt idx="332">
                  <c:v>0.66600000000000004</c:v>
                </c:pt>
                <c:pt idx="333">
                  <c:v>0.66800000000000004</c:v>
                </c:pt>
                <c:pt idx="334">
                  <c:v>0.67</c:v>
                </c:pt>
                <c:pt idx="335">
                  <c:v>0.67200000000000004</c:v>
                </c:pt>
                <c:pt idx="336">
                  <c:v>0.67400000000000004</c:v>
                </c:pt>
                <c:pt idx="337">
                  <c:v>0.67600000000000005</c:v>
                </c:pt>
                <c:pt idx="338">
                  <c:v>0.67800000000000005</c:v>
                </c:pt>
                <c:pt idx="339">
                  <c:v>0.68</c:v>
                </c:pt>
                <c:pt idx="340">
                  <c:v>0.68200000000000005</c:v>
                </c:pt>
                <c:pt idx="341">
                  <c:v>0.68400000000000005</c:v>
                </c:pt>
                <c:pt idx="342">
                  <c:v>0.68600000000000005</c:v>
                </c:pt>
                <c:pt idx="343">
                  <c:v>0.68799999999999994</c:v>
                </c:pt>
                <c:pt idx="344">
                  <c:v>0.69</c:v>
                </c:pt>
                <c:pt idx="345">
                  <c:v>0.69199999999999995</c:v>
                </c:pt>
                <c:pt idx="346">
                  <c:v>0.69399999999999995</c:v>
                </c:pt>
                <c:pt idx="347">
                  <c:v>0.69599999999999995</c:v>
                </c:pt>
                <c:pt idx="348">
                  <c:v>0.69799999999999995</c:v>
                </c:pt>
                <c:pt idx="349">
                  <c:v>0.7</c:v>
                </c:pt>
                <c:pt idx="350">
                  <c:v>0.70199999999999996</c:v>
                </c:pt>
                <c:pt idx="351">
                  <c:v>0.70399999999999996</c:v>
                </c:pt>
                <c:pt idx="352">
                  <c:v>0.70599999999999996</c:v>
                </c:pt>
                <c:pt idx="353">
                  <c:v>0.70799999999999996</c:v>
                </c:pt>
                <c:pt idx="354">
                  <c:v>0.71</c:v>
                </c:pt>
                <c:pt idx="355">
                  <c:v>0.71199999999999997</c:v>
                </c:pt>
                <c:pt idx="356">
                  <c:v>0.71399999999999997</c:v>
                </c:pt>
                <c:pt idx="357">
                  <c:v>0.71599999999999997</c:v>
                </c:pt>
                <c:pt idx="358">
                  <c:v>0.71799999999999997</c:v>
                </c:pt>
                <c:pt idx="359">
                  <c:v>0.72</c:v>
                </c:pt>
                <c:pt idx="360">
                  <c:v>0.72199999999999998</c:v>
                </c:pt>
                <c:pt idx="361">
                  <c:v>0.72399999999999998</c:v>
                </c:pt>
                <c:pt idx="362">
                  <c:v>0.72599999999999998</c:v>
                </c:pt>
                <c:pt idx="363">
                  <c:v>0.72799999999999998</c:v>
                </c:pt>
                <c:pt idx="364">
                  <c:v>0.73</c:v>
                </c:pt>
                <c:pt idx="365">
                  <c:v>0.73199999999999998</c:v>
                </c:pt>
                <c:pt idx="366">
                  <c:v>0.73399999999999999</c:v>
                </c:pt>
                <c:pt idx="367">
                  <c:v>0.73599999999999999</c:v>
                </c:pt>
                <c:pt idx="368">
                  <c:v>0.73799999999999999</c:v>
                </c:pt>
                <c:pt idx="369">
                  <c:v>0.74</c:v>
                </c:pt>
                <c:pt idx="370">
                  <c:v>0.74199999999999999</c:v>
                </c:pt>
                <c:pt idx="371">
                  <c:v>0.74399999999999999</c:v>
                </c:pt>
                <c:pt idx="372">
                  <c:v>0.746</c:v>
                </c:pt>
                <c:pt idx="373">
                  <c:v>0.748</c:v>
                </c:pt>
                <c:pt idx="374">
                  <c:v>0.75</c:v>
                </c:pt>
                <c:pt idx="375">
                  <c:v>0.752</c:v>
                </c:pt>
                <c:pt idx="376">
                  <c:v>0.754</c:v>
                </c:pt>
                <c:pt idx="377">
                  <c:v>0.75600000000000001</c:v>
                </c:pt>
                <c:pt idx="378">
                  <c:v>0.75800000000000001</c:v>
                </c:pt>
                <c:pt idx="379">
                  <c:v>0.76</c:v>
                </c:pt>
                <c:pt idx="380">
                  <c:v>0.76200000000000001</c:v>
                </c:pt>
                <c:pt idx="381">
                  <c:v>0.76400000000000001</c:v>
                </c:pt>
                <c:pt idx="382">
                  <c:v>0.76600000000000001</c:v>
                </c:pt>
                <c:pt idx="383">
                  <c:v>0.76800000000000002</c:v>
                </c:pt>
                <c:pt idx="384">
                  <c:v>0.77</c:v>
                </c:pt>
                <c:pt idx="385">
                  <c:v>0.77200000000000002</c:v>
                </c:pt>
                <c:pt idx="386">
                  <c:v>0.77400000000000002</c:v>
                </c:pt>
                <c:pt idx="387">
                  <c:v>0.77600000000000002</c:v>
                </c:pt>
                <c:pt idx="388">
                  <c:v>0.77800000000000002</c:v>
                </c:pt>
                <c:pt idx="389">
                  <c:v>0.78</c:v>
                </c:pt>
                <c:pt idx="390">
                  <c:v>0.78200000000000003</c:v>
                </c:pt>
                <c:pt idx="391">
                  <c:v>0.78400000000000003</c:v>
                </c:pt>
                <c:pt idx="392">
                  <c:v>0.78600000000000003</c:v>
                </c:pt>
                <c:pt idx="393">
                  <c:v>0.78800000000000003</c:v>
                </c:pt>
                <c:pt idx="394">
                  <c:v>0.79</c:v>
                </c:pt>
                <c:pt idx="395">
                  <c:v>0.79200000000000004</c:v>
                </c:pt>
                <c:pt idx="396">
                  <c:v>0.79400000000000004</c:v>
                </c:pt>
                <c:pt idx="397">
                  <c:v>0.79600000000000004</c:v>
                </c:pt>
                <c:pt idx="398">
                  <c:v>0.79800000000000004</c:v>
                </c:pt>
                <c:pt idx="399">
                  <c:v>0.8</c:v>
                </c:pt>
                <c:pt idx="400">
                  <c:v>0.80200000000000005</c:v>
                </c:pt>
                <c:pt idx="401">
                  <c:v>0.80400000000000005</c:v>
                </c:pt>
                <c:pt idx="402">
                  <c:v>0.80600000000000005</c:v>
                </c:pt>
                <c:pt idx="403">
                  <c:v>0.80800000000000005</c:v>
                </c:pt>
                <c:pt idx="404">
                  <c:v>0.81</c:v>
                </c:pt>
                <c:pt idx="405">
                  <c:v>0.81200000000000006</c:v>
                </c:pt>
                <c:pt idx="406">
                  <c:v>0.81399999999999995</c:v>
                </c:pt>
                <c:pt idx="407">
                  <c:v>0.81599999999999995</c:v>
                </c:pt>
                <c:pt idx="408">
                  <c:v>0.81799999999999995</c:v>
                </c:pt>
                <c:pt idx="409">
                  <c:v>0.82</c:v>
                </c:pt>
                <c:pt idx="410">
                  <c:v>0.82199999999999995</c:v>
                </c:pt>
                <c:pt idx="411">
                  <c:v>0.82399999999999995</c:v>
                </c:pt>
                <c:pt idx="412">
                  <c:v>0.82599999999999996</c:v>
                </c:pt>
                <c:pt idx="413">
                  <c:v>0.82799999999999996</c:v>
                </c:pt>
                <c:pt idx="414">
                  <c:v>0.83</c:v>
                </c:pt>
                <c:pt idx="415">
                  <c:v>0.83199999999999996</c:v>
                </c:pt>
                <c:pt idx="416">
                  <c:v>0.83399999999999996</c:v>
                </c:pt>
                <c:pt idx="417">
                  <c:v>0.83599999999999997</c:v>
                </c:pt>
                <c:pt idx="418">
                  <c:v>0.83799999999999997</c:v>
                </c:pt>
                <c:pt idx="419">
                  <c:v>0.84</c:v>
                </c:pt>
                <c:pt idx="420">
                  <c:v>0.84199999999999997</c:v>
                </c:pt>
                <c:pt idx="421">
                  <c:v>0.84399999999999997</c:v>
                </c:pt>
                <c:pt idx="422">
                  <c:v>0.84599999999999997</c:v>
                </c:pt>
                <c:pt idx="423">
                  <c:v>0.84799999999999998</c:v>
                </c:pt>
                <c:pt idx="424">
                  <c:v>0.85</c:v>
                </c:pt>
                <c:pt idx="425">
                  <c:v>0.85199999999999998</c:v>
                </c:pt>
                <c:pt idx="426">
                  <c:v>0.85399999999999998</c:v>
                </c:pt>
                <c:pt idx="427">
                  <c:v>0.85599999999999998</c:v>
                </c:pt>
                <c:pt idx="428">
                  <c:v>0.85799999999999998</c:v>
                </c:pt>
                <c:pt idx="429">
                  <c:v>0.86</c:v>
                </c:pt>
                <c:pt idx="430">
                  <c:v>0.86199999999999999</c:v>
                </c:pt>
                <c:pt idx="431">
                  <c:v>0.86399999999999999</c:v>
                </c:pt>
                <c:pt idx="432">
                  <c:v>0.86599999999999999</c:v>
                </c:pt>
                <c:pt idx="433">
                  <c:v>0.86799999999999999</c:v>
                </c:pt>
                <c:pt idx="434">
                  <c:v>0.87</c:v>
                </c:pt>
                <c:pt idx="435">
                  <c:v>0.872</c:v>
                </c:pt>
                <c:pt idx="436">
                  <c:v>0.874</c:v>
                </c:pt>
                <c:pt idx="437">
                  <c:v>0.876</c:v>
                </c:pt>
                <c:pt idx="438">
                  <c:v>0.878</c:v>
                </c:pt>
                <c:pt idx="439">
                  <c:v>0.88</c:v>
                </c:pt>
                <c:pt idx="440">
                  <c:v>0.88200000000000001</c:v>
                </c:pt>
                <c:pt idx="441">
                  <c:v>0.88400000000000001</c:v>
                </c:pt>
                <c:pt idx="442">
                  <c:v>0.88600000000000001</c:v>
                </c:pt>
                <c:pt idx="443">
                  <c:v>0.88800000000000001</c:v>
                </c:pt>
                <c:pt idx="444">
                  <c:v>0.89</c:v>
                </c:pt>
                <c:pt idx="445">
                  <c:v>0.89200000000000002</c:v>
                </c:pt>
                <c:pt idx="446">
                  <c:v>0.89400000000000002</c:v>
                </c:pt>
                <c:pt idx="447">
                  <c:v>0.89600000000000002</c:v>
                </c:pt>
                <c:pt idx="448">
                  <c:v>0.89800000000000002</c:v>
                </c:pt>
                <c:pt idx="449">
                  <c:v>0.9</c:v>
                </c:pt>
                <c:pt idx="450">
                  <c:v>0.90200000000000002</c:v>
                </c:pt>
                <c:pt idx="451">
                  <c:v>0.90400000000000003</c:v>
                </c:pt>
                <c:pt idx="452">
                  <c:v>0.90600000000000003</c:v>
                </c:pt>
                <c:pt idx="453">
                  <c:v>0.90800000000000003</c:v>
                </c:pt>
                <c:pt idx="454">
                  <c:v>0.91</c:v>
                </c:pt>
                <c:pt idx="455">
                  <c:v>0.91200000000000003</c:v>
                </c:pt>
                <c:pt idx="456">
                  <c:v>0.91400000000000003</c:v>
                </c:pt>
                <c:pt idx="457">
                  <c:v>0.91600000000000004</c:v>
                </c:pt>
                <c:pt idx="458">
                  <c:v>0.91800000000000004</c:v>
                </c:pt>
                <c:pt idx="459">
                  <c:v>0.92</c:v>
                </c:pt>
                <c:pt idx="460">
                  <c:v>0.92200000000000004</c:v>
                </c:pt>
                <c:pt idx="461">
                  <c:v>0.92400000000000004</c:v>
                </c:pt>
                <c:pt idx="462">
                  <c:v>0.92600000000000005</c:v>
                </c:pt>
                <c:pt idx="463">
                  <c:v>0.92800000000000005</c:v>
                </c:pt>
                <c:pt idx="464">
                  <c:v>0.93</c:v>
                </c:pt>
                <c:pt idx="465">
                  <c:v>0.93200000000000005</c:v>
                </c:pt>
                <c:pt idx="466">
                  <c:v>0.93400000000000005</c:v>
                </c:pt>
                <c:pt idx="467">
                  <c:v>0.93600000000000005</c:v>
                </c:pt>
                <c:pt idx="468">
                  <c:v>0.93799999999999994</c:v>
                </c:pt>
                <c:pt idx="469">
                  <c:v>0.94</c:v>
                </c:pt>
                <c:pt idx="470">
                  <c:v>0.94199999999999995</c:v>
                </c:pt>
                <c:pt idx="471">
                  <c:v>0.94399999999999995</c:v>
                </c:pt>
                <c:pt idx="472">
                  <c:v>0.94599999999999995</c:v>
                </c:pt>
                <c:pt idx="473">
                  <c:v>0.94799999999999995</c:v>
                </c:pt>
                <c:pt idx="474">
                  <c:v>0.95</c:v>
                </c:pt>
                <c:pt idx="475">
                  <c:v>0.95199999999999996</c:v>
                </c:pt>
                <c:pt idx="476">
                  <c:v>0.95399999999999996</c:v>
                </c:pt>
                <c:pt idx="477">
                  <c:v>0.95599999999999996</c:v>
                </c:pt>
                <c:pt idx="478">
                  <c:v>0.95799999999999996</c:v>
                </c:pt>
                <c:pt idx="479">
                  <c:v>0.96</c:v>
                </c:pt>
                <c:pt idx="480">
                  <c:v>0.96199999999999997</c:v>
                </c:pt>
                <c:pt idx="481">
                  <c:v>0.96399999999999997</c:v>
                </c:pt>
                <c:pt idx="482">
                  <c:v>0.96599999999999997</c:v>
                </c:pt>
                <c:pt idx="483">
                  <c:v>0.96799999999999997</c:v>
                </c:pt>
                <c:pt idx="484">
                  <c:v>0.97</c:v>
                </c:pt>
                <c:pt idx="485">
                  <c:v>0.97199999999999998</c:v>
                </c:pt>
                <c:pt idx="486">
                  <c:v>0.97399999999999998</c:v>
                </c:pt>
                <c:pt idx="487">
                  <c:v>0.97599999999999998</c:v>
                </c:pt>
                <c:pt idx="488">
                  <c:v>0.97799999999999998</c:v>
                </c:pt>
                <c:pt idx="489">
                  <c:v>0.98</c:v>
                </c:pt>
                <c:pt idx="490">
                  <c:v>0.98199999999999998</c:v>
                </c:pt>
                <c:pt idx="491">
                  <c:v>0.98399999999999999</c:v>
                </c:pt>
                <c:pt idx="492">
                  <c:v>0.98599999999999999</c:v>
                </c:pt>
                <c:pt idx="493">
                  <c:v>0.98799999999999999</c:v>
                </c:pt>
                <c:pt idx="494">
                  <c:v>0.99</c:v>
                </c:pt>
                <c:pt idx="495">
                  <c:v>0.99199999999999999</c:v>
                </c:pt>
                <c:pt idx="496">
                  <c:v>0.99399999999999999</c:v>
                </c:pt>
                <c:pt idx="497">
                  <c:v>0.996</c:v>
                </c:pt>
                <c:pt idx="498">
                  <c:v>0.998</c:v>
                </c:pt>
                <c:pt idx="499">
                  <c:v>1</c:v>
                </c:pt>
                <c:pt idx="500">
                  <c:v>1.002</c:v>
                </c:pt>
                <c:pt idx="501">
                  <c:v>1.004</c:v>
                </c:pt>
                <c:pt idx="502">
                  <c:v>1.006</c:v>
                </c:pt>
                <c:pt idx="503">
                  <c:v>1.008</c:v>
                </c:pt>
                <c:pt idx="504">
                  <c:v>1.01</c:v>
                </c:pt>
                <c:pt idx="505">
                  <c:v>1.012</c:v>
                </c:pt>
                <c:pt idx="506">
                  <c:v>1.014</c:v>
                </c:pt>
                <c:pt idx="507">
                  <c:v>1.016</c:v>
                </c:pt>
                <c:pt idx="508">
                  <c:v>1.018</c:v>
                </c:pt>
                <c:pt idx="509">
                  <c:v>1.02</c:v>
                </c:pt>
                <c:pt idx="510">
                  <c:v>1.022</c:v>
                </c:pt>
                <c:pt idx="511">
                  <c:v>1.024</c:v>
                </c:pt>
                <c:pt idx="512">
                  <c:v>1.026</c:v>
                </c:pt>
                <c:pt idx="513">
                  <c:v>1.028</c:v>
                </c:pt>
                <c:pt idx="514">
                  <c:v>1.03</c:v>
                </c:pt>
                <c:pt idx="515">
                  <c:v>1.032</c:v>
                </c:pt>
                <c:pt idx="516">
                  <c:v>1.034</c:v>
                </c:pt>
                <c:pt idx="517">
                  <c:v>1.036</c:v>
                </c:pt>
                <c:pt idx="518">
                  <c:v>1.038</c:v>
                </c:pt>
                <c:pt idx="519">
                  <c:v>1.04</c:v>
                </c:pt>
                <c:pt idx="520">
                  <c:v>1.042</c:v>
                </c:pt>
                <c:pt idx="521">
                  <c:v>1.044</c:v>
                </c:pt>
                <c:pt idx="522">
                  <c:v>1.046</c:v>
                </c:pt>
                <c:pt idx="523">
                  <c:v>1.048</c:v>
                </c:pt>
                <c:pt idx="524">
                  <c:v>1.05</c:v>
                </c:pt>
                <c:pt idx="525">
                  <c:v>1.052</c:v>
                </c:pt>
                <c:pt idx="526">
                  <c:v>1.054</c:v>
                </c:pt>
                <c:pt idx="527">
                  <c:v>1.056</c:v>
                </c:pt>
                <c:pt idx="528">
                  <c:v>1.0580000000000001</c:v>
                </c:pt>
                <c:pt idx="529">
                  <c:v>1.06</c:v>
                </c:pt>
                <c:pt idx="530">
                  <c:v>1.0620000000000001</c:v>
                </c:pt>
                <c:pt idx="531">
                  <c:v>1.0640000000000001</c:v>
                </c:pt>
                <c:pt idx="532">
                  <c:v>1.0660000000000001</c:v>
                </c:pt>
                <c:pt idx="533">
                  <c:v>1.0680000000000001</c:v>
                </c:pt>
                <c:pt idx="534">
                  <c:v>1.07</c:v>
                </c:pt>
                <c:pt idx="535">
                  <c:v>1.0720000000000001</c:v>
                </c:pt>
                <c:pt idx="536">
                  <c:v>1.0740000000000001</c:v>
                </c:pt>
                <c:pt idx="537">
                  <c:v>1.0760000000000001</c:v>
                </c:pt>
                <c:pt idx="538">
                  <c:v>1.0780000000000001</c:v>
                </c:pt>
                <c:pt idx="539">
                  <c:v>1.08</c:v>
                </c:pt>
                <c:pt idx="540">
                  <c:v>1.0820000000000001</c:v>
                </c:pt>
                <c:pt idx="541">
                  <c:v>1.0840000000000001</c:v>
                </c:pt>
                <c:pt idx="542">
                  <c:v>1.0860000000000001</c:v>
                </c:pt>
                <c:pt idx="543">
                  <c:v>1.0880000000000001</c:v>
                </c:pt>
                <c:pt idx="544">
                  <c:v>1.0900000000000001</c:v>
                </c:pt>
                <c:pt idx="545">
                  <c:v>1.0920000000000001</c:v>
                </c:pt>
                <c:pt idx="546">
                  <c:v>1.0940000000000001</c:v>
                </c:pt>
                <c:pt idx="547">
                  <c:v>1.0960000000000001</c:v>
                </c:pt>
                <c:pt idx="548">
                  <c:v>1.0980000000000001</c:v>
                </c:pt>
                <c:pt idx="549">
                  <c:v>1.1000000000000001</c:v>
                </c:pt>
                <c:pt idx="550">
                  <c:v>1.1020000000000001</c:v>
                </c:pt>
                <c:pt idx="551">
                  <c:v>1.1040000000000001</c:v>
                </c:pt>
                <c:pt idx="552">
                  <c:v>1.1060000000000001</c:v>
                </c:pt>
                <c:pt idx="553">
                  <c:v>1.1080000000000001</c:v>
                </c:pt>
                <c:pt idx="554">
                  <c:v>1.1100000000000001</c:v>
                </c:pt>
                <c:pt idx="555">
                  <c:v>1.1120000000000001</c:v>
                </c:pt>
                <c:pt idx="556">
                  <c:v>1.1140000000000001</c:v>
                </c:pt>
                <c:pt idx="557">
                  <c:v>1.1160000000000001</c:v>
                </c:pt>
                <c:pt idx="558">
                  <c:v>1.1180000000000001</c:v>
                </c:pt>
                <c:pt idx="559">
                  <c:v>1.1200000000000001</c:v>
                </c:pt>
                <c:pt idx="560">
                  <c:v>1.1220000000000001</c:v>
                </c:pt>
                <c:pt idx="561">
                  <c:v>1.1240000000000001</c:v>
                </c:pt>
                <c:pt idx="562">
                  <c:v>1.1259999999999999</c:v>
                </c:pt>
                <c:pt idx="563">
                  <c:v>1.1279999999999999</c:v>
                </c:pt>
                <c:pt idx="564">
                  <c:v>1.1299999999999999</c:v>
                </c:pt>
                <c:pt idx="565">
                  <c:v>1.1319999999999999</c:v>
                </c:pt>
                <c:pt idx="566">
                  <c:v>1.1339999999999999</c:v>
                </c:pt>
                <c:pt idx="567">
                  <c:v>1.1359999999999999</c:v>
                </c:pt>
                <c:pt idx="568">
                  <c:v>1.1379999999999999</c:v>
                </c:pt>
                <c:pt idx="569">
                  <c:v>1.1399999999999999</c:v>
                </c:pt>
                <c:pt idx="570">
                  <c:v>1.1419999999999999</c:v>
                </c:pt>
                <c:pt idx="571">
                  <c:v>1.1439999999999999</c:v>
                </c:pt>
                <c:pt idx="572">
                  <c:v>1.1459999999999999</c:v>
                </c:pt>
                <c:pt idx="573">
                  <c:v>1.1479999999999999</c:v>
                </c:pt>
                <c:pt idx="574">
                  <c:v>1.1499999999999999</c:v>
                </c:pt>
                <c:pt idx="575">
                  <c:v>1.1519999999999999</c:v>
                </c:pt>
                <c:pt idx="576">
                  <c:v>1.1539999999999999</c:v>
                </c:pt>
                <c:pt idx="577">
                  <c:v>1.1559999999999999</c:v>
                </c:pt>
                <c:pt idx="578">
                  <c:v>1.1579999999999999</c:v>
                </c:pt>
                <c:pt idx="579">
                  <c:v>1.1599999999999999</c:v>
                </c:pt>
                <c:pt idx="580">
                  <c:v>1.1619999999999999</c:v>
                </c:pt>
                <c:pt idx="581">
                  <c:v>1.1639999999999999</c:v>
                </c:pt>
                <c:pt idx="582">
                  <c:v>1.1659999999999999</c:v>
                </c:pt>
                <c:pt idx="583">
                  <c:v>1.1679999999999999</c:v>
                </c:pt>
                <c:pt idx="584">
                  <c:v>1.17</c:v>
                </c:pt>
                <c:pt idx="585">
                  <c:v>1.1719999999999999</c:v>
                </c:pt>
                <c:pt idx="586">
                  <c:v>1.1739999999999999</c:v>
                </c:pt>
                <c:pt idx="587">
                  <c:v>1.1759999999999999</c:v>
                </c:pt>
                <c:pt idx="588">
                  <c:v>1.1779999999999999</c:v>
                </c:pt>
                <c:pt idx="589">
                  <c:v>1.18</c:v>
                </c:pt>
                <c:pt idx="590">
                  <c:v>1.1819999999999999</c:v>
                </c:pt>
                <c:pt idx="591">
                  <c:v>1.1839999999999999</c:v>
                </c:pt>
                <c:pt idx="592">
                  <c:v>1.1859999999999999</c:v>
                </c:pt>
                <c:pt idx="593">
                  <c:v>1.1879999999999999</c:v>
                </c:pt>
                <c:pt idx="594">
                  <c:v>1.19</c:v>
                </c:pt>
                <c:pt idx="595">
                  <c:v>1.1919999999999999</c:v>
                </c:pt>
                <c:pt idx="596">
                  <c:v>1.194</c:v>
                </c:pt>
                <c:pt idx="597">
                  <c:v>1.196</c:v>
                </c:pt>
                <c:pt idx="598">
                  <c:v>1.198</c:v>
                </c:pt>
                <c:pt idx="599">
                  <c:v>1.2</c:v>
                </c:pt>
                <c:pt idx="600">
                  <c:v>1.202</c:v>
                </c:pt>
                <c:pt idx="601">
                  <c:v>1.204</c:v>
                </c:pt>
                <c:pt idx="602">
                  <c:v>1.206</c:v>
                </c:pt>
                <c:pt idx="603">
                  <c:v>1.208</c:v>
                </c:pt>
                <c:pt idx="604">
                  <c:v>1.21</c:v>
                </c:pt>
                <c:pt idx="605">
                  <c:v>1.212</c:v>
                </c:pt>
                <c:pt idx="606">
                  <c:v>1.214</c:v>
                </c:pt>
                <c:pt idx="607">
                  <c:v>1.216</c:v>
                </c:pt>
                <c:pt idx="608">
                  <c:v>1.218</c:v>
                </c:pt>
                <c:pt idx="609">
                  <c:v>1.22</c:v>
                </c:pt>
                <c:pt idx="610">
                  <c:v>1.222</c:v>
                </c:pt>
                <c:pt idx="611">
                  <c:v>1.224</c:v>
                </c:pt>
                <c:pt idx="612">
                  <c:v>1.226</c:v>
                </c:pt>
                <c:pt idx="613">
                  <c:v>1.228</c:v>
                </c:pt>
                <c:pt idx="614">
                  <c:v>1.23</c:v>
                </c:pt>
                <c:pt idx="615">
                  <c:v>1.232</c:v>
                </c:pt>
                <c:pt idx="616">
                  <c:v>1.234</c:v>
                </c:pt>
                <c:pt idx="617">
                  <c:v>1.236</c:v>
                </c:pt>
                <c:pt idx="618">
                  <c:v>1.238</c:v>
                </c:pt>
                <c:pt idx="619">
                  <c:v>1.24</c:v>
                </c:pt>
                <c:pt idx="620">
                  <c:v>1.242</c:v>
                </c:pt>
                <c:pt idx="621">
                  <c:v>1.244</c:v>
                </c:pt>
                <c:pt idx="622">
                  <c:v>1.246</c:v>
                </c:pt>
                <c:pt idx="623">
                  <c:v>1.248</c:v>
                </c:pt>
                <c:pt idx="624">
                  <c:v>1.25</c:v>
                </c:pt>
                <c:pt idx="625">
                  <c:v>1.252</c:v>
                </c:pt>
                <c:pt idx="626">
                  <c:v>1.254</c:v>
                </c:pt>
                <c:pt idx="627">
                  <c:v>1.256</c:v>
                </c:pt>
                <c:pt idx="628">
                  <c:v>1.258</c:v>
                </c:pt>
                <c:pt idx="629">
                  <c:v>1.26</c:v>
                </c:pt>
                <c:pt idx="630">
                  <c:v>1.262</c:v>
                </c:pt>
                <c:pt idx="631">
                  <c:v>1.264</c:v>
                </c:pt>
                <c:pt idx="632">
                  <c:v>1.266</c:v>
                </c:pt>
                <c:pt idx="633">
                  <c:v>1.268</c:v>
                </c:pt>
                <c:pt idx="634">
                  <c:v>1.27</c:v>
                </c:pt>
                <c:pt idx="635">
                  <c:v>1.272</c:v>
                </c:pt>
                <c:pt idx="636">
                  <c:v>1.274</c:v>
                </c:pt>
                <c:pt idx="637">
                  <c:v>1.276</c:v>
                </c:pt>
                <c:pt idx="638">
                  <c:v>1.278</c:v>
                </c:pt>
                <c:pt idx="639">
                  <c:v>1.28</c:v>
                </c:pt>
                <c:pt idx="640">
                  <c:v>1.282</c:v>
                </c:pt>
                <c:pt idx="641">
                  <c:v>1.284</c:v>
                </c:pt>
                <c:pt idx="642">
                  <c:v>1.286</c:v>
                </c:pt>
                <c:pt idx="643">
                  <c:v>1.288</c:v>
                </c:pt>
                <c:pt idx="644">
                  <c:v>1.29</c:v>
                </c:pt>
                <c:pt idx="645">
                  <c:v>1.292</c:v>
                </c:pt>
                <c:pt idx="646">
                  <c:v>1.294</c:v>
                </c:pt>
                <c:pt idx="647">
                  <c:v>1.296</c:v>
                </c:pt>
                <c:pt idx="648">
                  <c:v>1.298</c:v>
                </c:pt>
                <c:pt idx="649">
                  <c:v>1.3</c:v>
                </c:pt>
                <c:pt idx="650">
                  <c:v>1.302</c:v>
                </c:pt>
                <c:pt idx="651">
                  <c:v>1.304</c:v>
                </c:pt>
                <c:pt idx="652">
                  <c:v>1.306</c:v>
                </c:pt>
                <c:pt idx="653">
                  <c:v>1.3080000000000001</c:v>
                </c:pt>
                <c:pt idx="654">
                  <c:v>1.31</c:v>
                </c:pt>
                <c:pt idx="655">
                  <c:v>1.3120000000000001</c:v>
                </c:pt>
                <c:pt idx="656">
                  <c:v>1.3140000000000001</c:v>
                </c:pt>
                <c:pt idx="657">
                  <c:v>1.3160000000000001</c:v>
                </c:pt>
                <c:pt idx="658">
                  <c:v>1.3180000000000001</c:v>
                </c:pt>
                <c:pt idx="659">
                  <c:v>1.32</c:v>
                </c:pt>
                <c:pt idx="660">
                  <c:v>1.3220000000000001</c:v>
                </c:pt>
                <c:pt idx="661">
                  <c:v>1.3240000000000001</c:v>
                </c:pt>
                <c:pt idx="662">
                  <c:v>1.3260000000000001</c:v>
                </c:pt>
                <c:pt idx="663">
                  <c:v>1.3280000000000001</c:v>
                </c:pt>
                <c:pt idx="664">
                  <c:v>1.33</c:v>
                </c:pt>
                <c:pt idx="665">
                  <c:v>1.3320000000000001</c:v>
                </c:pt>
                <c:pt idx="666">
                  <c:v>1.3340000000000001</c:v>
                </c:pt>
                <c:pt idx="667">
                  <c:v>1.3360000000000001</c:v>
                </c:pt>
                <c:pt idx="668">
                  <c:v>1.3380000000000001</c:v>
                </c:pt>
                <c:pt idx="669">
                  <c:v>1.34</c:v>
                </c:pt>
                <c:pt idx="670">
                  <c:v>1.3420000000000001</c:v>
                </c:pt>
                <c:pt idx="671">
                  <c:v>1.3440000000000001</c:v>
                </c:pt>
                <c:pt idx="672">
                  <c:v>1.3460000000000001</c:v>
                </c:pt>
                <c:pt idx="673">
                  <c:v>1.3480000000000001</c:v>
                </c:pt>
                <c:pt idx="674">
                  <c:v>1.35</c:v>
                </c:pt>
                <c:pt idx="675">
                  <c:v>1.3520000000000001</c:v>
                </c:pt>
                <c:pt idx="676">
                  <c:v>1.3540000000000001</c:v>
                </c:pt>
                <c:pt idx="677">
                  <c:v>1.3560000000000001</c:v>
                </c:pt>
                <c:pt idx="678">
                  <c:v>1.3580000000000001</c:v>
                </c:pt>
                <c:pt idx="679">
                  <c:v>1.36</c:v>
                </c:pt>
                <c:pt idx="680">
                  <c:v>1.3620000000000001</c:v>
                </c:pt>
                <c:pt idx="681">
                  <c:v>1.3640000000000001</c:v>
                </c:pt>
                <c:pt idx="682">
                  <c:v>1.3660000000000001</c:v>
                </c:pt>
                <c:pt idx="683">
                  <c:v>1.3680000000000001</c:v>
                </c:pt>
                <c:pt idx="684">
                  <c:v>1.37</c:v>
                </c:pt>
                <c:pt idx="685">
                  <c:v>1.3720000000000001</c:v>
                </c:pt>
                <c:pt idx="686">
                  <c:v>1.3740000000000001</c:v>
                </c:pt>
                <c:pt idx="687">
                  <c:v>1.3759999999999999</c:v>
                </c:pt>
                <c:pt idx="688">
                  <c:v>1.3779999999999999</c:v>
                </c:pt>
                <c:pt idx="689">
                  <c:v>1.38</c:v>
                </c:pt>
                <c:pt idx="690">
                  <c:v>1.3819999999999999</c:v>
                </c:pt>
                <c:pt idx="691">
                  <c:v>1.3839999999999999</c:v>
                </c:pt>
                <c:pt idx="692">
                  <c:v>1.3859999999999999</c:v>
                </c:pt>
                <c:pt idx="693">
                  <c:v>1.3879999999999999</c:v>
                </c:pt>
                <c:pt idx="694">
                  <c:v>1.39</c:v>
                </c:pt>
                <c:pt idx="695">
                  <c:v>1.3919999999999999</c:v>
                </c:pt>
                <c:pt idx="696">
                  <c:v>1.3939999999999999</c:v>
                </c:pt>
                <c:pt idx="697">
                  <c:v>1.3959999999999999</c:v>
                </c:pt>
                <c:pt idx="698">
                  <c:v>1.3979999999999999</c:v>
                </c:pt>
                <c:pt idx="699">
                  <c:v>1.4</c:v>
                </c:pt>
                <c:pt idx="700">
                  <c:v>1.4019999999999999</c:v>
                </c:pt>
                <c:pt idx="701">
                  <c:v>1.4039999999999999</c:v>
                </c:pt>
                <c:pt idx="702">
                  <c:v>1.4059999999999999</c:v>
                </c:pt>
                <c:pt idx="703">
                  <c:v>1.4079999999999999</c:v>
                </c:pt>
                <c:pt idx="704">
                  <c:v>1.41</c:v>
                </c:pt>
                <c:pt idx="705">
                  <c:v>1.4119999999999999</c:v>
                </c:pt>
                <c:pt idx="706">
                  <c:v>1.4139999999999999</c:v>
                </c:pt>
                <c:pt idx="707">
                  <c:v>1.4159999999999999</c:v>
                </c:pt>
                <c:pt idx="708">
                  <c:v>1.4179999999999999</c:v>
                </c:pt>
                <c:pt idx="709">
                  <c:v>1.42</c:v>
                </c:pt>
                <c:pt idx="710">
                  <c:v>1.4219999999999999</c:v>
                </c:pt>
                <c:pt idx="711">
                  <c:v>1.4239999999999999</c:v>
                </c:pt>
                <c:pt idx="712">
                  <c:v>1.4259999999999999</c:v>
                </c:pt>
                <c:pt idx="713">
                  <c:v>1.4279999999999999</c:v>
                </c:pt>
                <c:pt idx="714">
                  <c:v>1.43</c:v>
                </c:pt>
                <c:pt idx="715">
                  <c:v>1.4319999999999999</c:v>
                </c:pt>
                <c:pt idx="716">
                  <c:v>1.4339999999999999</c:v>
                </c:pt>
                <c:pt idx="717">
                  <c:v>1.4359999999999999</c:v>
                </c:pt>
                <c:pt idx="718">
                  <c:v>1.4379999999999999</c:v>
                </c:pt>
                <c:pt idx="719">
                  <c:v>1.44</c:v>
                </c:pt>
                <c:pt idx="720">
                  <c:v>1.4419999999999999</c:v>
                </c:pt>
                <c:pt idx="721">
                  <c:v>1.444</c:v>
                </c:pt>
                <c:pt idx="722">
                  <c:v>1.446</c:v>
                </c:pt>
                <c:pt idx="723">
                  <c:v>1.448</c:v>
                </c:pt>
                <c:pt idx="724">
                  <c:v>1.45</c:v>
                </c:pt>
                <c:pt idx="725">
                  <c:v>1.452</c:v>
                </c:pt>
                <c:pt idx="726">
                  <c:v>1.454</c:v>
                </c:pt>
                <c:pt idx="727">
                  <c:v>1.456</c:v>
                </c:pt>
                <c:pt idx="728">
                  <c:v>1.458</c:v>
                </c:pt>
                <c:pt idx="729">
                  <c:v>1.46</c:v>
                </c:pt>
                <c:pt idx="730">
                  <c:v>1.462</c:v>
                </c:pt>
                <c:pt idx="731">
                  <c:v>1.464</c:v>
                </c:pt>
                <c:pt idx="732">
                  <c:v>1.466</c:v>
                </c:pt>
                <c:pt idx="733">
                  <c:v>1.468</c:v>
                </c:pt>
                <c:pt idx="734">
                  <c:v>1.47</c:v>
                </c:pt>
                <c:pt idx="735">
                  <c:v>1.472</c:v>
                </c:pt>
                <c:pt idx="736">
                  <c:v>1.474</c:v>
                </c:pt>
                <c:pt idx="737">
                  <c:v>1.476</c:v>
                </c:pt>
                <c:pt idx="738">
                  <c:v>1.478</c:v>
                </c:pt>
                <c:pt idx="739">
                  <c:v>1.48</c:v>
                </c:pt>
                <c:pt idx="740">
                  <c:v>1.482</c:v>
                </c:pt>
                <c:pt idx="741">
                  <c:v>1.484</c:v>
                </c:pt>
                <c:pt idx="742">
                  <c:v>1.486</c:v>
                </c:pt>
                <c:pt idx="743">
                  <c:v>1.488</c:v>
                </c:pt>
                <c:pt idx="744">
                  <c:v>1.49</c:v>
                </c:pt>
                <c:pt idx="745">
                  <c:v>1.492</c:v>
                </c:pt>
                <c:pt idx="746">
                  <c:v>1.494</c:v>
                </c:pt>
                <c:pt idx="747">
                  <c:v>1.496</c:v>
                </c:pt>
                <c:pt idx="748">
                  <c:v>1.498</c:v>
                </c:pt>
                <c:pt idx="749">
                  <c:v>1.5</c:v>
                </c:pt>
                <c:pt idx="750">
                  <c:v>1.502</c:v>
                </c:pt>
                <c:pt idx="751">
                  <c:v>1.504</c:v>
                </c:pt>
                <c:pt idx="752">
                  <c:v>1.506</c:v>
                </c:pt>
                <c:pt idx="753">
                  <c:v>1.508</c:v>
                </c:pt>
                <c:pt idx="754">
                  <c:v>1.51</c:v>
                </c:pt>
                <c:pt idx="755">
                  <c:v>1.512</c:v>
                </c:pt>
                <c:pt idx="756">
                  <c:v>1.514</c:v>
                </c:pt>
                <c:pt idx="757">
                  <c:v>1.516</c:v>
                </c:pt>
                <c:pt idx="758">
                  <c:v>1.518</c:v>
                </c:pt>
                <c:pt idx="759">
                  <c:v>1.52</c:v>
                </c:pt>
                <c:pt idx="760">
                  <c:v>1.522</c:v>
                </c:pt>
                <c:pt idx="761">
                  <c:v>1.524</c:v>
                </c:pt>
                <c:pt idx="762">
                  <c:v>1.526</c:v>
                </c:pt>
                <c:pt idx="763">
                  <c:v>1.528</c:v>
                </c:pt>
                <c:pt idx="764">
                  <c:v>1.53</c:v>
                </c:pt>
                <c:pt idx="765">
                  <c:v>1.532</c:v>
                </c:pt>
                <c:pt idx="766">
                  <c:v>1.534</c:v>
                </c:pt>
                <c:pt idx="767">
                  <c:v>1.536</c:v>
                </c:pt>
                <c:pt idx="768">
                  <c:v>1.538</c:v>
                </c:pt>
                <c:pt idx="769">
                  <c:v>1.54</c:v>
                </c:pt>
                <c:pt idx="770">
                  <c:v>1.542</c:v>
                </c:pt>
                <c:pt idx="771">
                  <c:v>1.544</c:v>
                </c:pt>
                <c:pt idx="772">
                  <c:v>1.546</c:v>
                </c:pt>
                <c:pt idx="773">
                  <c:v>1.548</c:v>
                </c:pt>
                <c:pt idx="774">
                  <c:v>1.55</c:v>
                </c:pt>
                <c:pt idx="775">
                  <c:v>1.552</c:v>
                </c:pt>
                <c:pt idx="776">
                  <c:v>1.554</c:v>
                </c:pt>
                <c:pt idx="777">
                  <c:v>1.556</c:v>
                </c:pt>
                <c:pt idx="778">
                  <c:v>1.5580000000000001</c:v>
                </c:pt>
                <c:pt idx="779">
                  <c:v>1.56</c:v>
                </c:pt>
                <c:pt idx="780">
                  <c:v>1.5620000000000001</c:v>
                </c:pt>
                <c:pt idx="781">
                  <c:v>1.5640000000000001</c:v>
                </c:pt>
                <c:pt idx="782">
                  <c:v>1.5660000000000001</c:v>
                </c:pt>
                <c:pt idx="783">
                  <c:v>1.5680000000000001</c:v>
                </c:pt>
                <c:pt idx="784">
                  <c:v>1.57</c:v>
                </c:pt>
                <c:pt idx="785">
                  <c:v>1.5720000000000001</c:v>
                </c:pt>
                <c:pt idx="786">
                  <c:v>1.5740000000000001</c:v>
                </c:pt>
                <c:pt idx="787">
                  <c:v>1.5760000000000001</c:v>
                </c:pt>
                <c:pt idx="788">
                  <c:v>1.5780000000000001</c:v>
                </c:pt>
                <c:pt idx="789">
                  <c:v>1.58</c:v>
                </c:pt>
                <c:pt idx="790">
                  <c:v>1.5820000000000001</c:v>
                </c:pt>
                <c:pt idx="791">
                  <c:v>1.5840000000000001</c:v>
                </c:pt>
                <c:pt idx="792">
                  <c:v>1.5860000000000001</c:v>
                </c:pt>
                <c:pt idx="793">
                  <c:v>1.5880000000000001</c:v>
                </c:pt>
                <c:pt idx="794">
                  <c:v>1.59</c:v>
                </c:pt>
                <c:pt idx="795">
                  <c:v>1.5920000000000001</c:v>
                </c:pt>
                <c:pt idx="796">
                  <c:v>1.5940000000000001</c:v>
                </c:pt>
                <c:pt idx="797">
                  <c:v>1.5960000000000001</c:v>
                </c:pt>
                <c:pt idx="798">
                  <c:v>1.5980000000000001</c:v>
                </c:pt>
                <c:pt idx="799">
                  <c:v>1.6</c:v>
                </c:pt>
                <c:pt idx="800">
                  <c:v>1.6020000000000001</c:v>
                </c:pt>
                <c:pt idx="801">
                  <c:v>1.6040000000000001</c:v>
                </c:pt>
                <c:pt idx="802">
                  <c:v>1.6060000000000001</c:v>
                </c:pt>
                <c:pt idx="803">
                  <c:v>1.6080000000000001</c:v>
                </c:pt>
                <c:pt idx="804">
                  <c:v>1.61</c:v>
                </c:pt>
                <c:pt idx="805">
                  <c:v>1.6120000000000001</c:v>
                </c:pt>
                <c:pt idx="806">
                  <c:v>1.6140000000000001</c:v>
                </c:pt>
                <c:pt idx="807">
                  <c:v>1.6160000000000001</c:v>
                </c:pt>
                <c:pt idx="808">
                  <c:v>1.6180000000000001</c:v>
                </c:pt>
                <c:pt idx="809">
                  <c:v>1.62</c:v>
                </c:pt>
                <c:pt idx="810">
                  <c:v>1.6220000000000001</c:v>
                </c:pt>
                <c:pt idx="811">
                  <c:v>1.6240000000000001</c:v>
                </c:pt>
                <c:pt idx="812">
                  <c:v>1.6259999999999999</c:v>
                </c:pt>
                <c:pt idx="813">
                  <c:v>1.6279999999999999</c:v>
                </c:pt>
                <c:pt idx="814">
                  <c:v>1.63</c:v>
                </c:pt>
                <c:pt idx="815">
                  <c:v>1.6319999999999999</c:v>
                </c:pt>
                <c:pt idx="816">
                  <c:v>1.6339999999999999</c:v>
                </c:pt>
                <c:pt idx="817">
                  <c:v>1.6359999999999999</c:v>
                </c:pt>
                <c:pt idx="818">
                  <c:v>1.6379999999999999</c:v>
                </c:pt>
                <c:pt idx="819">
                  <c:v>1.64</c:v>
                </c:pt>
                <c:pt idx="820">
                  <c:v>1.6419999999999999</c:v>
                </c:pt>
                <c:pt idx="821">
                  <c:v>1.6439999999999999</c:v>
                </c:pt>
                <c:pt idx="822">
                  <c:v>1.6459999999999999</c:v>
                </c:pt>
                <c:pt idx="823">
                  <c:v>1.6479999999999999</c:v>
                </c:pt>
                <c:pt idx="824">
                  <c:v>1.65</c:v>
                </c:pt>
                <c:pt idx="825">
                  <c:v>1.6519999999999999</c:v>
                </c:pt>
                <c:pt idx="826">
                  <c:v>1.6539999999999999</c:v>
                </c:pt>
                <c:pt idx="827">
                  <c:v>1.6559999999999999</c:v>
                </c:pt>
                <c:pt idx="828">
                  <c:v>1.6579999999999999</c:v>
                </c:pt>
                <c:pt idx="829">
                  <c:v>1.66</c:v>
                </c:pt>
                <c:pt idx="830">
                  <c:v>1.6619999999999999</c:v>
                </c:pt>
                <c:pt idx="831">
                  <c:v>1.6639999999999999</c:v>
                </c:pt>
                <c:pt idx="832">
                  <c:v>1.6659999999999999</c:v>
                </c:pt>
                <c:pt idx="833">
                  <c:v>1.6679999999999999</c:v>
                </c:pt>
                <c:pt idx="834">
                  <c:v>1.67</c:v>
                </c:pt>
                <c:pt idx="835">
                  <c:v>1.6719999999999999</c:v>
                </c:pt>
                <c:pt idx="836">
                  <c:v>1.6739999999999999</c:v>
                </c:pt>
                <c:pt idx="837">
                  <c:v>1.6759999999999999</c:v>
                </c:pt>
                <c:pt idx="838">
                  <c:v>1.6779999999999999</c:v>
                </c:pt>
                <c:pt idx="839">
                  <c:v>1.68</c:v>
                </c:pt>
                <c:pt idx="840">
                  <c:v>1.6819999999999999</c:v>
                </c:pt>
                <c:pt idx="841">
                  <c:v>1.6839999999999999</c:v>
                </c:pt>
                <c:pt idx="842">
                  <c:v>1.6859999999999999</c:v>
                </c:pt>
                <c:pt idx="843">
                  <c:v>1.6879999999999999</c:v>
                </c:pt>
                <c:pt idx="844">
                  <c:v>1.69</c:v>
                </c:pt>
                <c:pt idx="845">
                  <c:v>1.6919999999999999</c:v>
                </c:pt>
                <c:pt idx="846">
                  <c:v>1.694</c:v>
                </c:pt>
                <c:pt idx="847">
                  <c:v>1.696</c:v>
                </c:pt>
                <c:pt idx="848">
                  <c:v>1.698</c:v>
                </c:pt>
                <c:pt idx="849">
                  <c:v>1.7</c:v>
                </c:pt>
                <c:pt idx="850">
                  <c:v>1.702</c:v>
                </c:pt>
                <c:pt idx="851">
                  <c:v>1.704</c:v>
                </c:pt>
                <c:pt idx="852">
                  <c:v>1.706</c:v>
                </c:pt>
                <c:pt idx="853">
                  <c:v>1.708</c:v>
                </c:pt>
                <c:pt idx="854">
                  <c:v>1.71</c:v>
                </c:pt>
                <c:pt idx="855">
                  <c:v>1.712</c:v>
                </c:pt>
                <c:pt idx="856">
                  <c:v>1.714</c:v>
                </c:pt>
                <c:pt idx="857">
                  <c:v>1.716</c:v>
                </c:pt>
                <c:pt idx="858">
                  <c:v>1.718</c:v>
                </c:pt>
                <c:pt idx="859">
                  <c:v>1.72</c:v>
                </c:pt>
                <c:pt idx="860">
                  <c:v>1.722</c:v>
                </c:pt>
                <c:pt idx="861">
                  <c:v>1.724</c:v>
                </c:pt>
                <c:pt idx="862">
                  <c:v>1.726</c:v>
                </c:pt>
                <c:pt idx="863">
                  <c:v>1.728</c:v>
                </c:pt>
                <c:pt idx="864">
                  <c:v>1.73</c:v>
                </c:pt>
                <c:pt idx="865">
                  <c:v>1.732</c:v>
                </c:pt>
                <c:pt idx="866">
                  <c:v>1.734</c:v>
                </c:pt>
                <c:pt idx="867">
                  <c:v>1.736</c:v>
                </c:pt>
                <c:pt idx="868">
                  <c:v>1.738</c:v>
                </c:pt>
                <c:pt idx="869">
                  <c:v>1.74</c:v>
                </c:pt>
                <c:pt idx="870">
                  <c:v>1.742</c:v>
                </c:pt>
                <c:pt idx="871">
                  <c:v>1.744</c:v>
                </c:pt>
                <c:pt idx="872">
                  <c:v>1.746</c:v>
                </c:pt>
                <c:pt idx="873">
                  <c:v>1.748</c:v>
                </c:pt>
                <c:pt idx="874">
                  <c:v>1.75</c:v>
                </c:pt>
                <c:pt idx="875">
                  <c:v>1.752</c:v>
                </c:pt>
                <c:pt idx="876">
                  <c:v>1.754</c:v>
                </c:pt>
                <c:pt idx="877">
                  <c:v>1.756</c:v>
                </c:pt>
                <c:pt idx="878">
                  <c:v>1.758</c:v>
                </c:pt>
                <c:pt idx="879">
                  <c:v>1.76</c:v>
                </c:pt>
                <c:pt idx="880">
                  <c:v>1.762</c:v>
                </c:pt>
                <c:pt idx="881">
                  <c:v>1.764</c:v>
                </c:pt>
                <c:pt idx="882">
                  <c:v>1.766</c:v>
                </c:pt>
                <c:pt idx="883">
                  <c:v>1.768</c:v>
                </c:pt>
                <c:pt idx="884">
                  <c:v>1.77</c:v>
                </c:pt>
                <c:pt idx="885">
                  <c:v>1.772</c:v>
                </c:pt>
                <c:pt idx="886">
                  <c:v>1.774</c:v>
                </c:pt>
                <c:pt idx="887">
                  <c:v>1.776</c:v>
                </c:pt>
                <c:pt idx="888">
                  <c:v>1.778</c:v>
                </c:pt>
                <c:pt idx="889">
                  <c:v>1.78</c:v>
                </c:pt>
                <c:pt idx="890">
                  <c:v>1.782</c:v>
                </c:pt>
                <c:pt idx="891">
                  <c:v>1.784</c:v>
                </c:pt>
                <c:pt idx="892">
                  <c:v>1.786</c:v>
                </c:pt>
                <c:pt idx="893">
                  <c:v>1.788</c:v>
                </c:pt>
                <c:pt idx="894">
                  <c:v>1.79</c:v>
                </c:pt>
                <c:pt idx="895">
                  <c:v>1.792</c:v>
                </c:pt>
                <c:pt idx="896">
                  <c:v>1.794</c:v>
                </c:pt>
                <c:pt idx="897">
                  <c:v>1.796</c:v>
                </c:pt>
                <c:pt idx="898">
                  <c:v>1.798</c:v>
                </c:pt>
                <c:pt idx="899">
                  <c:v>1.8</c:v>
                </c:pt>
                <c:pt idx="900">
                  <c:v>1.802</c:v>
                </c:pt>
                <c:pt idx="901">
                  <c:v>1.804</c:v>
                </c:pt>
                <c:pt idx="902">
                  <c:v>1.806</c:v>
                </c:pt>
                <c:pt idx="903">
                  <c:v>1.8080000000000001</c:v>
                </c:pt>
                <c:pt idx="904">
                  <c:v>1.81</c:v>
                </c:pt>
                <c:pt idx="905">
                  <c:v>1.8120000000000001</c:v>
                </c:pt>
                <c:pt idx="906">
                  <c:v>1.8140000000000001</c:v>
                </c:pt>
                <c:pt idx="907">
                  <c:v>1.8160000000000001</c:v>
                </c:pt>
                <c:pt idx="908">
                  <c:v>1.8180000000000001</c:v>
                </c:pt>
                <c:pt idx="909">
                  <c:v>1.82</c:v>
                </c:pt>
                <c:pt idx="910">
                  <c:v>1.8220000000000001</c:v>
                </c:pt>
                <c:pt idx="911">
                  <c:v>1.8240000000000001</c:v>
                </c:pt>
                <c:pt idx="912">
                  <c:v>1.8260000000000001</c:v>
                </c:pt>
                <c:pt idx="913">
                  <c:v>1.8280000000000001</c:v>
                </c:pt>
                <c:pt idx="914">
                  <c:v>1.83</c:v>
                </c:pt>
                <c:pt idx="915">
                  <c:v>1.8320000000000001</c:v>
                </c:pt>
                <c:pt idx="916">
                  <c:v>1.8340000000000001</c:v>
                </c:pt>
                <c:pt idx="917">
                  <c:v>1.8360000000000001</c:v>
                </c:pt>
                <c:pt idx="918">
                  <c:v>1.8380000000000001</c:v>
                </c:pt>
                <c:pt idx="919">
                  <c:v>1.84</c:v>
                </c:pt>
                <c:pt idx="920">
                  <c:v>1.8420000000000001</c:v>
                </c:pt>
                <c:pt idx="921">
                  <c:v>1.8440000000000001</c:v>
                </c:pt>
                <c:pt idx="922">
                  <c:v>1.8460000000000001</c:v>
                </c:pt>
                <c:pt idx="923">
                  <c:v>1.8480000000000001</c:v>
                </c:pt>
                <c:pt idx="924">
                  <c:v>1.85</c:v>
                </c:pt>
                <c:pt idx="925">
                  <c:v>1.8520000000000001</c:v>
                </c:pt>
                <c:pt idx="926">
                  <c:v>1.8540000000000001</c:v>
                </c:pt>
                <c:pt idx="927">
                  <c:v>1.8560000000000001</c:v>
                </c:pt>
                <c:pt idx="928">
                  <c:v>1.8580000000000001</c:v>
                </c:pt>
                <c:pt idx="929">
                  <c:v>1.86</c:v>
                </c:pt>
                <c:pt idx="930">
                  <c:v>1.8620000000000001</c:v>
                </c:pt>
                <c:pt idx="931">
                  <c:v>1.8640000000000001</c:v>
                </c:pt>
                <c:pt idx="932">
                  <c:v>1.8660000000000001</c:v>
                </c:pt>
                <c:pt idx="933">
                  <c:v>1.8680000000000001</c:v>
                </c:pt>
                <c:pt idx="934">
                  <c:v>1.87</c:v>
                </c:pt>
                <c:pt idx="935">
                  <c:v>1.8720000000000001</c:v>
                </c:pt>
                <c:pt idx="936">
                  <c:v>1.8740000000000001</c:v>
                </c:pt>
                <c:pt idx="937">
                  <c:v>1.8759999999999999</c:v>
                </c:pt>
                <c:pt idx="938">
                  <c:v>1.8779999999999999</c:v>
                </c:pt>
                <c:pt idx="939">
                  <c:v>1.88</c:v>
                </c:pt>
                <c:pt idx="940">
                  <c:v>1.8819999999999999</c:v>
                </c:pt>
                <c:pt idx="941">
                  <c:v>1.8839999999999999</c:v>
                </c:pt>
                <c:pt idx="942">
                  <c:v>1.8859999999999999</c:v>
                </c:pt>
                <c:pt idx="943">
                  <c:v>1.8879999999999999</c:v>
                </c:pt>
                <c:pt idx="944">
                  <c:v>1.89</c:v>
                </c:pt>
                <c:pt idx="945">
                  <c:v>1.8919999999999999</c:v>
                </c:pt>
                <c:pt idx="946">
                  <c:v>1.8939999999999999</c:v>
                </c:pt>
                <c:pt idx="947">
                  <c:v>1.8959999999999999</c:v>
                </c:pt>
                <c:pt idx="948">
                  <c:v>1.8979999999999999</c:v>
                </c:pt>
                <c:pt idx="949">
                  <c:v>1.9</c:v>
                </c:pt>
                <c:pt idx="950">
                  <c:v>1.9019999999999999</c:v>
                </c:pt>
                <c:pt idx="951">
                  <c:v>1.9039999999999999</c:v>
                </c:pt>
                <c:pt idx="952">
                  <c:v>1.9059999999999999</c:v>
                </c:pt>
                <c:pt idx="953">
                  <c:v>1.9079999999999999</c:v>
                </c:pt>
                <c:pt idx="954">
                  <c:v>1.91</c:v>
                </c:pt>
                <c:pt idx="955">
                  <c:v>1.9119999999999999</c:v>
                </c:pt>
                <c:pt idx="956">
                  <c:v>1.9139999999999999</c:v>
                </c:pt>
                <c:pt idx="957">
                  <c:v>1.9159999999999999</c:v>
                </c:pt>
                <c:pt idx="958">
                  <c:v>1.9179999999999999</c:v>
                </c:pt>
                <c:pt idx="959">
                  <c:v>1.92</c:v>
                </c:pt>
                <c:pt idx="960">
                  <c:v>1.9219999999999999</c:v>
                </c:pt>
                <c:pt idx="961">
                  <c:v>1.9239999999999999</c:v>
                </c:pt>
                <c:pt idx="962">
                  <c:v>1.9259999999999999</c:v>
                </c:pt>
                <c:pt idx="963">
                  <c:v>1.9279999999999999</c:v>
                </c:pt>
                <c:pt idx="964">
                  <c:v>1.93</c:v>
                </c:pt>
                <c:pt idx="965">
                  <c:v>1.9319999999999999</c:v>
                </c:pt>
                <c:pt idx="966">
                  <c:v>1.9339999999999999</c:v>
                </c:pt>
                <c:pt idx="967">
                  <c:v>1.9359999999999999</c:v>
                </c:pt>
                <c:pt idx="968">
                  <c:v>1.9379999999999999</c:v>
                </c:pt>
                <c:pt idx="969">
                  <c:v>1.94</c:v>
                </c:pt>
                <c:pt idx="970">
                  <c:v>1.9419999999999999</c:v>
                </c:pt>
                <c:pt idx="971">
                  <c:v>1.944</c:v>
                </c:pt>
                <c:pt idx="972">
                  <c:v>1.946</c:v>
                </c:pt>
                <c:pt idx="973">
                  <c:v>1.948</c:v>
                </c:pt>
                <c:pt idx="974">
                  <c:v>1.95</c:v>
                </c:pt>
                <c:pt idx="975">
                  <c:v>1.952</c:v>
                </c:pt>
                <c:pt idx="976">
                  <c:v>1.954</c:v>
                </c:pt>
                <c:pt idx="977">
                  <c:v>1.956</c:v>
                </c:pt>
                <c:pt idx="978">
                  <c:v>1.958</c:v>
                </c:pt>
                <c:pt idx="979">
                  <c:v>1.96</c:v>
                </c:pt>
                <c:pt idx="980">
                  <c:v>1.962</c:v>
                </c:pt>
                <c:pt idx="981">
                  <c:v>1.964</c:v>
                </c:pt>
                <c:pt idx="982">
                  <c:v>1.966</c:v>
                </c:pt>
                <c:pt idx="983">
                  <c:v>1.968</c:v>
                </c:pt>
                <c:pt idx="984">
                  <c:v>1.97</c:v>
                </c:pt>
                <c:pt idx="985">
                  <c:v>1.972</c:v>
                </c:pt>
                <c:pt idx="986">
                  <c:v>1.974</c:v>
                </c:pt>
                <c:pt idx="987">
                  <c:v>1.976</c:v>
                </c:pt>
                <c:pt idx="988">
                  <c:v>1.978</c:v>
                </c:pt>
                <c:pt idx="989">
                  <c:v>1.98</c:v>
                </c:pt>
                <c:pt idx="990">
                  <c:v>1.982</c:v>
                </c:pt>
                <c:pt idx="991">
                  <c:v>1.984</c:v>
                </c:pt>
                <c:pt idx="992">
                  <c:v>1.986</c:v>
                </c:pt>
                <c:pt idx="993">
                  <c:v>1.988</c:v>
                </c:pt>
                <c:pt idx="994">
                  <c:v>1.99</c:v>
                </c:pt>
                <c:pt idx="995">
                  <c:v>1.992</c:v>
                </c:pt>
                <c:pt idx="996">
                  <c:v>1.994</c:v>
                </c:pt>
                <c:pt idx="997">
                  <c:v>1.996</c:v>
                </c:pt>
                <c:pt idx="998">
                  <c:v>1.998</c:v>
                </c:pt>
                <c:pt idx="999">
                  <c:v>2</c:v>
                </c:pt>
                <c:pt idx="1000">
                  <c:v>2.0019999999999998</c:v>
                </c:pt>
                <c:pt idx="1001">
                  <c:v>2.004</c:v>
                </c:pt>
                <c:pt idx="1002">
                  <c:v>2.0059999999999998</c:v>
                </c:pt>
                <c:pt idx="1003">
                  <c:v>2.008</c:v>
                </c:pt>
                <c:pt idx="1004">
                  <c:v>2.0099999999999998</c:v>
                </c:pt>
                <c:pt idx="1005">
                  <c:v>2.012</c:v>
                </c:pt>
                <c:pt idx="1006">
                  <c:v>2.0139999999999998</c:v>
                </c:pt>
                <c:pt idx="1007">
                  <c:v>2.016</c:v>
                </c:pt>
                <c:pt idx="1008">
                  <c:v>2.0179999999999998</c:v>
                </c:pt>
                <c:pt idx="1009">
                  <c:v>2.02</c:v>
                </c:pt>
                <c:pt idx="1010">
                  <c:v>2.0219999999999998</c:v>
                </c:pt>
                <c:pt idx="1011">
                  <c:v>2.024</c:v>
                </c:pt>
                <c:pt idx="1012">
                  <c:v>2.0259999999999998</c:v>
                </c:pt>
                <c:pt idx="1013">
                  <c:v>2.028</c:v>
                </c:pt>
                <c:pt idx="1014">
                  <c:v>2.0299999999999998</c:v>
                </c:pt>
                <c:pt idx="1015">
                  <c:v>2.032</c:v>
                </c:pt>
                <c:pt idx="1016">
                  <c:v>2.0339999999999998</c:v>
                </c:pt>
                <c:pt idx="1017">
                  <c:v>2.036</c:v>
                </c:pt>
                <c:pt idx="1018">
                  <c:v>2.0379999999999998</c:v>
                </c:pt>
                <c:pt idx="1019">
                  <c:v>2.04</c:v>
                </c:pt>
                <c:pt idx="1020">
                  <c:v>2.0419999999999998</c:v>
                </c:pt>
                <c:pt idx="1021">
                  <c:v>2.044</c:v>
                </c:pt>
                <c:pt idx="1022">
                  <c:v>2.0459999999999998</c:v>
                </c:pt>
                <c:pt idx="1023">
                  <c:v>2.048</c:v>
                </c:pt>
                <c:pt idx="1024">
                  <c:v>2.0499999999999998</c:v>
                </c:pt>
                <c:pt idx="1025">
                  <c:v>2.052</c:v>
                </c:pt>
                <c:pt idx="1026">
                  <c:v>2.0539999999999998</c:v>
                </c:pt>
                <c:pt idx="1027">
                  <c:v>2.056</c:v>
                </c:pt>
                <c:pt idx="1028">
                  <c:v>2.0579999999999998</c:v>
                </c:pt>
                <c:pt idx="1029">
                  <c:v>2.06</c:v>
                </c:pt>
                <c:pt idx="1030">
                  <c:v>2.0619999999999998</c:v>
                </c:pt>
                <c:pt idx="1031">
                  <c:v>2.0640000000000001</c:v>
                </c:pt>
                <c:pt idx="1032">
                  <c:v>2.0659999999999998</c:v>
                </c:pt>
                <c:pt idx="1033">
                  <c:v>2.0680000000000001</c:v>
                </c:pt>
                <c:pt idx="1034">
                  <c:v>2.0699999999999998</c:v>
                </c:pt>
                <c:pt idx="1035">
                  <c:v>2.0720000000000001</c:v>
                </c:pt>
                <c:pt idx="1036">
                  <c:v>2.0739999999999998</c:v>
                </c:pt>
                <c:pt idx="1037">
                  <c:v>2.0760000000000001</c:v>
                </c:pt>
                <c:pt idx="1038">
                  <c:v>2.0779999999999998</c:v>
                </c:pt>
                <c:pt idx="1039">
                  <c:v>2.08</c:v>
                </c:pt>
                <c:pt idx="1040">
                  <c:v>2.0819999999999999</c:v>
                </c:pt>
                <c:pt idx="1041">
                  <c:v>2.0840000000000001</c:v>
                </c:pt>
                <c:pt idx="1042">
                  <c:v>2.0859999999999999</c:v>
                </c:pt>
                <c:pt idx="1043">
                  <c:v>2.0880000000000001</c:v>
                </c:pt>
                <c:pt idx="1044">
                  <c:v>2.09</c:v>
                </c:pt>
                <c:pt idx="1045">
                  <c:v>2.0920000000000001</c:v>
                </c:pt>
                <c:pt idx="1046">
                  <c:v>2.0939999999999999</c:v>
                </c:pt>
                <c:pt idx="1047">
                  <c:v>2.0960000000000001</c:v>
                </c:pt>
                <c:pt idx="1048">
                  <c:v>2.0979999999999999</c:v>
                </c:pt>
                <c:pt idx="1049">
                  <c:v>2.1</c:v>
                </c:pt>
                <c:pt idx="1050">
                  <c:v>2.1019999999999999</c:v>
                </c:pt>
                <c:pt idx="1051">
                  <c:v>2.1040000000000001</c:v>
                </c:pt>
                <c:pt idx="1052">
                  <c:v>2.1059999999999999</c:v>
                </c:pt>
                <c:pt idx="1053">
                  <c:v>2.1080000000000001</c:v>
                </c:pt>
                <c:pt idx="1054">
                  <c:v>2.11</c:v>
                </c:pt>
                <c:pt idx="1055">
                  <c:v>2.1120000000000001</c:v>
                </c:pt>
                <c:pt idx="1056">
                  <c:v>2.1139999999999999</c:v>
                </c:pt>
                <c:pt idx="1057">
                  <c:v>2.1160000000000001</c:v>
                </c:pt>
                <c:pt idx="1058">
                  <c:v>2.1179999999999999</c:v>
                </c:pt>
                <c:pt idx="1059">
                  <c:v>2.12</c:v>
                </c:pt>
                <c:pt idx="1060">
                  <c:v>2.1219999999999999</c:v>
                </c:pt>
                <c:pt idx="1061">
                  <c:v>2.1240000000000001</c:v>
                </c:pt>
                <c:pt idx="1062">
                  <c:v>2.1259999999999999</c:v>
                </c:pt>
                <c:pt idx="1063">
                  <c:v>2.1280000000000001</c:v>
                </c:pt>
                <c:pt idx="1064">
                  <c:v>2.13</c:v>
                </c:pt>
                <c:pt idx="1065">
                  <c:v>2.1320000000000001</c:v>
                </c:pt>
                <c:pt idx="1066">
                  <c:v>2.1339999999999999</c:v>
                </c:pt>
                <c:pt idx="1067">
                  <c:v>2.1360000000000001</c:v>
                </c:pt>
                <c:pt idx="1068">
                  <c:v>2.1379999999999999</c:v>
                </c:pt>
                <c:pt idx="1069">
                  <c:v>2.14</c:v>
                </c:pt>
                <c:pt idx="1070">
                  <c:v>2.1419999999999999</c:v>
                </c:pt>
                <c:pt idx="1071">
                  <c:v>2.1440000000000001</c:v>
                </c:pt>
                <c:pt idx="1072">
                  <c:v>2.1459999999999999</c:v>
                </c:pt>
                <c:pt idx="1073">
                  <c:v>2.1480000000000001</c:v>
                </c:pt>
                <c:pt idx="1074">
                  <c:v>2.15</c:v>
                </c:pt>
                <c:pt idx="1075">
                  <c:v>2.1520000000000001</c:v>
                </c:pt>
                <c:pt idx="1076">
                  <c:v>2.1539999999999999</c:v>
                </c:pt>
                <c:pt idx="1077">
                  <c:v>2.1560000000000001</c:v>
                </c:pt>
                <c:pt idx="1078">
                  <c:v>2.1579999999999999</c:v>
                </c:pt>
                <c:pt idx="1079">
                  <c:v>2.16</c:v>
                </c:pt>
                <c:pt idx="1080">
                  <c:v>2.1619999999999999</c:v>
                </c:pt>
                <c:pt idx="1081">
                  <c:v>2.1640000000000001</c:v>
                </c:pt>
                <c:pt idx="1082">
                  <c:v>2.1659999999999999</c:v>
                </c:pt>
                <c:pt idx="1083">
                  <c:v>2.1680000000000001</c:v>
                </c:pt>
                <c:pt idx="1084">
                  <c:v>2.17</c:v>
                </c:pt>
                <c:pt idx="1085">
                  <c:v>2.1720000000000002</c:v>
                </c:pt>
                <c:pt idx="1086">
                  <c:v>2.1739999999999999</c:v>
                </c:pt>
                <c:pt idx="1087">
                  <c:v>2.1760000000000002</c:v>
                </c:pt>
                <c:pt idx="1088">
                  <c:v>2.1779999999999999</c:v>
                </c:pt>
                <c:pt idx="1089">
                  <c:v>2.1800000000000002</c:v>
                </c:pt>
                <c:pt idx="1090">
                  <c:v>2.1819999999999999</c:v>
                </c:pt>
                <c:pt idx="1091">
                  <c:v>2.1840000000000002</c:v>
                </c:pt>
                <c:pt idx="1092">
                  <c:v>2.1859999999999999</c:v>
                </c:pt>
                <c:pt idx="1093">
                  <c:v>2.1880000000000002</c:v>
                </c:pt>
                <c:pt idx="1094">
                  <c:v>2.19</c:v>
                </c:pt>
                <c:pt idx="1095">
                  <c:v>2.1920000000000002</c:v>
                </c:pt>
                <c:pt idx="1096">
                  <c:v>2.194</c:v>
                </c:pt>
                <c:pt idx="1097">
                  <c:v>2.1960000000000002</c:v>
                </c:pt>
                <c:pt idx="1098">
                  <c:v>2.198</c:v>
                </c:pt>
                <c:pt idx="1099">
                  <c:v>2.2000000000000002</c:v>
                </c:pt>
                <c:pt idx="1100">
                  <c:v>2.202</c:v>
                </c:pt>
                <c:pt idx="1101">
                  <c:v>2.2040000000000002</c:v>
                </c:pt>
                <c:pt idx="1102">
                  <c:v>2.206</c:v>
                </c:pt>
                <c:pt idx="1103">
                  <c:v>2.2080000000000002</c:v>
                </c:pt>
                <c:pt idx="1104">
                  <c:v>2.21</c:v>
                </c:pt>
                <c:pt idx="1105">
                  <c:v>2.2120000000000002</c:v>
                </c:pt>
                <c:pt idx="1106">
                  <c:v>2.214</c:v>
                </c:pt>
                <c:pt idx="1107">
                  <c:v>2.2160000000000002</c:v>
                </c:pt>
                <c:pt idx="1108">
                  <c:v>2.218</c:v>
                </c:pt>
                <c:pt idx="1109">
                  <c:v>2.2200000000000002</c:v>
                </c:pt>
                <c:pt idx="1110">
                  <c:v>2.222</c:v>
                </c:pt>
                <c:pt idx="1111">
                  <c:v>2.2240000000000002</c:v>
                </c:pt>
                <c:pt idx="1112">
                  <c:v>2.226</c:v>
                </c:pt>
                <c:pt idx="1113">
                  <c:v>2.2280000000000002</c:v>
                </c:pt>
                <c:pt idx="1114">
                  <c:v>2.23</c:v>
                </c:pt>
                <c:pt idx="1115">
                  <c:v>2.2320000000000002</c:v>
                </c:pt>
                <c:pt idx="1116">
                  <c:v>2.234</c:v>
                </c:pt>
                <c:pt idx="1117">
                  <c:v>2.2360000000000002</c:v>
                </c:pt>
                <c:pt idx="1118">
                  <c:v>2.238</c:v>
                </c:pt>
                <c:pt idx="1119">
                  <c:v>2.2400000000000002</c:v>
                </c:pt>
                <c:pt idx="1120">
                  <c:v>2.242</c:v>
                </c:pt>
                <c:pt idx="1121">
                  <c:v>2.2440000000000002</c:v>
                </c:pt>
                <c:pt idx="1122">
                  <c:v>2.246</c:v>
                </c:pt>
                <c:pt idx="1123">
                  <c:v>2.2480000000000002</c:v>
                </c:pt>
                <c:pt idx="1124">
                  <c:v>2.25</c:v>
                </c:pt>
                <c:pt idx="1125">
                  <c:v>2.2519999999999998</c:v>
                </c:pt>
                <c:pt idx="1126">
                  <c:v>2.254</c:v>
                </c:pt>
                <c:pt idx="1127">
                  <c:v>2.2559999999999998</c:v>
                </c:pt>
                <c:pt idx="1128">
                  <c:v>2.258</c:v>
                </c:pt>
                <c:pt idx="1129">
                  <c:v>2.2599999999999998</c:v>
                </c:pt>
                <c:pt idx="1130">
                  <c:v>2.262</c:v>
                </c:pt>
                <c:pt idx="1131">
                  <c:v>2.2639999999999998</c:v>
                </c:pt>
                <c:pt idx="1132">
                  <c:v>2.266</c:v>
                </c:pt>
                <c:pt idx="1133">
                  <c:v>2.2679999999999998</c:v>
                </c:pt>
                <c:pt idx="1134">
                  <c:v>2.27</c:v>
                </c:pt>
                <c:pt idx="1135">
                  <c:v>2.2719999999999998</c:v>
                </c:pt>
                <c:pt idx="1136">
                  <c:v>2.274</c:v>
                </c:pt>
                <c:pt idx="1137">
                  <c:v>2.2759999999999998</c:v>
                </c:pt>
                <c:pt idx="1138">
                  <c:v>2.278</c:v>
                </c:pt>
                <c:pt idx="1139">
                  <c:v>2.2799999999999998</c:v>
                </c:pt>
                <c:pt idx="1140">
                  <c:v>2.282</c:v>
                </c:pt>
                <c:pt idx="1141">
                  <c:v>2.2839999999999998</c:v>
                </c:pt>
                <c:pt idx="1142">
                  <c:v>2.286</c:v>
                </c:pt>
                <c:pt idx="1143">
                  <c:v>2.2879999999999998</c:v>
                </c:pt>
                <c:pt idx="1144">
                  <c:v>2.29</c:v>
                </c:pt>
                <c:pt idx="1145">
                  <c:v>2.2919999999999998</c:v>
                </c:pt>
                <c:pt idx="1146">
                  <c:v>2.294</c:v>
                </c:pt>
                <c:pt idx="1147">
                  <c:v>2.2959999999999998</c:v>
                </c:pt>
                <c:pt idx="1148">
                  <c:v>2.298</c:v>
                </c:pt>
                <c:pt idx="1149">
                  <c:v>2.2999999999999998</c:v>
                </c:pt>
                <c:pt idx="1150">
                  <c:v>2.302</c:v>
                </c:pt>
                <c:pt idx="1151">
                  <c:v>2.3039999999999998</c:v>
                </c:pt>
                <c:pt idx="1152">
                  <c:v>2.306</c:v>
                </c:pt>
                <c:pt idx="1153">
                  <c:v>2.3079999999999998</c:v>
                </c:pt>
                <c:pt idx="1154">
                  <c:v>2.31</c:v>
                </c:pt>
                <c:pt idx="1155">
                  <c:v>2.3119999999999998</c:v>
                </c:pt>
                <c:pt idx="1156">
                  <c:v>2.3140000000000001</c:v>
                </c:pt>
                <c:pt idx="1157">
                  <c:v>2.3159999999999998</c:v>
                </c:pt>
                <c:pt idx="1158">
                  <c:v>2.3180000000000001</c:v>
                </c:pt>
                <c:pt idx="1159">
                  <c:v>2.3199999999999998</c:v>
                </c:pt>
                <c:pt idx="1160">
                  <c:v>2.3220000000000001</c:v>
                </c:pt>
                <c:pt idx="1161">
                  <c:v>2.3239999999999998</c:v>
                </c:pt>
                <c:pt idx="1162">
                  <c:v>2.3260000000000001</c:v>
                </c:pt>
                <c:pt idx="1163">
                  <c:v>2.3279999999999998</c:v>
                </c:pt>
                <c:pt idx="1164">
                  <c:v>2.33</c:v>
                </c:pt>
                <c:pt idx="1165">
                  <c:v>2.3319999999999999</c:v>
                </c:pt>
                <c:pt idx="1166">
                  <c:v>2.3340000000000001</c:v>
                </c:pt>
                <c:pt idx="1167">
                  <c:v>2.3359999999999999</c:v>
                </c:pt>
                <c:pt idx="1168">
                  <c:v>2.3380000000000001</c:v>
                </c:pt>
                <c:pt idx="1169">
                  <c:v>2.34</c:v>
                </c:pt>
                <c:pt idx="1170">
                  <c:v>2.3420000000000001</c:v>
                </c:pt>
                <c:pt idx="1171">
                  <c:v>2.3439999999999999</c:v>
                </c:pt>
                <c:pt idx="1172">
                  <c:v>2.3460000000000001</c:v>
                </c:pt>
                <c:pt idx="1173">
                  <c:v>2.3479999999999999</c:v>
                </c:pt>
                <c:pt idx="1174">
                  <c:v>2.35</c:v>
                </c:pt>
                <c:pt idx="1175">
                  <c:v>2.3519999999999999</c:v>
                </c:pt>
                <c:pt idx="1176">
                  <c:v>2.3540000000000001</c:v>
                </c:pt>
                <c:pt idx="1177">
                  <c:v>2.3559999999999999</c:v>
                </c:pt>
                <c:pt idx="1178">
                  <c:v>2.3580000000000001</c:v>
                </c:pt>
                <c:pt idx="1179">
                  <c:v>2.36</c:v>
                </c:pt>
                <c:pt idx="1180">
                  <c:v>2.3620000000000001</c:v>
                </c:pt>
                <c:pt idx="1181">
                  <c:v>2.3639999999999999</c:v>
                </c:pt>
                <c:pt idx="1182">
                  <c:v>2.3660000000000001</c:v>
                </c:pt>
                <c:pt idx="1183">
                  <c:v>2.3679999999999999</c:v>
                </c:pt>
                <c:pt idx="1184">
                  <c:v>2.37</c:v>
                </c:pt>
                <c:pt idx="1185">
                  <c:v>2.3719999999999999</c:v>
                </c:pt>
                <c:pt idx="1186">
                  <c:v>2.3740000000000001</c:v>
                </c:pt>
                <c:pt idx="1187">
                  <c:v>2.3759999999999999</c:v>
                </c:pt>
                <c:pt idx="1188">
                  <c:v>2.3780000000000001</c:v>
                </c:pt>
                <c:pt idx="1189">
                  <c:v>2.38</c:v>
                </c:pt>
                <c:pt idx="1190">
                  <c:v>2.3820000000000001</c:v>
                </c:pt>
                <c:pt idx="1191">
                  <c:v>2.3839999999999999</c:v>
                </c:pt>
                <c:pt idx="1192">
                  <c:v>2.3860000000000001</c:v>
                </c:pt>
                <c:pt idx="1193">
                  <c:v>2.3879999999999999</c:v>
                </c:pt>
                <c:pt idx="1194">
                  <c:v>2.39</c:v>
                </c:pt>
                <c:pt idx="1195">
                  <c:v>2.3919999999999999</c:v>
                </c:pt>
                <c:pt idx="1196">
                  <c:v>2.3940000000000001</c:v>
                </c:pt>
                <c:pt idx="1197">
                  <c:v>2.3959999999999999</c:v>
                </c:pt>
                <c:pt idx="1198">
                  <c:v>2.3980000000000001</c:v>
                </c:pt>
                <c:pt idx="1199">
                  <c:v>2.4</c:v>
                </c:pt>
                <c:pt idx="1200">
                  <c:v>2.4020000000000001</c:v>
                </c:pt>
                <c:pt idx="1201">
                  <c:v>2.4039999999999999</c:v>
                </c:pt>
                <c:pt idx="1202">
                  <c:v>2.4060000000000001</c:v>
                </c:pt>
                <c:pt idx="1203">
                  <c:v>2.4079999999999999</c:v>
                </c:pt>
                <c:pt idx="1204">
                  <c:v>2.41</c:v>
                </c:pt>
                <c:pt idx="1205">
                  <c:v>2.4119999999999999</c:v>
                </c:pt>
                <c:pt idx="1206">
                  <c:v>2.4140000000000001</c:v>
                </c:pt>
                <c:pt idx="1207">
                  <c:v>2.4159999999999999</c:v>
                </c:pt>
                <c:pt idx="1208">
                  <c:v>2.4180000000000001</c:v>
                </c:pt>
                <c:pt idx="1209">
                  <c:v>2.42</c:v>
                </c:pt>
                <c:pt idx="1210">
                  <c:v>2.4220000000000002</c:v>
                </c:pt>
                <c:pt idx="1211">
                  <c:v>2.4239999999999999</c:v>
                </c:pt>
                <c:pt idx="1212">
                  <c:v>2.4260000000000002</c:v>
                </c:pt>
                <c:pt idx="1213">
                  <c:v>2.4279999999999999</c:v>
                </c:pt>
                <c:pt idx="1214">
                  <c:v>2.4300000000000002</c:v>
                </c:pt>
                <c:pt idx="1215">
                  <c:v>2.4319999999999999</c:v>
                </c:pt>
                <c:pt idx="1216">
                  <c:v>2.4340000000000002</c:v>
                </c:pt>
                <c:pt idx="1217">
                  <c:v>2.4359999999999999</c:v>
                </c:pt>
                <c:pt idx="1218">
                  <c:v>2.4380000000000002</c:v>
                </c:pt>
                <c:pt idx="1219">
                  <c:v>2.44</c:v>
                </c:pt>
                <c:pt idx="1220">
                  <c:v>2.4420000000000002</c:v>
                </c:pt>
                <c:pt idx="1221">
                  <c:v>2.444</c:v>
                </c:pt>
                <c:pt idx="1222">
                  <c:v>2.4460000000000002</c:v>
                </c:pt>
                <c:pt idx="1223">
                  <c:v>2.448</c:v>
                </c:pt>
                <c:pt idx="1224">
                  <c:v>2.4500000000000002</c:v>
                </c:pt>
                <c:pt idx="1225">
                  <c:v>2.452</c:v>
                </c:pt>
                <c:pt idx="1226">
                  <c:v>2.4540000000000002</c:v>
                </c:pt>
                <c:pt idx="1227">
                  <c:v>2.456</c:v>
                </c:pt>
                <c:pt idx="1228">
                  <c:v>2.4580000000000002</c:v>
                </c:pt>
                <c:pt idx="1229">
                  <c:v>2.46</c:v>
                </c:pt>
                <c:pt idx="1230">
                  <c:v>2.4620000000000002</c:v>
                </c:pt>
                <c:pt idx="1231">
                  <c:v>2.464</c:v>
                </c:pt>
                <c:pt idx="1232">
                  <c:v>2.4660000000000002</c:v>
                </c:pt>
                <c:pt idx="1233">
                  <c:v>2.468</c:v>
                </c:pt>
                <c:pt idx="1234">
                  <c:v>2.4700000000000002</c:v>
                </c:pt>
                <c:pt idx="1235">
                  <c:v>2.472</c:v>
                </c:pt>
                <c:pt idx="1236">
                  <c:v>2.4740000000000002</c:v>
                </c:pt>
                <c:pt idx="1237">
                  <c:v>2.476</c:v>
                </c:pt>
                <c:pt idx="1238">
                  <c:v>2.4780000000000002</c:v>
                </c:pt>
                <c:pt idx="1239">
                  <c:v>2.48</c:v>
                </c:pt>
                <c:pt idx="1240">
                  <c:v>2.4820000000000002</c:v>
                </c:pt>
                <c:pt idx="1241">
                  <c:v>2.484</c:v>
                </c:pt>
                <c:pt idx="1242">
                  <c:v>2.4860000000000002</c:v>
                </c:pt>
                <c:pt idx="1243">
                  <c:v>2.488</c:v>
                </c:pt>
                <c:pt idx="1244">
                  <c:v>2.4900000000000002</c:v>
                </c:pt>
                <c:pt idx="1245">
                  <c:v>2.492</c:v>
                </c:pt>
                <c:pt idx="1246">
                  <c:v>2.4940000000000002</c:v>
                </c:pt>
                <c:pt idx="1247">
                  <c:v>2.496</c:v>
                </c:pt>
                <c:pt idx="1248">
                  <c:v>2.4980000000000002</c:v>
                </c:pt>
                <c:pt idx="1249">
                  <c:v>2.5</c:v>
                </c:pt>
                <c:pt idx="1250">
                  <c:v>2.5019999999999998</c:v>
                </c:pt>
                <c:pt idx="1251">
                  <c:v>2.504</c:v>
                </c:pt>
                <c:pt idx="1252">
                  <c:v>2.5059999999999998</c:v>
                </c:pt>
                <c:pt idx="1253">
                  <c:v>2.508</c:v>
                </c:pt>
                <c:pt idx="1254">
                  <c:v>2.5099999999999998</c:v>
                </c:pt>
                <c:pt idx="1255">
                  <c:v>2.512</c:v>
                </c:pt>
                <c:pt idx="1256">
                  <c:v>2.5139999999999998</c:v>
                </c:pt>
                <c:pt idx="1257">
                  <c:v>2.516</c:v>
                </c:pt>
                <c:pt idx="1258">
                  <c:v>2.5179999999999998</c:v>
                </c:pt>
                <c:pt idx="1259">
                  <c:v>2.52</c:v>
                </c:pt>
                <c:pt idx="1260">
                  <c:v>2.5219999999999998</c:v>
                </c:pt>
                <c:pt idx="1261">
                  <c:v>2.524</c:v>
                </c:pt>
                <c:pt idx="1262">
                  <c:v>2.5259999999999998</c:v>
                </c:pt>
                <c:pt idx="1263">
                  <c:v>2.528</c:v>
                </c:pt>
                <c:pt idx="1264">
                  <c:v>2.5299999999999998</c:v>
                </c:pt>
                <c:pt idx="1265">
                  <c:v>2.532</c:v>
                </c:pt>
                <c:pt idx="1266">
                  <c:v>2.5339999999999998</c:v>
                </c:pt>
                <c:pt idx="1267">
                  <c:v>2.536</c:v>
                </c:pt>
                <c:pt idx="1268">
                  <c:v>2.5379999999999998</c:v>
                </c:pt>
                <c:pt idx="1269">
                  <c:v>2.54</c:v>
                </c:pt>
                <c:pt idx="1270">
                  <c:v>2.5419999999999998</c:v>
                </c:pt>
                <c:pt idx="1271">
                  <c:v>2.544</c:v>
                </c:pt>
                <c:pt idx="1272">
                  <c:v>2.5459999999999998</c:v>
                </c:pt>
                <c:pt idx="1273">
                  <c:v>2.548</c:v>
                </c:pt>
                <c:pt idx="1274">
                  <c:v>2.5499999999999998</c:v>
                </c:pt>
                <c:pt idx="1275">
                  <c:v>2.552</c:v>
                </c:pt>
                <c:pt idx="1276">
                  <c:v>2.5539999999999998</c:v>
                </c:pt>
                <c:pt idx="1277">
                  <c:v>2.556</c:v>
                </c:pt>
                <c:pt idx="1278">
                  <c:v>2.5579999999999998</c:v>
                </c:pt>
                <c:pt idx="1279">
                  <c:v>2.56</c:v>
                </c:pt>
                <c:pt idx="1280">
                  <c:v>2.5619999999999998</c:v>
                </c:pt>
                <c:pt idx="1281">
                  <c:v>2.5640000000000001</c:v>
                </c:pt>
                <c:pt idx="1282">
                  <c:v>2.5659999999999998</c:v>
                </c:pt>
                <c:pt idx="1283">
                  <c:v>2.5680000000000001</c:v>
                </c:pt>
                <c:pt idx="1284">
                  <c:v>2.57</c:v>
                </c:pt>
                <c:pt idx="1285">
                  <c:v>2.5720000000000001</c:v>
                </c:pt>
                <c:pt idx="1286">
                  <c:v>2.5739999999999998</c:v>
                </c:pt>
                <c:pt idx="1287">
                  <c:v>2.5760000000000001</c:v>
                </c:pt>
                <c:pt idx="1288">
                  <c:v>2.5779999999999998</c:v>
                </c:pt>
                <c:pt idx="1289">
                  <c:v>2.58</c:v>
                </c:pt>
                <c:pt idx="1290">
                  <c:v>2.5819999999999999</c:v>
                </c:pt>
                <c:pt idx="1291">
                  <c:v>2.5840000000000001</c:v>
                </c:pt>
                <c:pt idx="1292">
                  <c:v>2.5859999999999999</c:v>
                </c:pt>
                <c:pt idx="1293">
                  <c:v>2.5880000000000001</c:v>
                </c:pt>
                <c:pt idx="1294">
                  <c:v>2.59</c:v>
                </c:pt>
                <c:pt idx="1295">
                  <c:v>2.5920000000000001</c:v>
                </c:pt>
                <c:pt idx="1296">
                  <c:v>2.5939999999999999</c:v>
                </c:pt>
                <c:pt idx="1297">
                  <c:v>2.5960000000000001</c:v>
                </c:pt>
                <c:pt idx="1298">
                  <c:v>2.5979999999999999</c:v>
                </c:pt>
                <c:pt idx="1299">
                  <c:v>2.6</c:v>
                </c:pt>
                <c:pt idx="1300">
                  <c:v>2.6019999999999999</c:v>
                </c:pt>
                <c:pt idx="1301">
                  <c:v>2.6040000000000001</c:v>
                </c:pt>
                <c:pt idx="1302">
                  <c:v>2.6059999999999999</c:v>
                </c:pt>
                <c:pt idx="1303">
                  <c:v>2.6080000000000001</c:v>
                </c:pt>
                <c:pt idx="1304">
                  <c:v>2.61</c:v>
                </c:pt>
                <c:pt idx="1305">
                  <c:v>2.6120000000000001</c:v>
                </c:pt>
                <c:pt idx="1306">
                  <c:v>2.6139999999999999</c:v>
                </c:pt>
                <c:pt idx="1307">
                  <c:v>2.6160000000000001</c:v>
                </c:pt>
                <c:pt idx="1308">
                  <c:v>2.6179999999999999</c:v>
                </c:pt>
                <c:pt idx="1309">
                  <c:v>2.62</c:v>
                </c:pt>
                <c:pt idx="1310">
                  <c:v>2.6219999999999999</c:v>
                </c:pt>
                <c:pt idx="1311">
                  <c:v>2.6240000000000001</c:v>
                </c:pt>
                <c:pt idx="1312">
                  <c:v>2.6259999999999999</c:v>
                </c:pt>
                <c:pt idx="1313">
                  <c:v>2.6280000000000001</c:v>
                </c:pt>
                <c:pt idx="1314">
                  <c:v>2.63</c:v>
                </c:pt>
                <c:pt idx="1315">
                  <c:v>2.6320000000000001</c:v>
                </c:pt>
                <c:pt idx="1316">
                  <c:v>2.6339999999999999</c:v>
                </c:pt>
                <c:pt idx="1317">
                  <c:v>2.6360000000000001</c:v>
                </c:pt>
                <c:pt idx="1318">
                  <c:v>2.6379999999999999</c:v>
                </c:pt>
                <c:pt idx="1319">
                  <c:v>2.64</c:v>
                </c:pt>
              </c:numCache>
            </c:numRef>
          </c:xVal>
          <c:yVal>
            <c:numRef>
              <c:f>'C3_Raj_Carotid_Converted_select'!$B$2:$B$1321</c:f>
              <c:numCache>
                <c:formatCode>General</c:formatCode>
                <c:ptCount val="1320"/>
                <c:pt idx="0">
                  <c:v>9.0017537197393499E-2</c:v>
                </c:pt>
                <c:pt idx="1">
                  <c:v>9.6590661465772304E-2</c:v>
                </c:pt>
                <c:pt idx="2">
                  <c:v>0.102856230896787</c:v>
                </c:pt>
                <c:pt idx="3">
                  <c:v>0.108794647425675</c:v>
                </c:pt>
                <c:pt idx="4">
                  <c:v>0.114387915126755</c:v>
                </c:pt>
                <c:pt idx="5">
                  <c:v>0.119620328116793</c:v>
                </c:pt>
                <c:pt idx="6">
                  <c:v>0.124479192045558</c:v>
                </c:pt>
                <c:pt idx="7">
                  <c:v>0.12895644130308501</c:v>
                </c:pt>
                <c:pt idx="8">
                  <c:v>0.13305071806861701</c:v>
                </c:pt>
                <c:pt idx="9">
                  <c:v>0.13676788953705901</c:v>
                </c:pt>
                <c:pt idx="10">
                  <c:v>0.140119270268876</c:v>
                </c:pt>
                <c:pt idx="11">
                  <c:v>0.14311904849648599</c:v>
                </c:pt>
                <c:pt idx="12">
                  <c:v>0.14578260951888</c:v>
                </c:pt>
                <c:pt idx="13">
                  <c:v>0.14812614421606801</c:v>
                </c:pt>
                <c:pt idx="14">
                  <c:v>0.15016698338294501</c:v>
                </c:pt>
                <c:pt idx="15">
                  <c:v>0.151923629264406</c:v>
                </c:pt>
                <c:pt idx="16">
                  <c:v>0.15341487351656</c:v>
                </c:pt>
                <c:pt idx="17">
                  <c:v>0.15465917641829199</c:v>
                </c:pt>
                <c:pt idx="18">
                  <c:v>0.15567590818329399</c:v>
                </c:pt>
                <c:pt idx="19">
                  <c:v>0.15648802370802001</c:v>
                </c:pt>
                <c:pt idx="20">
                  <c:v>0.157124146618</c:v>
                </c:pt>
                <c:pt idx="21">
                  <c:v>0.15761832403015999</c:v>
                </c:pt>
                <c:pt idx="22">
                  <c:v>0.15800744613436199</c:v>
                </c:pt>
                <c:pt idx="23">
                  <c:v>0.15832800497893099</c:v>
                </c:pt>
                <c:pt idx="24">
                  <c:v>0.158613938259689</c:v>
                </c:pt>
                <c:pt idx="25">
                  <c:v>0.15889595353585501</c:v>
                </c:pt>
                <c:pt idx="26">
                  <c:v>0.159201094718847</c:v>
                </c:pt>
                <c:pt idx="27">
                  <c:v>0.15955146576661999</c:v>
                </c:pt>
                <c:pt idx="28">
                  <c:v>0.15996288833695399</c:v>
                </c:pt>
                <c:pt idx="29">
                  <c:v>0.16044481207067299</c:v>
                </c:pt>
                <c:pt idx="30">
                  <c:v>0.16100119582757799</c:v>
                </c:pt>
                <c:pt idx="31">
                  <c:v>0.161630813795277</c:v>
                </c:pt>
                <c:pt idx="32">
                  <c:v>0.162326745429304</c:v>
                </c:pt>
                <c:pt idx="33">
                  <c:v>0.16307643531038701</c:v>
                </c:pt>
                <c:pt idx="34">
                  <c:v>0.163862817118996</c:v>
                </c:pt>
                <c:pt idx="35">
                  <c:v>0.16466586120940199</c:v>
                </c:pt>
                <c:pt idx="36">
                  <c:v>0.16546394876660001</c:v>
                </c:pt>
                <c:pt idx="37">
                  <c:v>0.166234558669971</c:v>
                </c:pt>
                <c:pt idx="38">
                  <c:v>0.166954423363392</c:v>
                </c:pt>
                <c:pt idx="39">
                  <c:v>0.16760023753029199</c:v>
                </c:pt>
                <c:pt idx="40">
                  <c:v>0.16815035680149701</c:v>
                </c:pt>
                <c:pt idx="41">
                  <c:v>0.16858614684471801</c:v>
                </c:pt>
                <c:pt idx="42">
                  <c:v>0.168891611577137</c:v>
                </c:pt>
                <c:pt idx="43">
                  <c:v>0.169051930500591</c:v>
                </c:pt>
                <c:pt idx="44">
                  <c:v>0.16905234436429201</c:v>
                </c:pt>
                <c:pt idx="45">
                  <c:v>0.168878060860014</c:v>
                </c:pt>
                <c:pt idx="46">
                  <c:v>0.16851534809149701</c:v>
                </c:pt>
                <c:pt idx="47">
                  <c:v>0.16795324202092601</c:v>
                </c:pt>
                <c:pt idx="48">
                  <c:v>0.16718478388207</c:v>
                </c:pt>
                <c:pt idx="49">
                  <c:v>0.16620771451871699</c:v>
                </c:pt>
                <c:pt idx="50">
                  <c:v>0.165025123145258</c:v>
                </c:pt>
                <c:pt idx="51">
                  <c:v>0.16364570980864099</c:v>
                </c:pt>
                <c:pt idx="52">
                  <c:v>0.16208309455682601</c:v>
                </c:pt>
                <c:pt idx="53">
                  <c:v>0.16035446705569401</c:v>
                </c:pt>
                <c:pt idx="54">
                  <c:v>0.158479653130982</c:v>
                </c:pt>
                <c:pt idx="55">
                  <c:v>0.15648104342163399</c:v>
                </c:pt>
                <c:pt idx="56">
                  <c:v>0.15438331903006</c:v>
                </c:pt>
                <c:pt idx="57">
                  <c:v>0.152212287595684</c:v>
                </c:pt>
                <c:pt idx="58">
                  <c:v>0.149993408368949</c:v>
                </c:pt>
                <c:pt idx="59">
                  <c:v>0.14775003314651899</c:v>
                </c:pt>
                <c:pt idx="60">
                  <c:v>0.14550121262975799</c:v>
                </c:pt>
                <c:pt idx="61">
                  <c:v>0.143259902379028</c:v>
                </c:pt>
                <c:pt idx="62">
                  <c:v>0.14103172969274999</c:v>
                </c:pt>
                <c:pt idx="63">
                  <c:v>0.13881390807077901</c:v>
                </c:pt>
                <c:pt idx="64">
                  <c:v>0.13659519448058799</c:v>
                </c:pt>
                <c:pt idx="65">
                  <c:v>0.13435738975299899</c:v>
                </c:pt>
                <c:pt idx="66">
                  <c:v>0.13207718617163999</c:v>
                </c:pt>
                <c:pt idx="67">
                  <c:v>0.12972801127997499</c:v>
                </c:pt>
                <c:pt idx="68">
                  <c:v>0.127282592598711</c:v>
                </c:pt>
                <c:pt idx="69">
                  <c:v>0.124715397649866</c:v>
                </c:pt>
                <c:pt idx="70">
                  <c:v>0.122003574814643</c:v>
                </c:pt>
                <c:pt idx="71">
                  <c:v>0.119127176780998</c:v>
                </c:pt>
                <c:pt idx="72">
                  <c:v>0.116070101648938</c:v>
                </c:pt>
                <c:pt idx="73">
                  <c:v>0.11282174056913</c:v>
                </c:pt>
                <c:pt idx="74">
                  <c:v>0.1093786546363</c:v>
                </c:pt>
                <c:pt idx="75">
                  <c:v>0.105745677759375</c:v>
                </c:pt>
                <c:pt idx="76">
                  <c:v>0.101935949006909</c:v>
                </c:pt>
                <c:pt idx="77">
                  <c:v>9.7969912068942594E-2</c:v>
                </c:pt>
                <c:pt idx="78">
                  <c:v>9.3873935665574407E-2</c:v>
                </c:pt>
                <c:pt idx="79">
                  <c:v>8.9679041323337205E-2</c:v>
                </c:pt>
                <c:pt idx="80">
                  <c:v>8.5419231008660501E-2</c:v>
                </c:pt>
                <c:pt idx="81">
                  <c:v>8.1128840713480505E-2</c:v>
                </c:pt>
                <c:pt idx="82">
                  <c:v>7.6840131404888698E-2</c:v>
                </c:pt>
                <c:pt idx="83">
                  <c:v>7.25827867530148E-2</c:v>
                </c:pt>
                <c:pt idx="84">
                  <c:v>6.8384743387007896E-2</c:v>
                </c:pt>
                <c:pt idx="85">
                  <c:v>6.4272937787835896E-2</c:v>
                </c:pt>
                <c:pt idx="86">
                  <c:v>6.0273866268479498E-2</c:v>
                </c:pt>
                <c:pt idx="87">
                  <c:v>5.6414017066243501E-2</c:v>
                </c:pt>
                <c:pt idx="88">
                  <c:v>5.2719852937702899E-2</c:v>
                </c:pt>
                <c:pt idx="89">
                  <c:v>4.9217589329998597E-2</c:v>
                </c:pt>
                <c:pt idx="90">
                  <c:v>4.5932942897805799E-2</c:v>
                </c:pt>
                <c:pt idx="91">
                  <c:v>4.2890260993320099E-2</c:v>
                </c:pt>
                <c:pt idx="92">
                  <c:v>4.0110672246242797E-2</c:v>
                </c:pt>
                <c:pt idx="93">
                  <c:v>3.7609548528816601E-2</c:v>
                </c:pt>
                <c:pt idx="94">
                  <c:v>3.5393791994297999E-2</c:v>
                </c:pt>
                <c:pt idx="95">
                  <c:v>3.3459925629432598E-2</c:v>
                </c:pt>
                <c:pt idx="96">
                  <c:v>3.1793733339195003E-2</c:v>
                </c:pt>
                <c:pt idx="97">
                  <c:v>3.0370752967265002E-2</c:v>
                </c:pt>
                <c:pt idx="98">
                  <c:v>2.9157003906576901E-2</c:v>
                </c:pt>
                <c:pt idx="99">
                  <c:v>2.8110881813540101E-2</c:v>
                </c:pt>
                <c:pt idx="100">
                  <c:v>2.7186612037701501E-2</c:v>
                </c:pt>
                <c:pt idx="101">
                  <c:v>2.6337806329544799E-2</c:v>
                </c:pt>
                <c:pt idx="102">
                  <c:v>2.55201586046644E-2</c:v>
                </c:pt>
                <c:pt idx="103">
                  <c:v>2.4694165310900702E-2</c:v>
                </c:pt>
                <c:pt idx="104">
                  <c:v>2.3828598017400799E-2</c:v>
                </c:pt>
                <c:pt idx="105">
                  <c:v>2.29037627727148E-2</c:v>
                </c:pt>
                <c:pt idx="106">
                  <c:v>2.1913075178957402E-2</c:v>
                </c:pt>
                <c:pt idx="107">
                  <c:v>2.0862480173576101E-2</c:v>
                </c:pt>
                <c:pt idx="108">
                  <c:v>1.97680567959094E-2</c:v>
                </c:pt>
                <c:pt idx="109">
                  <c:v>1.86525483018577E-2</c:v>
                </c:pt>
                <c:pt idx="110">
                  <c:v>1.7542123663389302E-2</c:v>
                </c:pt>
                <c:pt idx="111">
                  <c:v>1.64642251096484E-2</c:v>
                </c:pt>
                <c:pt idx="112">
                  <c:v>1.5445738217323399E-2</c:v>
                </c:pt>
                <c:pt idx="113">
                  <c:v>1.45105490234426E-2</c:v>
                </c:pt>
                <c:pt idx="114">
                  <c:v>1.3677506833440701E-2</c:v>
                </c:pt>
                <c:pt idx="115">
                  <c:v>1.2960201365178101E-2</c:v>
                </c:pt>
                <c:pt idx="116">
                  <c:v>1.23680052248352E-2</c:v>
                </c:pt>
                <c:pt idx="117">
                  <c:v>1.19072290642478E-2</c:v>
                </c:pt>
                <c:pt idx="118">
                  <c:v>1.1581880827654101E-2</c:v>
                </c:pt>
                <c:pt idx="119">
                  <c:v>1.13939485886071E-2</c:v>
                </c:pt>
                <c:pt idx="120">
                  <c:v>1.13434519013962E-2</c:v>
                </c:pt>
                <c:pt idx="121">
                  <c:v>1.1427900665381199E-2</c:v>
                </c:pt>
                <c:pt idx="122">
                  <c:v>1.16405694313618E-2</c:v>
                </c:pt>
                <c:pt idx="123">
                  <c:v>1.1968658847863399E-2</c:v>
                </c:pt>
                <c:pt idx="124">
                  <c:v>1.2393446010603101E-2</c:v>
                </c:pt>
                <c:pt idx="125">
                  <c:v>1.28925905283689E-2</c:v>
                </c:pt>
                <c:pt idx="126">
                  <c:v>1.34425471920084E-2</c:v>
                </c:pt>
                <c:pt idx="127">
                  <c:v>1.40199104874764E-2</c:v>
                </c:pt>
                <c:pt idx="128">
                  <c:v>1.46024760150683E-2</c:v>
                </c:pt>
                <c:pt idx="129">
                  <c:v>1.5170380080485E-2</c:v>
                </c:pt>
                <c:pt idx="130">
                  <c:v>1.5706460051727499E-2</c:v>
                </c:pt>
                <c:pt idx="131">
                  <c:v>1.61958848192023E-2</c:v>
                </c:pt>
                <c:pt idx="132">
                  <c:v>1.6625983883486201E-2</c:v>
                </c:pt>
                <c:pt idx="133">
                  <c:v>1.6986331196188299E-2</c:v>
                </c:pt>
                <c:pt idx="134">
                  <c:v>1.7268830901124601E-2</c:v>
                </c:pt>
                <c:pt idx="135">
                  <c:v>1.7467745532924898E-2</c:v>
                </c:pt>
                <c:pt idx="136">
                  <c:v>1.75791893370725E-2</c:v>
                </c:pt>
                <c:pt idx="137">
                  <c:v>1.7599963535047201E-2</c:v>
                </c:pt>
                <c:pt idx="138">
                  <c:v>1.75267040385494E-2</c:v>
                </c:pt>
                <c:pt idx="139">
                  <c:v>1.7356473312189001E-2</c:v>
                </c:pt>
                <c:pt idx="140">
                  <c:v>1.7088962485966801E-2</c:v>
                </c:pt>
                <c:pt idx="141">
                  <c:v>1.67292208670928E-2</c:v>
                </c:pt>
                <c:pt idx="142">
                  <c:v>1.6289504402189799E-2</c:v>
                </c:pt>
                <c:pt idx="143">
                  <c:v>1.5789446619269901E-2</c:v>
                </c:pt>
                <c:pt idx="144">
                  <c:v>1.52540493529229E-2</c:v>
                </c:pt>
                <c:pt idx="145">
                  <c:v>1.47102662865649E-2</c:v>
                </c:pt>
                <c:pt idx="146">
                  <c:v>1.4184626210820299E-2</c:v>
                </c:pt>
                <c:pt idx="147">
                  <c:v>1.37023145255995E-2</c:v>
                </c:pt>
                <c:pt idx="148">
                  <c:v>1.32854868641176E-2</c:v>
                </c:pt>
                <c:pt idx="149">
                  <c:v>1.29506278135513E-2</c:v>
                </c:pt>
                <c:pt idx="150">
                  <c:v>1.2707204512711101E-2</c:v>
                </c:pt>
                <c:pt idx="151">
                  <c:v>1.2558353312364301E-2</c:v>
                </c:pt>
                <c:pt idx="152">
                  <c:v>1.2502450763404199E-2</c:v>
                </c:pt>
                <c:pt idx="153">
                  <c:v>1.25346183133767E-2</c:v>
                </c:pt>
                <c:pt idx="154">
                  <c:v>1.2647651590290699E-2</c:v>
                </c:pt>
                <c:pt idx="155">
                  <c:v>1.2832234333656401E-2</c:v>
                </c:pt>
                <c:pt idx="156">
                  <c:v>1.3077138529024E-2</c:v>
                </c:pt>
                <c:pt idx="157">
                  <c:v>1.3369928011320399E-2</c:v>
                </c:pt>
                <c:pt idx="158">
                  <c:v>1.36975095982045E-2</c:v>
                </c:pt>
                <c:pt idx="159">
                  <c:v>1.40463258183892E-2</c:v>
                </c:pt>
                <c:pt idx="160">
                  <c:v>1.4402791768258E-2</c:v>
                </c:pt>
                <c:pt idx="161">
                  <c:v>1.4753417030905901E-2</c:v>
                </c:pt>
                <c:pt idx="162">
                  <c:v>1.50840496673799E-2</c:v>
                </c:pt>
                <c:pt idx="163">
                  <c:v>1.5379273421711401E-2</c:v>
                </c:pt>
                <c:pt idx="164">
                  <c:v>1.56225716325609E-2</c:v>
                </c:pt>
                <c:pt idx="165">
                  <c:v>1.57968046911298E-2</c:v>
                </c:pt>
                <c:pt idx="166">
                  <c:v>1.5884809857019001E-2</c:v>
                </c:pt>
                <c:pt idx="167">
                  <c:v>1.5869932137339001E-2</c:v>
                </c:pt>
                <c:pt idx="168">
                  <c:v>1.5736381770080399E-2</c:v>
                </c:pt>
                <c:pt idx="169">
                  <c:v>1.5469939180612499E-2</c:v>
                </c:pt>
                <c:pt idx="170">
                  <c:v>1.50591578091476E-2</c:v>
                </c:pt>
                <c:pt idx="171">
                  <c:v>1.44965910446548E-2</c:v>
                </c:pt>
                <c:pt idx="172">
                  <c:v>1.3779589364656701E-2</c:v>
                </c:pt>
                <c:pt idx="173">
                  <c:v>1.2910396260103501E-2</c:v>
                </c:pt>
                <c:pt idx="174">
                  <c:v>1.18960406816714E-2</c:v>
                </c:pt>
                <c:pt idx="175">
                  <c:v>1.0748534467003299E-2</c:v>
                </c:pt>
                <c:pt idx="176">
                  <c:v>9.4847385654561901E-3</c:v>
                </c:pt>
                <c:pt idx="177">
                  <c:v>8.1255831018840208E-3</c:v>
                </c:pt>
                <c:pt idx="178">
                  <c:v>6.6950086631882002E-3</c:v>
                </c:pt>
                <c:pt idx="179">
                  <c:v>5.2183775938861397E-3</c:v>
                </c:pt>
                <c:pt idx="180">
                  <c:v>3.7202139851817899E-3</c:v>
                </c:pt>
                <c:pt idx="181">
                  <c:v>2.2219647698855901E-3</c:v>
                </c:pt>
                <c:pt idx="182">
                  <c:v>7.4025775023246201E-4</c:v>
                </c:pt>
                <c:pt idx="183">
                  <c:v>-7.1408921802510697E-4</c:v>
                </c:pt>
                <c:pt idx="184">
                  <c:v>-2.1354175946231599E-3</c:v>
                </c:pt>
                <c:pt idx="185">
                  <c:v>-3.52108352277665E-3</c:v>
                </c:pt>
                <c:pt idx="186">
                  <c:v>-4.8699213350756401E-3</c:v>
                </c:pt>
                <c:pt idx="187">
                  <c:v>-6.18255308798167E-3</c:v>
                </c:pt>
                <c:pt idx="188">
                  <c:v>-7.4628365413323804E-3</c:v>
                </c:pt>
                <c:pt idx="189">
                  <c:v>-8.7192257272010899E-3</c:v>
                </c:pt>
                <c:pt idx="190">
                  <c:v>-9.9651142820157499E-3</c:v>
                </c:pt>
                <c:pt idx="191">
                  <c:v>-1.12181840590415E-2</c:v>
                </c:pt>
                <c:pt idx="192">
                  <c:v>-1.2499181671958201E-2</c:v>
                </c:pt>
                <c:pt idx="193">
                  <c:v>-1.3830203608604799E-2</c:v>
                </c:pt>
                <c:pt idx="194">
                  <c:v>-1.52329906267761E-2</c:v>
                </c:pt>
                <c:pt idx="195">
                  <c:v>-1.67276291623564E-2</c:v>
                </c:pt>
                <c:pt idx="196">
                  <c:v>-1.8331075757147298E-2</c:v>
                </c:pt>
                <c:pt idx="197">
                  <c:v>-2.0055487015967401E-2</c:v>
                </c:pt>
                <c:pt idx="198">
                  <c:v>-2.19073744292403E-2</c:v>
                </c:pt>
                <c:pt idx="199">
                  <c:v>-2.3887594450735999E-2</c:v>
                </c:pt>
                <c:pt idx="200">
                  <c:v>-2.5991529052740998E-2</c:v>
                </c:pt>
                <c:pt idx="201">
                  <c:v>-2.8209926164549801E-2</c:v>
                </c:pt>
                <c:pt idx="202">
                  <c:v>-3.0530689069070201E-2</c:v>
                </c:pt>
                <c:pt idx="203">
                  <c:v>-3.2940598022770502E-2</c:v>
                </c:pt>
                <c:pt idx="204">
                  <c:v>-3.54258751318429E-2</c:v>
                </c:pt>
                <c:pt idx="205">
                  <c:v>-3.79710855566886E-2</c:v>
                </c:pt>
                <c:pt idx="206">
                  <c:v>-4.0557048764130001E-2</c:v>
                </c:pt>
                <c:pt idx="207">
                  <c:v>-4.31600876093488E-2</c:v>
                </c:pt>
                <c:pt idx="208">
                  <c:v>-4.5753686430852702E-2</c:v>
                </c:pt>
                <c:pt idx="209">
                  <c:v>-4.83101395892713E-2</c:v>
                </c:pt>
                <c:pt idx="210">
                  <c:v>-5.0800187741192201E-2</c:v>
                </c:pt>
                <c:pt idx="211">
                  <c:v>-5.3192172709756097E-2</c:v>
                </c:pt>
                <c:pt idx="212">
                  <c:v>-5.5452733619545697E-2</c:v>
                </c:pt>
                <c:pt idx="213">
                  <c:v>-5.7549307756505103E-2</c:v>
                </c:pt>
                <c:pt idx="214">
                  <c:v>-5.9453829452774103E-2</c:v>
                </c:pt>
                <c:pt idx="215">
                  <c:v>-6.1146166765691901E-2</c:v>
                </c:pt>
                <c:pt idx="216">
                  <c:v>-6.2615953874170904E-2</c:v>
                </c:pt>
                <c:pt idx="217">
                  <c:v>-6.3863429128475493E-2</c:v>
                </c:pt>
                <c:pt idx="218">
                  <c:v>-6.4900285462716395E-2</c:v>
                </c:pt>
                <c:pt idx="219">
                  <c:v>-6.5749958787353194E-2</c:v>
                </c:pt>
                <c:pt idx="220">
                  <c:v>-6.6446543571025099E-2</c:v>
                </c:pt>
                <c:pt idx="221">
                  <c:v>-6.7032471720589598E-2</c:v>
                </c:pt>
                <c:pt idx="222">
                  <c:v>-6.7555387549269805E-2</c:v>
                </c:pt>
                <c:pt idx="223">
                  <c:v>-6.8064480274366498E-2</c:v>
                </c:pt>
                <c:pt idx="224">
                  <c:v>-6.8606270774328307E-2</c:v>
                </c:pt>
                <c:pt idx="225">
                  <c:v>-6.9220276700364403E-2</c:v>
                </c:pt>
                <c:pt idx="226">
                  <c:v>-6.9935856920064002E-2</c:v>
                </c:pt>
                <c:pt idx="227">
                  <c:v>-7.0770755240612798E-2</c:v>
                </c:pt>
                <c:pt idx="228">
                  <c:v>-7.1730888073390495E-2</c:v>
                </c:pt>
                <c:pt idx="229">
                  <c:v>-7.2811648549850796E-2</c:v>
                </c:pt>
                <c:pt idx="230">
                  <c:v>-7.4000805277716103E-2</c:v>
                </c:pt>
                <c:pt idx="231">
                  <c:v>-7.5281790948668104E-2</c:v>
                </c:pt>
                <c:pt idx="232">
                  <c:v>-7.6636405063673294E-2</c:v>
                </c:pt>
                <c:pt idx="233">
                  <c:v>-7.8046605092938703E-2</c:v>
                </c:pt>
                <c:pt idx="234">
                  <c:v>-7.9495046613057702E-2</c:v>
                </c:pt>
                <c:pt idx="235">
                  <c:v>-8.0965132774350995E-2</c:v>
                </c:pt>
                <c:pt idx="236">
                  <c:v>-8.2441936559732101E-2</c:v>
                </c:pt>
                <c:pt idx="237">
                  <c:v>-8.3913288184239196E-2</c:v>
                </c:pt>
                <c:pt idx="238">
                  <c:v>-8.5369600651824806E-2</c:v>
                </c:pt>
                <c:pt idx="239">
                  <c:v>-8.6803235010875501E-2</c:v>
                </c:pt>
                <c:pt idx="240">
                  <c:v>-8.8208626967965997E-2</c:v>
                </c:pt>
                <c:pt idx="241">
                  <c:v>-8.9582617377001905E-2</c:v>
                </c:pt>
                <c:pt idx="242">
                  <c:v>-9.0924307336276697E-2</c:v>
                </c:pt>
                <c:pt idx="243">
                  <c:v>-9.2234628241512698E-2</c:v>
                </c:pt>
                <c:pt idx="244">
                  <c:v>-9.3515577668190505E-2</c:v>
                </c:pt>
                <c:pt idx="245">
                  <c:v>-9.4769008341020797E-2</c:v>
                </c:pt>
                <c:pt idx="246">
                  <c:v>-9.5995604112354194E-2</c:v>
                </c:pt>
                <c:pt idx="247">
                  <c:v>-9.7194551053341904E-2</c:v>
                </c:pt>
                <c:pt idx="248">
                  <c:v>-9.8363441049040296E-2</c:v>
                </c:pt>
                <c:pt idx="249">
                  <c:v>-9.9498171010578298E-2</c:v>
                </c:pt>
                <c:pt idx="250">
                  <c:v>-0.10059348178673801</c:v>
                </c:pt>
                <c:pt idx="251">
                  <c:v>-0.101644056760333</c:v>
                </c:pt>
                <c:pt idx="252">
                  <c:v>-0.10264491750505</c:v>
                </c:pt>
                <c:pt idx="253">
                  <c:v>-0.10359092982281801</c:v>
                </c:pt>
                <c:pt idx="254">
                  <c:v>-0.10447664279098801</c:v>
                </c:pt>
                <c:pt idx="255">
                  <c:v>-0.105296530728587</c:v>
                </c:pt>
                <c:pt idx="256">
                  <c:v>-0.10604501371958799</c:v>
                </c:pt>
                <c:pt idx="257">
                  <c:v>-0.10671701073313899</c:v>
                </c:pt>
                <c:pt idx="258">
                  <c:v>-0.107309415587186</c:v>
                </c:pt>
                <c:pt idx="259">
                  <c:v>-0.107822239177741</c:v>
                </c:pt>
                <c:pt idx="260">
                  <c:v>-0.10825885743994899</c:v>
                </c:pt>
                <c:pt idx="261">
                  <c:v>-0.108625793435441</c:v>
                </c:pt>
                <c:pt idx="262">
                  <c:v>-0.108931243899434</c:v>
                </c:pt>
                <c:pt idx="263">
                  <c:v>-0.10918154186751</c:v>
                </c:pt>
                <c:pt idx="264">
                  <c:v>-0.109377458746067</c:v>
                </c:pt>
                <c:pt idx="265">
                  <c:v>-0.10951296627582199</c:v>
                </c:pt>
                <c:pt idx="266">
                  <c:v>-0.109576376291886</c:v>
                </c:pt>
                <c:pt idx="267">
                  <c:v>-0.109552401829538</c:v>
                </c:pt>
                <c:pt idx="268">
                  <c:v>-0.109424451356003</c:v>
                </c:pt>
                <c:pt idx="269">
                  <c:v>-0.10917668041031101</c:v>
                </c:pt>
                <c:pt idx="270">
                  <c:v>-0.108795766013966</c:v>
                </c:pt>
                <c:pt idx="271">
                  <c:v>-0.108272864659908</c:v>
                </c:pt>
                <c:pt idx="272">
                  <c:v>-0.107605298931093</c:v>
                </c:pt>
                <c:pt idx="273">
                  <c:v>-0.10679696297510401</c:v>
                </c:pt>
                <c:pt idx="274">
                  <c:v>-0.105857380458678</c:v>
                </c:pt>
                <c:pt idx="275">
                  <c:v>-0.10480028750350601</c:v>
                </c:pt>
                <c:pt idx="276">
                  <c:v>-0.103642350445855</c:v>
                </c:pt>
                <c:pt idx="277">
                  <c:v>-0.102401935800015</c:v>
                </c:pt>
                <c:pt idx="278">
                  <c:v>-0.10109777376198099</c:v>
                </c:pt>
                <c:pt idx="279">
                  <c:v>-9.9747418020739401E-2</c:v>
                </c:pt>
                <c:pt idx="280">
                  <c:v>-9.8365555542204497E-2</c:v>
                </c:pt>
                <c:pt idx="281">
                  <c:v>-9.6962765799421202E-2</c:v>
                </c:pt>
                <c:pt idx="282">
                  <c:v>-9.5545540826431602E-2</c:v>
                </c:pt>
                <c:pt idx="283">
                  <c:v>-9.4117563694445003E-2</c:v>
                </c:pt>
                <c:pt idx="284">
                  <c:v>-9.2680909080380403E-2</c:v>
                </c:pt>
                <c:pt idx="285">
                  <c:v>-9.12362433072373E-2</c:v>
                </c:pt>
                <c:pt idx="286">
                  <c:v>-8.9783090667772097E-2</c:v>
                </c:pt>
                <c:pt idx="287">
                  <c:v>-8.8320518958721395E-2</c:v>
                </c:pt>
                <c:pt idx="288">
                  <c:v>-8.6846326613548602E-2</c:v>
                </c:pt>
                <c:pt idx="289">
                  <c:v>-8.5354555328392395E-2</c:v>
                </c:pt>
                <c:pt idx="290">
                  <c:v>-8.3833840881729002E-2</c:v>
                </c:pt>
                <c:pt idx="291">
                  <c:v>-8.2267517051971106E-2</c:v>
                </c:pt>
                <c:pt idx="292">
                  <c:v>-8.0634176867507401E-2</c:v>
                </c:pt>
                <c:pt idx="293">
                  <c:v>-7.8907642075665294E-2</c:v>
                </c:pt>
                <c:pt idx="294">
                  <c:v>-7.7056126659842794E-2</c:v>
                </c:pt>
                <c:pt idx="295">
                  <c:v>-7.5041411810693098E-2</c:v>
                </c:pt>
                <c:pt idx="296">
                  <c:v>-7.2819334634223395E-2</c:v>
                </c:pt>
                <c:pt idx="297">
                  <c:v>-7.0341472671517594E-2</c:v>
                </c:pt>
                <c:pt idx="298">
                  <c:v>-6.7556880899720395E-2</c:v>
                </c:pt>
                <c:pt idx="299">
                  <c:v>-6.4414075606315693E-2</c:v>
                </c:pt>
                <c:pt idx="300">
                  <c:v>-6.0864342482378403E-2</c:v>
                </c:pt>
                <c:pt idx="301">
                  <c:v>-5.6865728159293402E-2</c:v>
                </c:pt>
                <c:pt idx="302">
                  <c:v>-5.2385769766825199E-2</c:v>
                </c:pt>
                <c:pt idx="303">
                  <c:v>-4.7402384649908799E-2</c:v>
                </c:pt>
                <c:pt idx="304">
                  <c:v>-4.1903762963382399E-2</c:v>
                </c:pt>
                <c:pt idx="305">
                  <c:v>-3.5888075891964202E-2</c:v>
                </c:pt>
                <c:pt idx="306">
                  <c:v>-2.9363538838526802E-2</c:v>
                </c:pt>
                <c:pt idx="307">
                  <c:v>-2.23488321451079E-2</c:v>
                </c:pt>
                <c:pt idx="308">
                  <c:v>-1.4873388459248099E-2</c:v>
                </c:pt>
                <c:pt idx="309">
                  <c:v>-6.9774165265710196E-3</c:v>
                </c:pt>
                <c:pt idx="310">
                  <c:v>1.2879505301108701E-3</c:v>
                </c:pt>
                <c:pt idx="311">
                  <c:v>9.8604282170641402E-3</c:v>
                </c:pt>
                <c:pt idx="312">
                  <c:v>1.8667539294150302E-2</c:v>
                </c:pt>
                <c:pt idx="313">
                  <c:v>2.7629760102147599E-2</c:v>
                </c:pt>
                <c:pt idx="314">
                  <c:v>3.66648743392467E-2</c:v>
                </c:pt>
                <c:pt idx="315">
                  <c:v>4.5691934932204997E-2</c:v>
                </c:pt>
                <c:pt idx="316">
                  <c:v>5.4633988883197003E-2</c:v>
                </c:pt>
                <c:pt idx="317">
                  <c:v>6.3419340422712495E-2</c:v>
                </c:pt>
                <c:pt idx="318">
                  <c:v>7.1982411968479196E-2</c:v>
                </c:pt>
                <c:pt idx="319">
                  <c:v>8.0265757080537806E-2</c:v>
                </c:pt>
                <c:pt idx="320">
                  <c:v>8.8222661101339195E-2</c:v>
                </c:pt>
                <c:pt idx="321">
                  <c:v>9.5818206285112797E-2</c:v>
                </c:pt>
                <c:pt idx="322">
                  <c:v>0.103028342021141</c:v>
                </c:pt>
                <c:pt idx="323">
                  <c:v>0.109838468663383</c:v>
                </c:pt>
                <c:pt idx="324">
                  <c:v>0.116242284618903</c:v>
                </c:pt>
                <c:pt idx="325">
                  <c:v>0.122240297706498</c:v>
                </c:pt>
                <c:pt idx="326">
                  <c:v>0.12783809643466501</c:v>
                </c:pt>
                <c:pt idx="327">
                  <c:v>0.13304511002807201</c:v>
                </c:pt>
                <c:pt idx="328">
                  <c:v>0.13787378543852599</c:v>
                </c:pt>
                <c:pt idx="329">
                  <c:v>0.14233909875644099</c:v>
                </c:pt>
                <c:pt idx="330">
                  <c:v>0.146458570325742</c:v>
                </c:pt>
                <c:pt idx="331">
                  <c:v>0.15025224634942699</c:v>
                </c:pt>
                <c:pt idx="332">
                  <c:v>0.15374244463328199</c:v>
                </c:pt>
                <c:pt idx="333">
                  <c:v>0.15695375783969701</c:v>
                </c:pt>
                <c:pt idx="334">
                  <c:v>0.15991291686648201</c:v>
                </c:pt>
                <c:pt idx="335">
                  <c:v>0.162647471113573</c:v>
                </c:pt>
                <c:pt idx="336">
                  <c:v>0.16518327091467599</c:v>
                </c:pt>
                <c:pt idx="337">
                  <c:v>0.167542140391223</c:v>
                </c:pt>
                <c:pt idx="338">
                  <c:v>0.16974096700403801</c:v>
                </c:pt>
                <c:pt idx="339">
                  <c:v>0.17179172795197001</c:v>
                </c:pt>
                <c:pt idx="340">
                  <c:v>0.17370119028132</c:v>
                </c:pt>
                <c:pt idx="341">
                  <c:v>0.17546982180041601</c:v>
                </c:pt>
                <c:pt idx="342">
                  <c:v>0.17709055910232799</c:v>
                </c:pt>
                <c:pt idx="343">
                  <c:v>0.17854902517504601</c:v>
                </c:pt>
                <c:pt idx="344">
                  <c:v>0.179826208382179</c:v>
                </c:pt>
                <c:pt idx="345">
                  <c:v>0.18090209722454001</c:v>
                </c:pt>
                <c:pt idx="346">
                  <c:v>0.18175832410444101</c:v>
                </c:pt>
                <c:pt idx="347">
                  <c:v>0.18238081648686699</c:v>
                </c:pt>
                <c:pt idx="348">
                  <c:v>0.18276368388921199</c:v>
                </c:pt>
                <c:pt idx="349">
                  <c:v>0.182912027294893</c:v>
                </c:pt>
                <c:pt idx="350">
                  <c:v>0.18284132826465799</c:v>
                </c:pt>
                <c:pt idx="351">
                  <c:v>0.182574679428228</c:v>
                </c:pt>
                <c:pt idx="352">
                  <c:v>0.18213979762198701</c:v>
                </c:pt>
                <c:pt idx="353">
                  <c:v>0.18156618781519401</c:v>
                </c:pt>
                <c:pt idx="354">
                  <c:v>0.180882991173408</c:v>
                </c:pt>
                <c:pt idx="355">
                  <c:v>0.18011788914072399</c:v>
                </c:pt>
                <c:pt idx="356">
                  <c:v>0.17929593908854499</c:v>
                </c:pt>
                <c:pt idx="357">
                  <c:v>0.17843774681714</c:v>
                </c:pt>
                <c:pt idx="358">
                  <c:v>0.17755805763415899</c:v>
                </c:pt>
                <c:pt idx="359">
                  <c:v>0.176665633438957</c:v>
                </c:pt>
                <c:pt idx="360">
                  <c:v>0.17576393596400999</c:v>
                </c:pt>
                <c:pt idx="361">
                  <c:v>0.17485168205149301</c:v>
                </c:pt>
                <c:pt idx="362">
                  <c:v>0.17392323257594799</c:v>
                </c:pt>
                <c:pt idx="363">
                  <c:v>0.17296939398358599</c:v>
                </c:pt>
                <c:pt idx="364">
                  <c:v>0.17197862525424501</c:v>
                </c:pt>
                <c:pt idx="365">
                  <c:v>0.17093829630514401</c:v>
                </c:pt>
                <c:pt idx="366">
                  <c:v>0.16983590434922899</c:v>
                </c:pt>
                <c:pt idx="367">
                  <c:v>0.16866002044779699</c:v>
                </c:pt>
                <c:pt idx="368">
                  <c:v>0.16740078463979599</c:v>
                </c:pt>
                <c:pt idx="369">
                  <c:v>0.16605051014017499</c:v>
                </c:pt>
                <c:pt idx="370">
                  <c:v>0.16460439759454501</c:v>
                </c:pt>
                <c:pt idx="371">
                  <c:v>0.16306018933150199</c:v>
                </c:pt>
                <c:pt idx="372">
                  <c:v>0.16141754104282299</c:v>
                </c:pt>
                <c:pt idx="373">
                  <c:v>0.15967930048644799</c:v>
                </c:pt>
                <c:pt idx="374">
                  <c:v>0.157853216960639</c:v>
                </c:pt>
                <c:pt idx="375">
                  <c:v>0.155950842506796</c:v>
                </c:pt>
                <c:pt idx="376">
                  <c:v>0.15398424813122</c:v>
                </c:pt>
                <c:pt idx="377">
                  <c:v>0.15196332407655999</c:v>
                </c:pt>
                <c:pt idx="378">
                  <c:v>0.149894946715768</c:v>
                </c:pt>
                <c:pt idx="379">
                  <c:v>0.14778389062206801</c:v>
                </c:pt>
                <c:pt idx="380">
                  <c:v>0.14563409766215599</c:v>
                </c:pt>
                <c:pt idx="381">
                  <c:v>0.14344864779180999</c:v>
                </c:pt>
                <c:pt idx="382">
                  <c:v>0.14122890981873101</c:v>
                </c:pt>
                <c:pt idx="383">
                  <c:v>0.13897482371735401</c:v>
                </c:pt>
                <c:pt idx="384">
                  <c:v>0.13668693643774199</c:v>
                </c:pt>
                <c:pt idx="385">
                  <c:v>0.13436920614884901</c:v>
                </c:pt>
                <c:pt idx="386">
                  <c:v>0.13203130072515601</c:v>
                </c:pt>
                <c:pt idx="387">
                  <c:v>0.129689048098453</c:v>
                </c:pt>
                <c:pt idx="388">
                  <c:v>0.12736242172596501</c:v>
                </c:pt>
                <c:pt idx="389">
                  <c:v>0.125072565108097</c:v>
                </c:pt>
                <c:pt idx="390">
                  <c:v>0.122839839379543</c:v>
                </c:pt>
                <c:pt idx="391">
                  <c:v>0.120682708385092</c:v>
                </c:pt>
                <c:pt idx="392">
                  <c:v>0.11861621559122</c:v>
                </c:pt>
                <c:pt idx="393">
                  <c:v>0.116650286751677</c:v>
                </c:pt>
                <c:pt idx="394">
                  <c:v>0.114789126817091</c:v>
                </c:pt>
                <c:pt idx="395">
                  <c:v>0.11303169411585</c:v>
                </c:pt>
                <c:pt idx="396">
                  <c:v>0.11137189022402801</c:v>
                </c:pt>
                <c:pt idx="397">
                  <c:v>0.1097983832473</c:v>
                </c:pt>
                <c:pt idx="398">
                  <c:v>0.108295667747216</c:v>
                </c:pt>
                <c:pt idx="399">
                  <c:v>0.106846482624815</c:v>
                </c:pt>
                <c:pt idx="400">
                  <c:v>0.10543387226543301</c:v>
                </c:pt>
                <c:pt idx="401">
                  <c:v>0.10404232031919</c:v>
                </c:pt>
                <c:pt idx="402">
                  <c:v>0.102658247357691</c:v>
                </c:pt>
                <c:pt idx="403">
                  <c:v>0.101269779053713</c:v>
                </c:pt>
                <c:pt idx="404">
                  <c:v>9.9866664424914403E-2</c:v>
                </c:pt>
                <c:pt idx="405">
                  <c:v>9.8440951517666103E-2</c:v>
                </c:pt>
                <c:pt idx="406">
                  <c:v>9.6987025267819299E-2</c:v>
                </c:pt>
                <c:pt idx="407">
                  <c:v>9.5500594029695296E-2</c:v>
                </c:pt>
                <c:pt idx="408">
                  <c:v>9.3977871405561506E-2</c:v>
                </c:pt>
                <c:pt idx="409">
                  <c:v>9.24150198552907E-2</c:v>
                </c:pt>
                <c:pt idx="410">
                  <c:v>9.0807595691978701E-2</c:v>
                </c:pt>
                <c:pt idx="411">
                  <c:v>8.9150827850886794E-2</c:v>
                </c:pt>
                <c:pt idx="412">
                  <c:v>8.7440952157059895E-2</c:v>
                </c:pt>
                <c:pt idx="413">
                  <c:v>8.5676648149641293E-2</c:v>
                </c:pt>
                <c:pt idx="414">
                  <c:v>8.3860028890384894E-2</c:v>
                </c:pt>
                <c:pt idx="415">
                  <c:v>8.1997401074553097E-2</c:v>
                </c:pt>
                <c:pt idx="416">
                  <c:v>8.0099731850589301E-2</c:v>
                </c:pt>
                <c:pt idx="417">
                  <c:v>7.8182411640530997E-2</c:v>
                </c:pt>
                <c:pt idx="418">
                  <c:v>7.6264370305511198E-2</c:v>
                </c:pt>
                <c:pt idx="419">
                  <c:v>7.4367046895930003E-2</c:v>
                </c:pt>
                <c:pt idx="420">
                  <c:v>7.2513416152801005E-2</c:v>
                </c:pt>
                <c:pt idx="421">
                  <c:v>7.07269685508327E-2</c:v>
                </c:pt>
                <c:pt idx="422">
                  <c:v>6.90308803472474E-2</c:v>
                </c:pt>
                <c:pt idx="423">
                  <c:v>6.7447536599378993E-2</c:v>
                </c:pt>
                <c:pt idx="424">
                  <c:v>6.5997688869834897E-2</c:v>
                </c:pt>
                <c:pt idx="425">
                  <c:v>6.4698806293759195E-2</c:v>
                </c:pt>
                <c:pt idx="426">
                  <c:v>6.3563376100400901E-2</c:v>
                </c:pt>
                <c:pt idx="427">
                  <c:v>6.2597716598670999E-2</c:v>
                </c:pt>
                <c:pt idx="428">
                  <c:v>6.18014322606509E-2</c:v>
                </c:pt>
                <c:pt idx="429">
                  <c:v>6.1168023893824003E-2</c:v>
                </c:pt>
                <c:pt idx="430">
                  <c:v>6.0686280903411501E-2</c:v>
                </c:pt>
                <c:pt idx="431">
                  <c:v>6.0340884723021203E-2</c:v>
                </c:pt>
                <c:pt idx="432">
                  <c:v>6.0111921283321601E-2</c:v>
                </c:pt>
                <c:pt idx="433">
                  <c:v>5.9974447597551599E-2</c:v>
                </c:pt>
                <c:pt idx="434">
                  <c:v>5.9898505609945599E-2</c:v>
                </c:pt>
                <c:pt idx="435">
                  <c:v>5.98495683143693E-2</c:v>
                </c:pt>
                <c:pt idx="436">
                  <c:v>5.9790049027580103E-2</c:v>
                </c:pt>
                <c:pt idx="437">
                  <c:v>5.9681800926637003E-2</c:v>
                </c:pt>
                <c:pt idx="438">
                  <c:v>5.9488433037491503E-2</c:v>
                </c:pt>
                <c:pt idx="439">
                  <c:v>5.9177104333705301E-2</c:v>
                </c:pt>
                <c:pt idx="440">
                  <c:v>5.8720097042040897E-2</c:v>
                </c:pt>
                <c:pt idx="441">
                  <c:v>5.8095575609290503E-2</c:v>
                </c:pt>
                <c:pt idx="442">
                  <c:v>5.72876683120013E-2</c:v>
                </c:pt>
                <c:pt idx="443">
                  <c:v>5.6287370510409503E-2</c:v>
                </c:pt>
                <c:pt idx="444">
                  <c:v>5.5094316902209103E-2</c:v>
                </c:pt>
                <c:pt idx="445">
                  <c:v>5.37177056431924E-2</c:v>
                </c:pt>
                <c:pt idx="446">
                  <c:v>5.2175145188025102E-2</c:v>
                </c:pt>
                <c:pt idx="447">
                  <c:v>5.0489900918680802E-2</c:v>
                </c:pt>
                <c:pt idx="448">
                  <c:v>4.8688607792654201E-2</c:v>
                </c:pt>
                <c:pt idx="449">
                  <c:v>4.6800605062218802E-2</c:v>
                </c:pt>
                <c:pt idx="450">
                  <c:v>4.4857524201065202E-2</c:v>
                </c:pt>
                <c:pt idx="451">
                  <c:v>4.2891899226304001E-2</c:v>
                </c:pt>
                <c:pt idx="452">
                  <c:v>4.0935335829930197E-2</c:v>
                </c:pt>
                <c:pt idx="453">
                  <c:v>3.9017328507351498E-2</c:v>
                </c:pt>
                <c:pt idx="454">
                  <c:v>3.7165423663290502E-2</c:v>
                </c:pt>
                <c:pt idx="455">
                  <c:v>3.54060830029896E-2</c:v>
                </c:pt>
                <c:pt idx="456">
                  <c:v>3.3764690282207001E-2</c:v>
                </c:pt>
                <c:pt idx="457">
                  <c:v>3.2264439984727E-2</c:v>
                </c:pt>
                <c:pt idx="458">
                  <c:v>3.0925053540581698E-2</c:v>
                </c:pt>
                <c:pt idx="459">
                  <c:v>2.9761329610906401E-2</c:v>
                </c:pt>
                <c:pt idx="460">
                  <c:v>2.8780933794589899E-2</c:v>
                </c:pt>
                <c:pt idx="461">
                  <c:v>2.79821908676499E-2</c:v>
                </c:pt>
                <c:pt idx="462">
                  <c:v>2.7353137026797401E-2</c:v>
                </c:pt>
                <c:pt idx="463">
                  <c:v>2.6872010078590101E-2</c:v>
                </c:pt>
                <c:pt idx="464">
                  <c:v>2.6509236294104802E-2</c:v>
                </c:pt>
                <c:pt idx="465">
                  <c:v>2.6230622783033099E-2</c:v>
                </c:pt>
                <c:pt idx="466">
                  <c:v>2.5999994366849698E-2</c:v>
                </c:pt>
                <c:pt idx="467">
                  <c:v>2.5780453716228599E-2</c:v>
                </c:pt>
                <c:pt idx="468">
                  <c:v>2.5535826184601599E-2</c:v>
                </c:pt>
                <c:pt idx="469">
                  <c:v>2.5233435351984201E-2</c:v>
                </c:pt>
                <c:pt idx="470">
                  <c:v>2.4847417865896702E-2</c:v>
                </c:pt>
                <c:pt idx="471">
                  <c:v>2.43609652942075E-2</c:v>
                </c:pt>
                <c:pt idx="472">
                  <c:v>2.3766554339781299E-2</c:v>
                </c:pt>
                <c:pt idx="473">
                  <c:v>2.3064832582399799E-2</c:v>
                </c:pt>
                <c:pt idx="474">
                  <c:v>2.2263160619639899E-2</c:v>
                </c:pt>
                <c:pt idx="475">
                  <c:v>2.1373968521787599E-2</c:v>
                </c:pt>
                <c:pt idx="476">
                  <c:v>2.0413140424709202E-2</c:v>
                </c:pt>
                <c:pt idx="477">
                  <c:v>1.93984710764411E-2</c:v>
                </c:pt>
                <c:pt idx="478">
                  <c:v>1.8347746744558E-2</c:v>
                </c:pt>
                <c:pt idx="479">
                  <c:v>1.7277093709465199E-2</c:v>
                </c:pt>
                <c:pt idx="480">
                  <c:v>1.62005450181485E-2</c:v>
                </c:pt>
                <c:pt idx="481">
                  <c:v>1.5129992354719599E-2</c:v>
                </c:pt>
                <c:pt idx="482">
                  <c:v>1.40747648618071E-2</c:v>
                </c:pt>
                <c:pt idx="483">
                  <c:v>1.3041257436421601E-2</c:v>
                </c:pt>
                <c:pt idx="484">
                  <c:v>1.2032312868338399E-2</c:v>
                </c:pt>
                <c:pt idx="485">
                  <c:v>1.1046382729755199E-2</c:v>
                </c:pt>
                <c:pt idx="486">
                  <c:v>1.00775220558197E-2</c:v>
                </c:pt>
                <c:pt idx="487">
                  <c:v>9.1159398466420204E-3</c:v>
                </c:pt>
                <c:pt idx="488">
                  <c:v>8.1484599874645201E-3</c:v>
                </c:pt>
                <c:pt idx="489">
                  <c:v>7.1598292043653904E-3</c:v>
                </c:pt>
                <c:pt idx="490">
                  <c:v>6.1348678071004503E-3</c:v>
                </c:pt>
                <c:pt idx="491">
                  <c:v>5.0594866468584203E-3</c:v>
                </c:pt>
                <c:pt idx="492">
                  <c:v>3.9199898878292299E-3</c:v>
                </c:pt>
                <c:pt idx="493">
                  <c:v>2.7023609065330001E-3</c:v>
                </c:pt>
                <c:pt idx="494">
                  <c:v>1.3930392268629E-3</c:v>
                </c:pt>
                <c:pt idx="495">
                  <c:v>-1.8846441513759E-5</c:v>
                </c:pt>
                <c:pt idx="496">
                  <c:v>-1.53942625454137E-3</c:v>
                </c:pt>
                <c:pt idx="497">
                  <c:v>-3.16992424642499E-3</c:v>
                </c:pt>
                <c:pt idx="498">
                  <c:v>-4.90771995262268E-3</c:v>
                </c:pt>
                <c:pt idx="499">
                  <c:v>-6.7467817715096299E-3</c:v>
                </c:pt>
                <c:pt idx="500">
                  <c:v>-8.6776246304807597E-3</c:v>
                </c:pt>
                <c:pt idx="501">
                  <c:v>-1.0688073231670101E-2</c:v>
                </c:pt>
                <c:pt idx="502">
                  <c:v>-1.2764569104906601E-2</c:v>
                </c:pt>
                <c:pt idx="503">
                  <c:v>-1.48929105376034E-2</c:v>
                </c:pt>
                <c:pt idx="504">
                  <c:v>-1.70583721686942E-2</c:v>
                </c:pt>
                <c:pt idx="505">
                  <c:v>-1.92457934853595E-2</c:v>
                </c:pt>
                <c:pt idx="506">
                  <c:v>-2.1439374693451502E-2</c:v>
                </c:pt>
                <c:pt idx="507">
                  <c:v>-2.36214103734829E-2</c:v>
                </c:pt>
                <c:pt idx="508">
                  <c:v>-2.5770363947576098E-2</c:v>
                </c:pt>
                <c:pt idx="509">
                  <c:v>-2.7859885446995501E-2</c:v>
                </c:pt>
                <c:pt idx="510">
                  <c:v>-2.9859751219592098E-2</c:v>
                </c:pt>
                <c:pt idx="511">
                  <c:v>-3.1738182044192702E-2</c:v>
                </c:pt>
                <c:pt idx="512">
                  <c:v>-3.34646314788958E-2</c:v>
                </c:pt>
                <c:pt idx="513">
                  <c:v>-3.5012525786621403E-2</c:v>
                </c:pt>
                <c:pt idx="514">
                  <c:v>-3.63611309012822E-2</c:v>
                </c:pt>
                <c:pt idx="515">
                  <c:v>-3.7496185879988098E-2</c:v>
                </c:pt>
                <c:pt idx="516">
                  <c:v>-3.8410303151194598E-2</c:v>
                </c:pt>
                <c:pt idx="517">
                  <c:v>-3.91032588504307E-2</c:v>
                </c:pt>
                <c:pt idx="518">
                  <c:v>-3.9581209294337602E-2</c:v>
                </c:pt>
                <c:pt idx="519">
                  <c:v>-3.9855845858693499E-2</c:v>
                </c:pt>
                <c:pt idx="520">
                  <c:v>-3.99449805928613E-2</c:v>
                </c:pt>
                <c:pt idx="521">
                  <c:v>-3.9873299474701702E-2</c:v>
                </c:pt>
                <c:pt idx="522">
                  <c:v>-3.9671546265405797E-2</c:v>
                </c:pt>
                <c:pt idx="523">
                  <c:v>-3.9374393167992197E-2</c:v>
                </c:pt>
                <c:pt idx="524">
                  <c:v>-3.9017928779838701E-2</c:v>
                </c:pt>
                <c:pt idx="525">
                  <c:v>-3.8637520338430903E-2</c:v>
                </c:pt>
                <c:pt idx="526">
                  <c:v>-3.8266742313531998E-2</c:v>
                </c:pt>
                <c:pt idx="527">
                  <c:v>-3.7937288037160899E-2</c:v>
                </c:pt>
                <c:pt idx="528">
                  <c:v>-3.7679026640001501E-2</c:v>
                </c:pt>
                <c:pt idx="529">
                  <c:v>-3.7519789742874801E-2</c:v>
                </c:pt>
                <c:pt idx="530">
                  <c:v>-3.7485269496386503E-2</c:v>
                </c:pt>
                <c:pt idx="531">
                  <c:v>-3.7599364165702399E-2</c:v>
                </c:pt>
                <c:pt idx="532">
                  <c:v>-3.7884574719664797E-2</c:v>
                </c:pt>
                <c:pt idx="533">
                  <c:v>-3.8361773292700102E-2</c:v>
                </c:pt>
                <c:pt idx="534">
                  <c:v>-3.9049094856749698E-2</c:v>
                </c:pt>
                <c:pt idx="535">
                  <c:v>-3.99601093651792E-2</c:v>
                </c:pt>
                <c:pt idx="536">
                  <c:v>-4.1101864863654199E-2</c:v>
                </c:pt>
                <c:pt idx="537">
                  <c:v>-4.24738998037247E-2</c:v>
                </c:pt>
                <c:pt idx="538">
                  <c:v>-4.4068813560917498E-2</c:v>
                </c:pt>
                <c:pt idx="539">
                  <c:v>-4.5873422254672398E-2</c:v>
                </c:pt>
                <c:pt idx="540">
                  <c:v>-4.7869515933580999E-2</c:v>
                </c:pt>
                <c:pt idx="541">
                  <c:v>-5.0034918925222702E-2</c:v>
                </c:pt>
                <c:pt idx="542">
                  <c:v>-5.2344964790982398E-2</c:v>
                </c:pt>
                <c:pt idx="543">
                  <c:v>-5.4773142250515897E-2</c:v>
                </c:pt>
                <c:pt idx="544">
                  <c:v>-5.7291511718819202E-2</c:v>
                </c:pt>
                <c:pt idx="545">
                  <c:v>-5.9872163691315497E-2</c:v>
                </c:pt>
                <c:pt idx="546">
                  <c:v>-6.2488526851203E-2</c:v>
                </c:pt>
                <c:pt idx="547">
                  <c:v>-6.5115653458477904E-2</c:v>
                </c:pt>
                <c:pt idx="548">
                  <c:v>-6.7730783190143001E-2</c:v>
                </c:pt>
                <c:pt idx="549">
                  <c:v>-7.0314493288100702E-2</c:v>
                </c:pt>
                <c:pt idx="550">
                  <c:v>-7.2851399765662697E-2</c:v>
                </c:pt>
                <c:pt idx="551">
                  <c:v>-7.5330070395001295E-2</c:v>
                </c:pt>
                <c:pt idx="552">
                  <c:v>-7.7742166771541193E-2</c:v>
                </c:pt>
                <c:pt idx="553">
                  <c:v>-8.00812760009601E-2</c:v>
                </c:pt>
                <c:pt idx="554">
                  <c:v>-8.2342522142344901E-2</c:v>
                </c:pt>
                <c:pt idx="555">
                  <c:v>-8.4523194598426707E-2</c:v>
                </c:pt>
                <c:pt idx="556">
                  <c:v>-8.6623809250653702E-2</c:v>
                </c:pt>
                <c:pt idx="557">
                  <c:v>-8.8648927811591297E-2</c:v>
                </c:pt>
                <c:pt idx="558">
                  <c:v>-9.0606786869387002E-2</c:v>
                </c:pt>
                <c:pt idx="559">
                  <c:v>-9.2507720380774497E-2</c:v>
                </c:pt>
                <c:pt idx="560">
                  <c:v>-9.4362976174085803E-2</c:v>
                </c:pt>
                <c:pt idx="561">
                  <c:v>-9.6184487746105898E-2</c:v>
                </c:pt>
                <c:pt idx="562">
                  <c:v>-9.7983936189079607E-2</c:v>
                </c:pt>
                <c:pt idx="563">
                  <c:v>-9.9770499188603701E-2</c:v>
                </c:pt>
                <c:pt idx="564">
                  <c:v>-0.101548854017338</c:v>
                </c:pt>
                <c:pt idx="565">
                  <c:v>-0.103318492755159</c:v>
                </c:pt>
                <c:pt idx="566">
                  <c:v>-0.105074162994854</c:v>
                </c:pt>
                <c:pt idx="567">
                  <c:v>-0.106806584595384</c:v>
                </c:pt>
                <c:pt idx="568">
                  <c:v>-0.108502844498972</c:v>
                </c:pt>
                <c:pt idx="569">
                  <c:v>-0.110147374308389</c:v>
                </c:pt>
                <c:pt idx="570">
                  <c:v>-0.11172398150301401</c:v>
                </c:pt>
                <c:pt idx="571">
                  <c:v>-0.113217503276871</c:v>
                </c:pt>
                <c:pt idx="572">
                  <c:v>-0.114614654395744</c:v>
                </c:pt>
                <c:pt idx="573">
                  <c:v>-0.115904912576303</c:v>
                </c:pt>
                <c:pt idx="574">
                  <c:v>-0.117080461590009</c:v>
                </c:pt>
                <c:pt idx="575">
                  <c:v>-0.11813427516659999</c:v>
                </c:pt>
                <c:pt idx="576">
                  <c:v>-0.119058240816889</c:v>
                </c:pt>
                <c:pt idx="577">
                  <c:v>-0.119842830044583</c:v>
                </c:pt>
                <c:pt idx="578">
                  <c:v>-0.12047777217512901</c:v>
                </c:pt>
                <c:pt idx="579">
                  <c:v>-0.120953609381629</c:v>
                </c:pt>
                <c:pt idx="580">
                  <c:v>-0.12126420508074</c:v>
                </c:pt>
                <c:pt idx="581">
                  <c:v>-0.12140893433689</c:v>
                </c:pt>
                <c:pt idx="582">
                  <c:v>-0.121393446786956</c:v>
                </c:pt>
                <c:pt idx="583">
                  <c:v>-0.121229593846076</c:v>
                </c:pt>
                <c:pt idx="584">
                  <c:v>-0.120935522877493</c:v>
                </c:pt>
                <c:pt idx="585">
                  <c:v>-0.120536140814352</c:v>
                </c:pt>
                <c:pt idx="586">
                  <c:v>-0.12006341525819</c:v>
                </c:pt>
                <c:pt idx="587">
                  <c:v>-0.119555560126651</c:v>
                </c:pt>
                <c:pt idx="588">
                  <c:v>-0.119054926967369</c:v>
                </c:pt>
                <c:pt idx="589">
                  <c:v>-0.11860523186060801</c:v>
                </c:pt>
                <c:pt idx="590">
                  <c:v>-0.11824823721968999</c:v>
                </c:pt>
                <c:pt idx="591">
                  <c:v>-0.118019997181827</c:v>
                </c:pt>
                <c:pt idx="592">
                  <c:v>-0.11794723742887001</c:v>
                </c:pt>
                <c:pt idx="593">
                  <c:v>-0.11804448234605699</c:v>
                </c:pt>
                <c:pt idx="594">
                  <c:v>-0.11831297646686501</c:v>
                </c:pt>
                <c:pt idx="595">
                  <c:v>-0.11874189874601999</c:v>
                </c:pt>
                <c:pt idx="596">
                  <c:v>-0.119310666949248</c:v>
                </c:pt>
                <c:pt idx="597">
                  <c:v>-0.11999133983728499</c:v>
                </c:pt>
                <c:pt idx="598">
                  <c:v>-0.12075145455521</c:v>
                </c:pt>
                <c:pt idx="599">
                  <c:v>-0.121557105850151</c:v>
                </c:pt>
                <c:pt idx="600">
                  <c:v>-0.12237552217506401</c:v>
                </c:pt>
                <c:pt idx="601">
                  <c:v>-0.123177271110475</c:v>
                </c:pt>
                <c:pt idx="602">
                  <c:v>-0.123938106115523</c:v>
                </c:pt>
                <c:pt idx="603">
                  <c:v>-0.124639948726035</c:v>
                </c:pt>
                <c:pt idx="604">
                  <c:v>-0.12527110773728201</c:v>
                </c:pt>
                <c:pt idx="605">
                  <c:v>-0.12582593516299401</c:v>
                </c:pt>
                <c:pt idx="606">
                  <c:v>-0.12630369869774599</c:v>
                </c:pt>
                <c:pt idx="607">
                  <c:v>-0.12670687952954299</c:v>
                </c:pt>
                <c:pt idx="608">
                  <c:v>-0.12703967018311299</c:v>
                </c:pt>
                <c:pt idx="609">
                  <c:v>-0.12730687789724099</c:v>
                </c:pt>
                <c:pt idx="610">
                  <c:v>-0.12751274202893001</c:v>
                </c:pt>
                <c:pt idx="611">
                  <c:v>-0.12765953446720801</c:v>
                </c:pt>
                <c:pt idx="612">
                  <c:v>-0.127746068113955</c:v>
                </c:pt>
                <c:pt idx="613">
                  <c:v>-0.12776648093709</c:v>
                </c:pt>
                <c:pt idx="614">
                  <c:v>-0.12771029981952001</c:v>
                </c:pt>
                <c:pt idx="615">
                  <c:v>-0.12756386066879599</c:v>
                </c:pt>
                <c:pt idx="616">
                  <c:v>-0.127311309375919</c:v>
                </c:pt>
                <c:pt idx="617">
                  <c:v>-0.12693380215956099</c:v>
                </c:pt>
                <c:pt idx="618">
                  <c:v>-0.12640783439060099</c:v>
                </c:pt>
                <c:pt idx="619">
                  <c:v>-0.12570477008890499</c:v>
                </c:pt>
                <c:pt idx="620">
                  <c:v>-0.124792280942225</c:v>
                </c:pt>
                <c:pt idx="621">
                  <c:v>-0.12363642763230601</c:v>
                </c:pt>
                <c:pt idx="622">
                  <c:v>-0.122203145445327</c:v>
                </c:pt>
                <c:pt idx="623">
                  <c:v>-0.12045907488110499</c:v>
                </c:pt>
                <c:pt idx="624">
                  <c:v>-0.118372016960028</c:v>
                </c:pt>
                <c:pt idx="625">
                  <c:v>-0.11591160378776801</c:v>
                </c:pt>
                <c:pt idx="626">
                  <c:v>-0.11305093850448</c:v>
                </c:pt>
                <c:pt idx="627">
                  <c:v>-0.109768329781156</c:v>
                </c:pt>
                <c:pt idx="628">
                  <c:v>-0.106047029097195</c:v>
                </c:pt>
                <c:pt idx="629">
                  <c:v>-0.101872985294871</c:v>
                </c:pt>
                <c:pt idx="630">
                  <c:v>-9.7232951645403201E-2</c:v>
                </c:pt>
                <c:pt idx="631">
                  <c:v>-9.2114585818608805E-2</c:v>
                </c:pt>
                <c:pt idx="632">
                  <c:v>-8.6508506730667803E-2</c:v>
                </c:pt>
                <c:pt idx="633">
                  <c:v>-8.0410842263771098E-2</c:v>
                </c:pt>
                <c:pt idx="634">
                  <c:v>-7.3824124922706194E-2</c:v>
                </c:pt>
                <c:pt idx="635">
                  <c:v>-6.6756534496318201E-2</c:v>
                </c:pt>
                <c:pt idx="636">
                  <c:v>-5.9221776884888298E-2</c:v>
                </c:pt>
                <c:pt idx="637">
                  <c:v>-5.12401997921604E-2</c:v>
                </c:pt>
                <c:pt idx="638">
                  <c:v>-4.2839369650337702E-2</c:v>
                </c:pt>
                <c:pt idx="639">
                  <c:v>-3.4053310167835298E-2</c:v>
                </c:pt>
                <c:pt idx="640">
                  <c:v>-2.4921296734357799E-2</c:v>
                </c:pt>
                <c:pt idx="641">
                  <c:v>-1.54869315483193E-2</c:v>
                </c:pt>
                <c:pt idx="642">
                  <c:v>-5.7976910398140798E-3</c:v>
                </c:pt>
                <c:pt idx="643">
                  <c:v>4.0949925083564103E-3</c:v>
                </c:pt>
                <c:pt idx="644">
                  <c:v>1.4135566201778201E-2</c:v>
                </c:pt>
                <c:pt idx="645">
                  <c:v>2.4264900670136699E-2</c:v>
                </c:pt>
                <c:pt idx="646">
                  <c:v>3.44215429939949E-2</c:v>
                </c:pt>
                <c:pt idx="647">
                  <c:v>4.4542822183362897E-2</c:v>
                </c:pt>
                <c:pt idx="648">
                  <c:v>5.4565369272341298E-2</c:v>
                </c:pt>
                <c:pt idx="649">
                  <c:v>6.4425484740844502E-2</c:v>
                </c:pt>
                <c:pt idx="650">
                  <c:v>7.4059779592378194E-2</c:v>
                </c:pt>
                <c:pt idx="651">
                  <c:v>8.3405911379370604E-2</c:v>
                </c:pt>
                <c:pt idx="652">
                  <c:v>9.2403395903652805E-2</c:v>
                </c:pt>
                <c:pt idx="653">
                  <c:v>0.100995163906186</c:v>
                </c:pt>
                <c:pt idx="654">
                  <c:v>0.10912997349687301</c:v>
                </c:pt>
                <c:pt idx="655">
                  <c:v>0.116764607130737</c:v>
                </c:pt>
                <c:pt idx="656">
                  <c:v>0.123864819851584</c:v>
                </c:pt>
                <c:pt idx="657">
                  <c:v>0.13040477049582599</c:v>
                </c:pt>
                <c:pt idx="658">
                  <c:v>0.13636574767783599</c:v>
                </c:pt>
                <c:pt idx="659">
                  <c:v>0.14173600800254699</c:v>
                </c:pt>
                <c:pt idx="660">
                  <c:v>0.14651212568174701</c:v>
                </c:pt>
                <c:pt idx="661">
                  <c:v>0.15069985270606301</c:v>
                </c:pt>
                <c:pt idx="662">
                  <c:v>0.154313550965612</c:v>
                </c:pt>
                <c:pt idx="663">
                  <c:v>0.157375364231857</c:v>
                </c:pt>
                <c:pt idx="664">
                  <c:v>0.15991447522406199</c:v>
                </c:pt>
                <c:pt idx="665">
                  <c:v>0.16196602225685899</c:v>
                </c:pt>
                <c:pt idx="666">
                  <c:v>0.163569901547164</c:v>
                </c:pt>
                <c:pt idx="667">
                  <c:v>0.16476928548202599</c:v>
                </c:pt>
                <c:pt idx="668">
                  <c:v>0.16560822810495701</c:v>
                </c:pt>
                <c:pt idx="669">
                  <c:v>0.166128476187445</c:v>
                </c:pt>
                <c:pt idx="670">
                  <c:v>0.16636640868993699</c:v>
                </c:pt>
                <c:pt idx="671">
                  <c:v>0.16635136759657701</c:v>
                </c:pt>
                <c:pt idx="672">
                  <c:v>0.16610593885160499</c:v>
                </c:pt>
                <c:pt idx="673">
                  <c:v>0.16564742571362101</c:v>
                </c:pt>
                <c:pt idx="674">
                  <c:v>0.164989527823271</c:v>
                </c:pt>
                <c:pt idx="675">
                  <c:v>0.16414341343116901</c:v>
                </c:pt>
                <c:pt idx="676">
                  <c:v>0.16311742900609399</c:v>
                </c:pt>
                <c:pt idx="677">
                  <c:v>0.16191598271449001</c:v>
                </c:pt>
                <c:pt idx="678">
                  <c:v>0.160539322298938</c:v>
                </c:pt>
                <c:pt idx="679">
                  <c:v>0.158984857006919</c:v>
                </c:pt>
                <c:pt idx="680">
                  <c:v>0.15724910375307999</c:v>
                </c:pt>
                <c:pt idx="681">
                  <c:v>0.15532920247877099</c:v>
                </c:pt>
                <c:pt idx="682">
                  <c:v>0.15322365167626301</c:v>
                </c:pt>
                <c:pt idx="683">
                  <c:v>0.15093303661956201</c:v>
                </c:pt>
                <c:pt idx="684">
                  <c:v>0.148461609249182</c:v>
                </c:pt>
                <c:pt idx="685">
                  <c:v>0.145818639606446</c:v>
                </c:pt>
                <c:pt idx="686">
                  <c:v>0.143017892573437</c:v>
                </c:pt>
                <c:pt idx="687">
                  <c:v>0.14007606844270601</c:v>
                </c:pt>
                <c:pt idx="688">
                  <c:v>0.137012315358227</c:v>
                </c:pt>
                <c:pt idx="689">
                  <c:v>0.13384860555734501</c:v>
                </c:pt>
                <c:pt idx="690">
                  <c:v>0.13060894453270899</c:v>
                </c:pt>
                <c:pt idx="691">
                  <c:v>0.12731717709975501</c:v>
                </c:pt>
                <c:pt idx="692">
                  <c:v>0.123995255575489</c:v>
                </c:pt>
                <c:pt idx="693">
                  <c:v>0.120663245790032</c:v>
                </c:pt>
                <c:pt idx="694">
                  <c:v>0.117340910886483</c:v>
                </c:pt>
                <c:pt idx="695">
                  <c:v>0.11404970175414</c:v>
                </c:pt>
                <c:pt idx="696">
                  <c:v>0.110813582954433</c:v>
                </c:pt>
                <c:pt idx="697">
                  <c:v>0.107658580471653</c:v>
                </c:pt>
                <c:pt idx="698">
                  <c:v>0.104612392853901</c:v>
                </c:pt>
                <c:pt idx="699">
                  <c:v>0.10170404930961</c:v>
                </c:pt>
                <c:pt idx="700">
                  <c:v>9.8962217632855703E-2</c:v>
                </c:pt>
                <c:pt idx="701">
                  <c:v>9.6412316291520694E-2</c:v>
                </c:pt>
                <c:pt idx="702">
                  <c:v>9.4074022471263494E-2</c:v>
                </c:pt>
                <c:pt idx="703">
                  <c:v>9.1959805062812899E-2</c:v>
                </c:pt>
                <c:pt idx="704">
                  <c:v>9.0074013468118302E-2</c:v>
                </c:pt>
                <c:pt idx="705">
                  <c:v>8.8412071844359993E-2</c:v>
                </c:pt>
                <c:pt idx="706">
                  <c:v>8.6959599206478E-2</c:v>
                </c:pt>
                <c:pt idx="707">
                  <c:v>8.5691613310149795E-2</c:v>
                </c:pt>
                <c:pt idx="708">
                  <c:v>8.4572653539387602E-2</c:v>
                </c:pt>
                <c:pt idx="709">
                  <c:v>8.3558631167566899E-2</c:v>
                </c:pt>
                <c:pt idx="710">
                  <c:v>8.25996172786123E-2</c:v>
                </c:pt>
                <c:pt idx="711">
                  <c:v>8.1642285903514702E-2</c:v>
                </c:pt>
                <c:pt idx="712">
                  <c:v>8.0632860433328096E-2</c:v>
                </c:pt>
                <c:pt idx="713">
                  <c:v>7.9521641534731596E-2</c:v>
                </c:pt>
                <c:pt idx="714">
                  <c:v>7.8267235073752106E-2</c:v>
                </c:pt>
                <c:pt idx="715">
                  <c:v>7.6838456800810306E-2</c:v>
                </c:pt>
                <c:pt idx="716">
                  <c:v>7.5214861413320802E-2</c:v>
                </c:pt>
                <c:pt idx="717">
                  <c:v>7.3386821283071793E-2</c:v>
                </c:pt>
                <c:pt idx="718">
                  <c:v>7.1354248992088407E-2</c:v>
                </c:pt>
                <c:pt idx="719">
                  <c:v>6.9124294627357197E-2</c:v>
                </c:pt>
                <c:pt idx="720">
                  <c:v>6.6709660496424295E-2</c:v>
                </c:pt>
                <c:pt idx="721">
                  <c:v>6.4127425547012007E-2</c:v>
                </c:pt>
                <c:pt idx="722">
                  <c:v>6.1397525787243397E-2</c:v>
                </c:pt>
                <c:pt idx="723">
                  <c:v>5.8541458006159099E-2</c:v>
                </c:pt>
                <c:pt idx="724">
                  <c:v>5.5581982893618903E-2</c:v>
                </c:pt>
                <c:pt idx="725">
                  <c:v>5.2543460621699498E-2</c:v>
                </c:pt>
                <c:pt idx="726">
                  <c:v>4.9451740893558097E-2</c:v>
                </c:pt>
                <c:pt idx="727">
                  <c:v>4.6332808330014401E-2</c:v>
                </c:pt>
                <c:pt idx="728">
                  <c:v>4.3210533756713999E-2</c:v>
                </c:pt>
                <c:pt idx="729">
                  <c:v>4.01049947435956E-2</c:v>
                </c:pt>
                <c:pt idx="730">
                  <c:v>3.7032237203745599E-2</c:v>
                </c:pt>
                <c:pt idx="731">
                  <c:v>3.40047006679755E-2</c:v>
                </c:pt>
                <c:pt idx="732">
                  <c:v>3.1031123336771799E-2</c:v>
                </c:pt>
                <c:pt idx="733">
                  <c:v>2.8115988203083201E-2</c:v>
                </c:pt>
                <c:pt idx="734">
                  <c:v>2.52601040803128E-2</c:v>
                </c:pt>
                <c:pt idx="735">
                  <c:v>2.2462962712860302E-2</c:v>
                </c:pt>
                <c:pt idx="736">
                  <c:v>1.9724834363319201E-2</c:v>
                </c:pt>
                <c:pt idx="737">
                  <c:v>1.7047121741849001E-2</c:v>
                </c:pt>
                <c:pt idx="738">
                  <c:v>1.4432278727544399E-2</c:v>
                </c:pt>
                <c:pt idx="739">
                  <c:v>1.1884461789643299E-2</c:v>
                </c:pt>
                <c:pt idx="740">
                  <c:v>9.4103943845457692E-3</c:v>
                </c:pt>
                <c:pt idx="741">
                  <c:v>7.01982797987717E-3</c:v>
                </c:pt>
                <c:pt idx="742">
                  <c:v>4.7249699061158298E-3</c:v>
                </c:pt>
                <c:pt idx="743">
                  <c:v>2.5387424088446002E-3</c:v>
                </c:pt>
                <c:pt idx="744">
                  <c:v>4.7334286978719498E-4</c:v>
                </c:pt>
                <c:pt idx="745">
                  <c:v>-1.4602058248436201E-3</c:v>
                </c:pt>
                <c:pt idx="746">
                  <c:v>-3.2525956714508099E-3</c:v>
                </c:pt>
                <c:pt idx="747">
                  <c:v>-4.8968911612786003E-3</c:v>
                </c:pt>
                <c:pt idx="748">
                  <c:v>-6.3883581091164297E-3</c:v>
                </c:pt>
                <c:pt idx="749">
                  <c:v>-7.7235728138161297E-3</c:v>
                </c:pt>
                <c:pt idx="750">
                  <c:v>-8.8994280824100502E-3</c:v>
                </c:pt>
                <c:pt idx="751">
                  <c:v>-9.9120959111670508E-3</c:v>
                </c:pt>
                <c:pt idx="752">
                  <c:v>-1.07556302087219E-2</c:v>
                </c:pt>
                <c:pt idx="753">
                  <c:v>-1.1420427670056899E-2</c:v>
                </c:pt>
                <c:pt idx="754">
                  <c:v>-1.1892459201436299E-2</c:v>
                </c:pt>
                <c:pt idx="755">
                  <c:v>-1.2153798014603199E-2</c:v>
                </c:pt>
                <c:pt idx="756">
                  <c:v>-1.21844168029353E-2</c:v>
                </c:pt>
                <c:pt idx="757">
                  <c:v>-1.19651266349856E-2</c:v>
                </c:pt>
                <c:pt idx="758">
                  <c:v>-1.14810219157459E-2</c:v>
                </c:pt>
                <c:pt idx="759">
                  <c:v>-1.0724221942043E-2</c:v>
                </c:pt>
                <c:pt idx="760">
                  <c:v>-9.6951448998835697E-3</c:v>
                </c:pt>
                <c:pt idx="761">
                  <c:v>-8.4023363183986892E-3</c:v>
                </c:pt>
                <c:pt idx="762">
                  <c:v>-6.8611009002988799E-3</c:v>
                </c:pt>
                <c:pt idx="763">
                  <c:v>-5.0917872354604996E-3</c:v>
                </c:pt>
                <c:pt idx="764">
                  <c:v>-3.1189938634673302E-3</c:v>
                </c:pt>
                <c:pt idx="765">
                  <c:v>-9.7162301638565804E-4</c:v>
                </c:pt>
                <c:pt idx="766">
                  <c:v>1.31774522353036E-3</c:v>
                </c:pt>
                <c:pt idx="767">
                  <c:v>3.7146084100293702E-3</c:v>
                </c:pt>
                <c:pt idx="768">
                  <c:v>6.1838792832746596E-3</c:v>
                </c:pt>
                <c:pt idx="769">
                  <c:v>8.6899731386252104E-3</c:v>
                </c:pt>
                <c:pt idx="770">
                  <c:v>1.1196412361555099E-2</c:v>
                </c:pt>
                <c:pt idx="771">
                  <c:v>1.36652671296764E-2</c:v>
                </c:pt>
                <c:pt idx="772">
                  <c:v>1.6056790593942199E-2</c:v>
                </c:pt>
                <c:pt idx="773">
                  <c:v>1.8330227314899201E-2</c:v>
                </c:pt>
                <c:pt idx="774">
                  <c:v>2.0445414370666E-2</c:v>
                </c:pt>
                <c:pt idx="775">
                  <c:v>2.23641817810461E-2</c:v>
                </c:pt>
                <c:pt idx="776">
                  <c:v>2.40518709441697E-2</c:v>
                </c:pt>
                <c:pt idx="777">
                  <c:v>2.5478999368211599E-2</c:v>
                </c:pt>
                <c:pt idx="778">
                  <c:v>2.6622318678873599E-2</c:v>
                </c:pt>
                <c:pt idx="779">
                  <c:v>2.74655920301458E-2</c:v>
                </c:pt>
                <c:pt idx="780">
                  <c:v>2.8000596444887099E-2</c:v>
                </c:pt>
                <c:pt idx="781">
                  <c:v>2.82277562602797E-2</c:v>
                </c:pt>
                <c:pt idx="782">
                  <c:v>2.8156200636824402E-2</c:v>
                </c:pt>
                <c:pt idx="783">
                  <c:v>2.7803628188579101E-2</c:v>
                </c:pt>
                <c:pt idx="784">
                  <c:v>2.71955184146562E-2</c:v>
                </c:pt>
                <c:pt idx="785">
                  <c:v>2.6363128631459901E-2</c:v>
                </c:pt>
                <c:pt idx="786">
                  <c:v>2.5341164472142901E-2</c:v>
                </c:pt>
                <c:pt idx="787">
                  <c:v>2.4166634197463201E-2</c:v>
                </c:pt>
                <c:pt idx="788">
                  <c:v>2.28786943006592E-2</c:v>
                </c:pt>
                <c:pt idx="789">
                  <c:v>2.15175552681326E-2</c:v>
                </c:pt>
                <c:pt idx="790">
                  <c:v>2.0121863768958199E-2</c:v>
                </c:pt>
                <c:pt idx="791">
                  <c:v>1.8726204698064498E-2</c:v>
                </c:pt>
                <c:pt idx="792">
                  <c:v>1.7359654821630099E-2</c:v>
                </c:pt>
                <c:pt idx="793">
                  <c:v>1.6044849371187699E-2</c:v>
                </c:pt>
                <c:pt idx="794">
                  <c:v>1.4797518187788501E-2</c:v>
                </c:pt>
                <c:pt idx="795">
                  <c:v>1.3626530641830101E-2</c:v>
                </c:pt>
                <c:pt idx="796">
                  <c:v>1.2533797821240301E-2</c:v>
                </c:pt>
                <c:pt idx="797">
                  <c:v>1.15142423712856E-2</c:v>
                </c:pt>
                <c:pt idx="798">
                  <c:v>1.05564515874244E-2</c:v>
                </c:pt>
                <c:pt idx="799">
                  <c:v>9.6433611140307601E-3</c:v>
                </c:pt>
                <c:pt idx="800">
                  <c:v>8.7524662428659604E-3</c:v>
                </c:pt>
                <c:pt idx="801">
                  <c:v>7.8565406185702701E-3</c:v>
                </c:pt>
                <c:pt idx="802">
                  <c:v>6.92607277150388E-3</c:v>
                </c:pt>
                <c:pt idx="803">
                  <c:v>5.9332049329922096E-3</c:v>
                </c:pt>
                <c:pt idx="804">
                  <c:v>4.8551195851572401E-3</c:v>
                </c:pt>
                <c:pt idx="805">
                  <c:v>3.6750731689210799E-3</c:v>
                </c:pt>
                <c:pt idx="806">
                  <c:v>2.3816366200095701E-3</c:v>
                </c:pt>
                <c:pt idx="807">
                  <c:v>9.6780654490758497E-4</c:v>
                </c:pt>
                <c:pt idx="808">
                  <c:v>-5.6913486596985995E-4</c:v>
                </c:pt>
                <c:pt idx="809">
                  <c:v>-2.2271690384197801E-3</c:v>
                </c:pt>
                <c:pt idx="810">
                  <c:v>-3.9994828930531804E-3</c:v>
                </c:pt>
                <c:pt idx="811">
                  <c:v>-5.8755317232265002E-3</c:v>
                </c:pt>
                <c:pt idx="812">
                  <c:v>-7.8425038292124598E-3</c:v>
                </c:pt>
                <c:pt idx="813">
                  <c:v>-9.8861003930409905E-3</c:v>
                </c:pt>
                <c:pt idx="814">
                  <c:v>-1.19906204801378E-2</c:v>
                </c:pt>
                <c:pt idx="815">
                  <c:v>-1.41388834635135E-2</c:v>
                </c:pt>
                <c:pt idx="816">
                  <c:v>-1.63123347348565E-2</c:v>
                </c:pt>
                <c:pt idx="817">
                  <c:v>-1.8491276727946399E-2</c:v>
                </c:pt>
                <c:pt idx="818">
                  <c:v>-2.0654859350414199E-2</c:v>
                </c:pt>
                <c:pt idx="819">
                  <c:v>-2.27809026799322E-2</c:v>
                </c:pt>
                <c:pt idx="820">
                  <c:v>-2.48460040810385E-2</c:v>
                </c:pt>
                <c:pt idx="821">
                  <c:v>-2.68261192674695E-2</c:v>
                </c:pt>
                <c:pt idx="822">
                  <c:v>-2.8697555206648E-2</c:v>
                </c:pt>
                <c:pt idx="823">
                  <c:v>-3.0438289265769101E-2</c:v>
                </c:pt>
                <c:pt idx="824">
                  <c:v>-3.2029697085710303E-2</c:v>
                </c:pt>
                <c:pt idx="825">
                  <c:v>-3.3458384925770898E-2</c:v>
                </c:pt>
                <c:pt idx="826">
                  <c:v>-3.4717406046701399E-2</c:v>
                </c:pt>
                <c:pt idx="827">
                  <c:v>-3.5807203882484102E-2</c:v>
                </c:pt>
                <c:pt idx="828">
                  <c:v>-3.6737011692179002E-2</c:v>
                </c:pt>
                <c:pt idx="829">
                  <c:v>-3.7525909587407799E-2</c:v>
                </c:pt>
                <c:pt idx="830">
                  <c:v>-3.8202594831593599E-2</c:v>
                </c:pt>
                <c:pt idx="831">
                  <c:v>-3.8804258569774701E-2</c:v>
                </c:pt>
                <c:pt idx="832">
                  <c:v>-3.9374589933856001E-2</c:v>
                </c:pt>
                <c:pt idx="833">
                  <c:v>-3.99600728150111E-2</c:v>
                </c:pt>
                <c:pt idx="834">
                  <c:v>-4.0605129639791598E-2</c:v>
                </c:pt>
                <c:pt idx="835">
                  <c:v>-4.1347975397034602E-2</c:v>
                </c:pt>
                <c:pt idx="836">
                  <c:v>-4.2217892110580101E-2</c:v>
                </c:pt>
                <c:pt idx="837">
                  <c:v>-4.3233446179497398E-2</c:v>
                </c:pt>
                <c:pt idx="838">
                  <c:v>-4.4401513310997003E-2</c:v>
                </c:pt>
                <c:pt idx="839">
                  <c:v>-4.5717332432218698E-2</c:v>
                </c:pt>
                <c:pt idx="840">
                  <c:v>-4.7165878951634599E-2</c:v>
                </c:pt>
                <c:pt idx="841">
                  <c:v>-4.8724813469132003E-2</c:v>
                </c:pt>
                <c:pt idx="842">
                  <c:v>-5.0368250517650703E-2</c:v>
                </c:pt>
                <c:pt idx="843">
                  <c:v>-5.2069777458908097E-2</c:v>
                </c:pt>
                <c:pt idx="844">
                  <c:v>-5.3804132375816702E-2</c:v>
                </c:pt>
                <c:pt idx="845">
                  <c:v>-5.55483898723046E-2</c:v>
                </c:pt>
                <c:pt idx="846">
                  <c:v>-5.7283463357705802E-2</c:v>
                </c:pt>
                <c:pt idx="847">
                  <c:v>-5.8995118313938603E-2</c:v>
                </c:pt>
                <c:pt idx="848">
                  <c:v>-6.0673148205528001E-2</c:v>
                </c:pt>
                <c:pt idx="849">
                  <c:v>-6.2309694286129397E-2</c:v>
                </c:pt>
                <c:pt idx="850">
                  <c:v>-6.3899012282291695E-2</c:v>
                </c:pt>
                <c:pt idx="851">
                  <c:v>-6.5438412132222096E-2</c:v>
                </c:pt>
                <c:pt idx="852">
                  <c:v>-6.6928280448932703E-2</c:v>
                </c:pt>
                <c:pt idx="853">
                  <c:v>-6.8371056225083104E-2</c:v>
                </c:pt>
                <c:pt idx="854">
                  <c:v>-6.9770576192499198E-2</c:v>
                </c:pt>
                <c:pt idx="855">
                  <c:v>-7.1132157904874704E-2</c:v>
                </c:pt>
                <c:pt idx="856">
                  <c:v>-7.24627716138216E-2</c:v>
                </c:pt>
                <c:pt idx="857">
                  <c:v>-7.3770815757761996E-2</c:v>
                </c:pt>
                <c:pt idx="858">
                  <c:v>-7.5065752752124099E-2</c:v>
                </c:pt>
                <c:pt idx="859">
                  <c:v>-7.6358311158693903E-2</c:v>
                </c:pt>
                <c:pt idx="860">
                  <c:v>-7.7661089739189296E-2</c:v>
                </c:pt>
                <c:pt idx="861">
                  <c:v>-7.8988348383053006E-2</c:v>
                </c:pt>
                <c:pt idx="862">
                  <c:v>-8.0354255762888099E-2</c:v>
                </c:pt>
                <c:pt idx="863">
                  <c:v>-8.1770301274626103E-2</c:v>
                </c:pt>
                <c:pt idx="864">
                  <c:v>-8.3243506750395005E-2</c:v>
                </c:pt>
                <c:pt idx="865">
                  <c:v>-8.4776429080540505E-2</c:v>
                </c:pt>
                <c:pt idx="866">
                  <c:v>-8.6368251794245302E-2</c:v>
                </c:pt>
                <c:pt idx="867">
                  <c:v>-8.8015664741605507E-2</c:v>
                </c:pt>
                <c:pt idx="868">
                  <c:v>-8.9713261091896798E-2</c:v>
                </c:pt>
                <c:pt idx="869">
                  <c:v>-9.1454145122588301E-2</c:v>
                </c:pt>
                <c:pt idx="870">
                  <c:v>-9.3231070175231204E-2</c:v>
                </c:pt>
                <c:pt idx="871">
                  <c:v>-9.5037079419898696E-2</c:v>
                </c:pt>
                <c:pt idx="872">
                  <c:v>-9.68641645934184E-2</c:v>
                </c:pt>
                <c:pt idx="873">
                  <c:v>-9.8700106652066605E-2</c:v>
                </c:pt>
                <c:pt idx="874">
                  <c:v>-0.10052556653745</c:v>
                </c:pt>
                <c:pt idx="875">
                  <c:v>-0.102313355529511</c:v>
                </c:pt>
                <c:pt idx="876">
                  <c:v>-0.104030292487339</c:v>
                </c:pt>
                <c:pt idx="877">
                  <c:v>-0.105640737771864</c:v>
                </c:pt>
                <c:pt idx="878">
                  <c:v>-0.107110088576683</c:v>
                </c:pt>
                <c:pt idx="879">
                  <c:v>-0.108407057139844</c:v>
                </c:pt>
                <c:pt idx="880">
                  <c:v>-0.10950537604669699</c:v>
                </c:pt>
                <c:pt idx="881">
                  <c:v>-0.110385810224296</c:v>
                </c:pt>
                <c:pt idx="882">
                  <c:v>-0.11103763562833099</c:v>
                </c:pt>
                <c:pt idx="883">
                  <c:v>-0.111458312948223</c:v>
                </c:pt>
                <c:pt idx="884">
                  <c:v>-0.111651950250962</c:v>
                </c:pt>
                <c:pt idx="885">
                  <c:v>-0.11162834908390799</c:v>
                </c:pt>
                <c:pt idx="886">
                  <c:v>-0.111402961269269</c:v>
                </c:pt>
                <c:pt idx="887">
                  <c:v>-0.110996695738813</c:v>
                </c:pt>
                <c:pt idx="888">
                  <c:v>-0.110434899347025</c:v>
                </c:pt>
                <c:pt idx="889">
                  <c:v>-0.109745550106998</c:v>
                </c:pt>
                <c:pt idx="890">
                  <c:v>-0.10895773077719</c:v>
                </c:pt>
                <c:pt idx="891">
                  <c:v>-0.108101417637914</c:v>
                </c:pt>
                <c:pt idx="892">
                  <c:v>-0.10720743999256099</c:v>
                </c:pt>
                <c:pt idx="893">
                  <c:v>-0.106306143714572</c:v>
                </c:pt>
                <c:pt idx="894">
                  <c:v>-0.10542558277622401</c:v>
                </c:pt>
                <c:pt idx="895">
                  <c:v>-0.104590745877622</c:v>
                </c:pt>
                <c:pt idx="896">
                  <c:v>-0.103824201298783</c:v>
                </c:pt>
                <c:pt idx="897">
                  <c:v>-0.10314721546398201</c:v>
                </c:pt>
                <c:pt idx="898">
                  <c:v>-0.102579686230927</c:v>
                </c:pt>
                <c:pt idx="899">
                  <c:v>-0.10213874256661599</c:v>
                </c:pt>
                <c:pt idx="900">
                  <c:v>-0.10183765840364099</c:v>
                </c:pt>
                <c:pt idx="901">
                  <c:v>-0.101685756598714</c:v>
                </c:pt>
                <c:pt idx="902">
                  <c:v>-0.101688296425461</c:v>
                </c:pt>
                <c:pt idx="903">
                  <c:v>-0.10184555567747</c:v>
                </c:pt>
                <c:pt idx="904">
                  <c:v>-0.10215143884801001</c:v>
                </c:pt>
                <c:pt idx="905">
                  <c:v>-0.10259255175823501</c:v>
                </c:pt>
                <c:pt idx="906">
                  <c:v>-0.10314860820679</c:v>
                </c:pt>
                <c:pt idx="907">
                  <c:v>-0.103794145718825</c:v>
                </c:pt>
                <c:pt idx="908">
                  <c:v>-0.104500257945568</c:v>
                </c:pt>
                <c:pt idx="909">
                  <c:v>-0.105235424249271</c:v>
                </c:pt>
                <c:pt idx="910">
                  <c:v>-0.105966413118588</c:v>
                </c:pt>
                <c:pt idx="911">
                  <c:v>-0.10666039162695801</c:v>
                </c:pt>
                <c:pt idx="912">
                  <c:v>-0.107287749059883</c:v>
                </c:pt>
                <c:pt idx="913">
                  <c:v>-0.107824491126724</c:v>
                </c:pt>
                <c:pt idx="914">
                  <c:v>-0.108253369299565</c:v>
                </c:pt>
                <c:pt idx="915">
                  <c:v>-0.108563312627215</c:v>
                </c:pt>
                <c:pt idx="916">
                  <c:v>-0.10874780351411301</c:v>
                </c:pt>
                <c:pt idx="917">
                  <c:v>-0.10880367695432</c:v>
                </c:pt>
                <c:pt idx="918">
                  <c:v>-0.108730947083788</c:v>
                </c:pt>
                <c:pt idx="919">
                  <c:v>-0.108533146518431</c:v>
                </c:pt>
                <c:pt idx="920">
                  <c:v>-0.10821795650143901</c:v>
                </c:pt>
                <c:pt idx="921">
                  <c:v>-0.10779814177531601</c:v>
                </c:pt>
                <c:pt idx="922">
                  <c:v>-0.107292008643416</c:v>
                </c:pt>
                <c:pt idx="923">
                  <c:v>-0.106722581695087</c:v>
                </c:pt>
                <c:pt idx="924">
                  <c:v>-0.106115558358228</c:v>
                </c:pt>
                <c:pt idx="925">
                  <c:v>-0.1054965763668</c:v>
                </c:pt>
                <c:pt idx="926">
                  <c:v>-0.10488870187564001</c:v>
                </c:pt>
                <c:pt idx="927">
                  <c:v>-0.104310787731699</c:v>
                </c:pt>
                <c:pt idx="928">
                  <c:v>-0.103776492446611</c:v>
                </c:pt>
                <c:pt idx="929">
                  <c:v>-0.103293779686856</c:v>
                </c:pt>
                <c:pt idx="930">
                  <c:v>-0.10286509243499301</c:v>
                </c:pt>
                <c:pt idx="931">
                  <c:v>-0.102487700076853</c:v>
                </c:pt>
                <c:pt idx="932">
                  <c:v>-0.102153074211183</c:v>
                </c:pt>
                <c:pt idx="933">
                  <c:v>-0.10184553458737899</c:v>
                </c:pt>
                <c:pt idx="934">
                  <c:v>-0.10154206332270301</c:v>
                </c:pt>
                <c:pt idx="935">
                  <c:v>-0.101213957429217</c:v>
                </c:pt>
                <c:pt idx="936">
                  <c:v>-0.10082867432781301</c:v>
                </c:pt>
                <c:pt idx="937">
                  <c:v>-0.100350458606682</c:v>
                </c:pt>
                <c:pt idx="938">
                  <c:v>-9.9740075419680899E-2</c:v>
                </c:pt>
                <c:pt idx="939">
                  <c:v>-9.8954811127414097E-2</c:v>
                </c:pt>
                <c:pt idx="940">
                  <c:v>-9.7949550694446996E-2</c:v>
                </c:pt>
                <c:pt idx="941">
                  <c:v>-9.6678320964650399E-2</c:v>
                </c:pt>
                <c:pt idx="942">
                  <c:v>-9.5094755461182096E-2</c:v>
                </c:pt>
                <c:pt idx="943">
                  <c:v>-9.3151355439312494E-2</c:v>
                </c:pt>
                <c:pt idx="944">
                  <c:v>-9.0799470804741905E-2</c:v>
                </c:pt>
                <c:pt idx="945">
                  <c:v>-8.7991540048764E-2</c:v>
                </c:pt>
                <c:pt idx="946">
                  <c:v>-8.4684870089394806E-2</c:v>
                </c:pt>
                <c:pt idx="947">
                  <c:v>-8.0845129394800402E-2</c:v>
                </c:pt>
                <c:pt idx="948">
                  <c:v>-7.6448662612109197E-2</c:v>
                </c:pt>
                <c:pt idx="949">
                  <c:v>-7.1483914887675096E-2</c:v>
                </c:pt>
                <c:pt idx="950">
                  <c:v>-6.5952623049933407E-2</c:v>
                </c:pt>
                <c:pt idx="951">
                  <c:v>-5.9871154830425301E-2</c:v>
                </c:pt>
                <c:pt idx="952">
                  <c:v>-5.3271240199440399E-2</c:v>
                </c:pt>
                <c:pt idx="953">
                  <c:v>-4.6198693504576498E-2</c:v>
                </c:pt>
                <c:pt idx="954">
                  <c:v>-3.87099279822865E-2</c:v>
                </c:pt>
                <c:pt idx="955">
                  <c:v>-3.0867489070173199E-2</c:v>
                </c:pt>
                <c:pt idx="956">
                  <c:v>-2.2735812020780601E-2</c:v>
                </c:pt>
                <c:pt idx="957">
                  <c:v>-1.4377538301346001E-2</c:v>
                </c:pt>
                <c:pt idx="958">
                  <c:v>-5.8505663069188E-3</c:v>
                </c:pt>
                <c:pt idx="959">
                  <c:v>2.7938363091261401E-3</c:v>
                </c:pt>
                <c:pt idx="960">
                  <c:v>1.15120115421476E-2</c:v>
                </c:pt>
                <c:pt idx="961">
                  <c:v>2.0268107004203902E-2</c:v>
                </c:pt>
                <c:pt idx="962">
                  <c:v>2.9033176629028701E-2</c:v>
                </c:pt>
                <c:pt idx="963">
                  <c:v>3.77833487700295E-2</c:v>
                </c:pt>
                <c:pt idx="964">
                  <c:v>4.6497813269253299E-2</c:v>
                </c:pt>
                <c:pt idx="965">
                  <c:v>5.5156933441510798E-2</c:v>
                </c:pt>
                <c:pt idx="966">
                  <c:v>6.3740324868096998E-2</c:v>
                </c:pt>
                <c:pt idx="967">
                  <c:v>7.2225151062198303E-2</c:v>
                </c:pt>
                <c:pt idx="968">
                  <c:v>8.0585337508142105E-2</c:v>
                </c:pt>
                <c:pt idx="969">
                  <c:v>8.8792217209097996E-2</c:v>
                </c:pt>
                <c:pt idx="970">
                  <c:v>9.6816231277370796E-2</c:v>
                </c:pt>
                <c:pt idx="971">
                  <c:v>0.104628375764375</c:v>
                </c:pt>
                <c:pt idx="972">
                  <c:v>0.112200285112855</c:v>
                </c:pt>
                <c:pt idx="973">
                  <c:v>0.119503492373361</c:v>
                </c:pt>
                <c:pt idx="974">
                  <c:v>0.12650969909078699</c:v>
                </c:pt>
                <c:pt idx="975">
                  <c:v>0.133192546600163</c:v>
                </c:pt>
                <c:pt idx="976">
                  <c:v>0.139529294533391</c:v>
                </c:pt>
                <c:pt idx="977">
                  <c:v>0.145501090419282</c:v>
                </c:pt>
                <c:pt idx="978">
                  <c:v>0.15109214973569701</c:v>
                </c:pt>
                <c:pt idx="979">
                  <c:v>0.156289084201999</c:v>
                </c:pt>
                <c:pt idx="980">
                  <c:v>0.16108094896206299</c:v>
                </c:pt>
                <c:pt idx="981">
                  <c:v>0.165459254137312</c:v>
                </c:pt>
                <c:pt idx="982">
                  <c:v>0.16941757814732</c:v>
                </c:pt>
                <c:pt idx="983">
                  <c:v>0.17295167519761601</c:v>
                </c:pt>
                <c:pt idx="984">
                  <c:v>0.17606061427158601</c:v>
                </c:pt>
                <c:pt idx="985">
                  <c:v>0.17874820684369799</c:v>
                </c:pt>
                <c:pt idx="986">
                  <c:v>0.181023570846091</c:v>
                </c:pt>
                <c:pt idx="987">
                  <c:v>0.182900479855339</c:v>
                </c:pt>
                <c:pt idx="988">
                  <c:v>0.18439615380330299</c:v>
                </c:pt>
                <c:pt idx="989">
                  <c:v>0.185530380296273</c:v>
                </c:pt>
                <c:pt idx="990">
                  <c:v>0.18632526103972</c:v>
                </c:pt>
                <c:pt idx="991">
                  <c:v>0.186805219006209</c:v>
                </c:pt>
                <c:pt idx="992">
                  <c:v>0.186996850753086</c:v>
                </c:pt>
                <c:pt idx="993">
                  <c:v>0.186928541167839</c:v>
                </c:pt>
                <c:pt idx="994">
                  <c:v>0.18663040581835799</c:v>
                </c:pt>
                <c:pt idx="995">
                  <c:v>0.186135346321952</c:v>
                </c:pt>
                <c:pt idx="996">
                  <c:v>0.18548054601658001</c:v>
                </c:pt>
                <c:pt idx="997">
                  <c:v>0.18470720775826599</c:v>
                </c:pt>
                <c:pt idx="998">
                  <c:v>0.183857574741604</c:v>
                </c:pt>
                <c:pt idx="999">
                  <c:v>0.18297078017639101</c:v>
                </c:pt>
                <c:pt idx="1000">
                  <c:v>0.182079498107384</c:v>
                </c:pt>
                <c:pt idx="1001">
                  <c:v>0.18120835154126999</c:v>
                </c:pt>
                <c:pt idx="1002">
                  <c:v>0.18037386846162501</c:v>
                </c:pt>
                <c:pt idx="1003">
                  <c:v>0.17958489211329501</c:v>
                </c:pt>
                <c:pt idx="1004">
                  <c:v>0.17884283191814199</c:v>
                </c:pt>
                <c:pt idx="1005">
                  <c:v>0.17814201262082599</c:v>
                </c:pt>
                <c:pt idx="1006">
                  <c:v>0.177470506202064</c:v>
                </c:pt>
                <c:pt idx="1007">
                  <c:v>0.17681165832267001</c:v>
                </c:pt>
                <c:pt idx="1008">
                  <c:v>0.17614593018791799</c:v>
                </c:pt>
                <c:pt idx="1009">
                  <c:v>0.17545221174617501</c:v>
                </c:pt>
                <c:pt idx="1010">
                  <c:v>0.17470848018966401</c:v>
                </c:pt>
                <c:pt idx="1011">
                  <c:v>0.17389247102443001</c:v>
                </c:pt>
                <c:pt idx="1012">
                  <c:v>0.17298264588615</c:v>
                </c:pt>
                <c:pt idx="1013">
                  <c:v>0.17195908826512099</c:v>
                </c:pt>
                <c:pt idx="1014">
                  <c:v>0.17080408148044801</c:v>
                </c:pt>
                <c:pt idx="1015">
                  <c:v>0.169502570668284</c:v>
                </c:pt>
                <c:pt idx="1016">
                  <c:v>0.16804247074725001</c:v>
                </c:pt>
                <c:pt idx="1017">
                  <c:v>0.16641426873133899</c:v>
                </c:pt>
                <c:pt idx="1018">
                  <c:v>0.16460976418971701</c:v>
                </c:pt>
                <c:pt idx="1019">
                  <c:v>0.16262075098277001</c:v>
                </c:pt>
                <c:pt idx="1020">
                  <c:v>0.16043845007598501</c:v>
                </c:pt>
                <c:pt idx="1021">
                  <c:v>0.15805372606370399</c:v>
                </c:pt>
                <c:pt idx="1022">
                  <c:v>0.15545796801487699</c:v>
                </c:pt>
                <c:pt idx="1023">
                  <c:v>0.152644411335247</c:v>
                </c:pt>
                <c:pt idx="1024">
                  <c:v>0.149609475581087</c:v>
                </c:pt>
                <c:pt idx="1025">
                  <c:v>0.14635399841907501</c:v>
                </c:pt>
                <c:pt idx="1026">
                  <c:v>0.14288406747691801</c:v>
                </c:pt>
                <c:pt idx="1027">
                  <c:v>0.13921110830504799</c:v>
                </c:pt>
                <c:pt idx="1028">
                  <c:v>0.135351582808312</c:v>
                </c:pt>
                <c:pt idx="1029">
                  <c:v>0.13132651749708399</c:v>
                </c:pt>
                <c:pt idx="1030">
                  <c:v>0.12716056681707899</c:v>
                </c:pt>
                <c:pt idx="1031">
                  <c:v>0.122880811787385</c:v>
                </c:pt>
                <c:pt idx="1032">
                  <c:v>0.118515555496312</c:v>
                </c:pt>
                <c:pt idx="1033">
                  <c:v>0.11409267609127501</c:v>
                </c:pt>
                <c:pt idx="1034">
                  <c:v>0.10963778064117199</c:v>
                </c:pt>
                <c:pt idx="1035">
                  <c:v>0.105173019712788</c:v>
                </c:pt>
                <c:pt idx="1036">
                  <c:v>0.100716385944196</c:v>
                </c:pt>
                <c:pt idx="1037">
                  <c:v>9.6281171408386407E-2</c:v>
                </c:pt>
                <c:pt idx="1038">
                  <c:v>9.1876080460479098E-2</c:v>
                </c:pt>
                <c:pt idx="1039">
                  <c:v>8.7506122633744604E-2</c:v>
                </c:pt>
                <c:pt idx="1040">
                  <c:v>8.31735905978601E-2</c:v>
                </c:pt>
                <c:pt idx="1041">
                  <c:v>7.8878504130586002E-2</c:v>
                </c:pt>
                <c:pt idx="1042">
                  <c:v>7.4618552920931003E-2</c:v>
                </c:pt>
                <c:pt idx="1043">
                  <c:v>7.0389215880595102E-2</c:v>
                </c:pt>
                <c:pt idx="1044">
                  <c:v>6.6184691460367207E-2</c:v>
                </c:pt>
                <c:pt idx="1045">
                  <c:v>6.1999368913328197E-2</c:v>
                </c:pt>
                <c:pt idx="1046">
                  <c:v>5.78291361870941E-2</c:v>
                </c:pt>
                <c:pt idx="1047">
                  <c:v>5.3672317749678899E-2</c:v>
                </c:pt>
                <c:pt idx="1048">
                  <c:v>4.9530300700704397E-2</c:v>
                </c:pt>
                <c:pt idx="1049">
                  <c:v>4.5407807221759203E-2</c:v>
                </c:pt>
                <c:pt idx="1050">
                  <c:v>4.1312687035526201E-2</c:v>
                </c:pt>
                <c:pt idx="1051">
                  <c:v>3.7255033040714598E-2</c:v>
                </c:pt>
                <c:pt idx="1052">
                  <c:v>3.3245976040410602E-2</c:v>
                </c:pt>
                <c:pt idx="1053">
                  <c:v>2.92971625322501E-2</c:v>
                </c:pt>
                <c:pt idx="1054">
                  <c:v>2.5421285988338201E-2</c:v>
                </c:pt>
                <c:pt idx="1055">
                  <c:v>2.1632963018746801E-2</c:v>
                </c:pt>
                <c:pt idx="1056">
                  <c:v>1.7948724735834101E-2</c:v>
                </c:pt>
                <c:pt idx="1057">
                  <c:v>1.43854402299289E-2</c:v>
                </c:pt>
                <c:pt idx="1058">
                  <c:v>1.0958588358943399E-2</c:v>
                </c:pt>
                <c:pt idx="1059">
                  <c:v>7.6823440917363397E-3</c:v>
                </c:pt>
                <c:pt idx="1060">
                  <c:v>4.5708210277966201E-3</c:v>
                </c:pt>
                <c:pt idx="1061">
                  <c:v>1.63849333941498E-3</c:v>
                </c:pt>
                <c:pt idx="1062">
                  <c:v>-1.1003163657300401E-3</c:v>
                </c:pt>
                <c:pt idx="1063">
                  <c:v>-3.6315919309340399E-3</c:v>
                </c:pt>
                <c:pt idx="1064">
                  <c:v>-5.9409770241457497E-3</c:v>
                </c:pt>
                <c:pt idx="1065">
                  <c:v>-8.0131595598353905E-3</c:v>
                </c:pt>
                <c:pt idx="1066">
                  <c:v>-9.8322018713860697E-3</c:v>
                </c:pt>
                <c:pt idx="1067">
                  <c:v>-1.1382956269294401E-2</c:v>
                </c:pt>
                <c:pt idx="1068">
                  <c:v>-1.26530762073622E-2</c:v>
                </c:pt>
                <c:pt idx="1069">
                  <c:v>-1.36349014887257E-2</c:v>
                </c:pt>
                <c:pt idx="1070">
                  <c:v>-1.43268948091974E-2</c:v>
                </c:pt>
                <c:pt idx="1071">
                  <c:v>-1.4735087016194E-2</c:v>
                </c:pt>
                <c:pt idx="1072">
                  <c:v>-1.48747885991948E-2</c:v>
                </c:pt>
                <c:pt idx="1073">
                  <c:v>-1.4771814342774201E-2</c:v>
                </c:pt>
                <c:pt idx="1074">
                  <c:v>-1.44620380839444E-2</c:v>
                </c:pt>
                <c:pt idx="1075">
                  <c:v>-1.3988601986073899E-2</c:v>
                </c:pt>
                <c:pt idx="1076">
                  <c:v>-1.33975102430856E-2</c:v>
                </c:pt>
                <c:pt idx="1077">
                  <c:v>-1.27332604193638E-2</c:v>
                </c:pt>
                <c:pt idx="1078">
                  <c:v>-1.2035313968904201E-2</c:v>
                </c:pt>
                <c:pt idx="1079">
                  <c:v>-1.1335391682827401E-2</c:v>
                </c:pt>
                <c:pt idx="1080">
                  <c:v>-1.0655932893586901E-2</c:v>
                </c:pt>
                <c:pt idx="1081">
                  <c:v>-1.0009835363160399E-2</c:v>
                </c:pt>
                <c:pt idx="1082">
                  <c:v>-9.4008303073440293E-3</c:v>
                </c:pt>
                <c:pt idx="1083">
                  <c:v>-8.8242972902411402E-3</c:v>
                </c:pt>
                <c:pt idx="1084">
                  <c:v>-8.2688929445250397E-3</c:v>
                </c:pt>
                <c:pt idx="1085">
                  <c:v>-7.7190779704848899E-3</c:v>
                </c:pt>
                <c:pt idx="1086">
                  <c:v>-7.1583436745338196E-3</c:v>
                </c:pt>
                <c:pt idx="1087">
                  <c:v>-6.5723958753164001E-3</c:v>
                </c:pt>
                <c:pt idx="1088">
                  <c:v>-5.9512554501906798E-3</c:v>
                </c:pt>
                <c:pt idx="1089">
                  <c:v>-5.28989578962402E-3</c:v>
                </c:pt>
                <c:pt idx="1090">
                  <c:v>-4.5878470030503403E-3</c:v>
                </c:pt>
                <c:pt idx="1091">
                  <c:v>-3.8484988290090698E-3</c:v>
                </c:pt>
                <c:pt idx="1092">
                  <c:v>-3.07859652903112E-3</c:v>
                </c:pt>
                <c:pt idx="1093">
                  <c:v>-2.2880942795714398E-3</c:v>
                </c:pt>
                <c:pt idx="1094">
                  <c:v>-1.4902416579381599E-3</c:v>
                </c:pt>
                <c:pt idx="1095">
                  <c:v>-7.0151984001222704E-4</c:v>
                </c:pt>
                <c:pt idx="1096">
                  <c:v>5.8933492721919397E-5</c:v>
                </c:pt>
                <c:pt idx="1097">
                  <c:v>7.7071191860628803E-4</c:v>
                </c:pt>
                <c:pt idx="1098">
                  <c:v>1.41435588625418E-3</c:v>
                </c:pt>
                <c:pt idx="1099">
                  <c:v>1.9734837301250501E-3</c:v>
                </c:pt>
                <c:pt idx="1100">
                  <c:v>2.4356541277638201E-3</c:v>
                </c:pt>
                <c:pt idx="1101">
                  <c:v>2.7919277024857601E-3</c:v>
                </c:pt>
                <c:pt idx="1102">
                  <c:v>3.0358477760487898E-3</c:v>
                </c:pt>
                <c:pt idx="1103">
                  <c:v>3.1624465920507502E-3</c:v>
                </c:pt>
                <c:pt idx="1104">
                  <c:v>3.1680857667135201E-3</c:v>
                </c:pt>
                <c:pt idx="1105">
                  <c:v>3.0514609120358598E-3</c:v>
                </c:pt>
                <c:pt idx="1106">
                  <c:v>2.8146080129805499E-3</c:v>
                </c:pt>
                <c:pt idx="1107">
                  <c:v>2.4626413920152399E-3</c:v>
                </c:pt>
                <c:pt idx="1108">
                  <c:v>2.0025130655637502E-3</c:v>
                </c:pt>
                <c:pt idx="1109">
                  <c:v>1.44176670121014E-3</c:v>
                </c:pt>
                <c:pt idx="1110">
                  <c:v>7.8743541363427501E-4</c:v>
                </c:pt>
                <c:pt idx="1111">
                  <c:v>4.5015488574495702E-5</c:v>
                </c:pt>
                <c:pt idx="1112">
                  <c:v>-7.8178309527178805E-4</c:v>
                </c:pt>
                <c:pt idx="1113">
                  <c:v>-1.6902454348096199E-3</c:v>
                </c:pt>
                <c:pt idx="1114">
                  <c:v>-2.6777712253605E-3</c:v>
                </c:pt>
                <c:pt idx="1115">
                  <c:v>-3.7414526566389899E-3</c:v>
                </c:pt>
                <c:pt idx="1116">
                  <c:v>-4.8773067895042602E-3</c:v>
                </c:pt>
                <c:pt idx="1117">
                  <c:v>-6.0782474974296298E-3</c:v>
                </c:pt>
                <c:pt idx="1118">
                  <c:v>-7.3313152399201303E-3</c:v>
                </c:pt>
                <c:pt idx="1119">
                  <c:v>-8.6159444292799592E-3</c:v>
                </c:pt>
                <c:pt idx="1120">
                  <c:v>-9.9046846442610303E-3</c:v>
                </c:pt>
                <c:pt idx="1121">
                  <c:v>-1.1166057161047301E-2</c:v>
                </c:pt>
                <c:pt idx="1122">
                  <c:v>-1.2367521343321201E-2</c:v>
                </c:pt>
                <c:pt idx="1123">
                  <c:v>-1.34771991131975E-2</c:v>
                </c:pt>
                <c:pt idx="1124">
                  <c:v>-1.44653856339512E-2</c:v>
                </c:pt>
                <c:pt idx="1125">
                  <c:v>-1.5306952183038999E-2</c:v>
                </c:pt>
                <c:pt idx="1126">
                  <c:v>-1.5983714506417199E-2</c:v>
                </c:pt>
                <c:pt idx="1127">
                  <c:v>-1.64853439383661E-2</c:v>
                </c:pt>
                <c:pt idx="1128">
                  <c:v>-1.6808679790776101E-2</c:v>
                </c:pt>
                <c:pt idx="1129">
                  <c:v>-1.6956361523790701E-2</c:v>
                </c:pt>
                <c:pt idx="1130">
                  <c:v>-1.6936098213612302E-2</c:v>
                </c:pt>
                <c:pt idx="1131">
                  <c:v>-1.6761128284635999E-2</c:v>
                </c:pt>
                <c:pt idx="1132">
                  <c:v>-1.64504683880814E-2</c:v>
                </c:pt>
                <c:pt idx="1133">
                  <c:v>-1.6027312237021699E-2</c:v>
                </c:pt>
                <c:pt idx="1134">
                  <c:v>-1.5516470380870799E-2</c:v>
                </c:pt>
                <c:pt idx="1135">
                  <c:v>-1.49429999261727E-2</c:v>
                </c:pt>
                <c:pt idx="1136">
                  <c:v>-1.4332208489866599E-2</c:v>
                </c:pt>
                <c:pt idx="1137">
                  <c:v>-1.3709783442534901E-2</c:v>
                </c:pt>
                <c:pt idx="1138">
                  <c:v>-1.31015249459804E-2</c:v>
                </c:pt>
                <c:pt idx="1139">
                  <c:v>-1.25329604777683E-2</c:v>
                </c:pt>
                <c:pt idx="1140">
                  <c:v>-1.2029572738306101E-2</c:v>
                </c:pt>
                <c:pt idx="1141">
                  <c:v>-1.16177602593682E-2</c:v>
                </c:pt>
                <c:pt idx="1142">
                  <c:v>-1.13249056127504E-2</c:v>
                </c:pt>
                <c:pt idx="1143">
                  <c:v>-1.11773771340084E-2</c:v>
                </c:pt>
                <c:pt idx="1144">
                  <c:v>-1.11977692825443E-2</c:v>
                </c:pt>
                <c:pt idx="1145">
                  <c:v>-1.14032063831901E-2</c:v>
                </c:pt>
                <c:pt idx="1146">
                  <c:v>-1.1805086818225599E-2</c:v>
                </c:pt>
                <c:pt idx="1147">
                  <c:v>-1.24093951631956E-2</c:v>
                </c:pt>
                <c:pt idx="1148">
                  <c:v>-1.32162992529341E-2</c:v>
                </c:pt>
                <c:pt idx="1149">
                  <c:v>-1.42189289901199E-2</c:v>
                </c:pt>
                <c:pt idx="1150">
                  <c:v>-1.54027834124111E-2</c:v>
                </c:pt>
                <c:pt idx="1151">
                  <c:v>-1.6746893452855099E-2</c:v>
                </c:pt>
                <c:pt idx="1152">
                  <c:v>-1.8226328368589499E-2</c:v>
                </c:pt>
                <c:pt idx="1153">
                  <c:v>-1.98143686846434E-2</c:v>
                </c:pt>
                <c:pt idx="1154">
                  <c:v>-2.14833065531898E-2</c:v>
                </c:pt>
                <c:pt idx="1155">
                  <c:v>-2.3204913622344898E-2</c:v>
                </c:pt>
                <c:pt idx="1156">
                  <c:v>-2.4951590020731201E-2</c:v>
                </c:pt>
                <c:pt idx="1157">
                  <c:v>-2.66976532057525E-2</c:v>
                </c:pt>
                <c:pt idx="1158">
                  <c:v>-2.8420377853436402E-2</c:v>
                </c:pt>
                <c:pt idx="1159">
                  <c:v>-3.0101121230953699E-2</c:v>
                </c:pt>
                <c:pt idx="1160">
                  <c:v>-3.17265414266035E-2</c:v>
                </c:pt>
                <c:pt idx="1161">
                  <c:v>-3.3289371750480898E-2</c:v>
                </c:pt>
                <c:pt idx="1162">
                  <c:v>-3.4788193794898101E-2</c:v>
                </c:pt>
                <c:pt idx="1163">
                  <c:v>-3.6226562561562703E-2</c:v>
                </c:pt>
                <c:pt idx="1164">
                  <c:v>-3.76123184253618E-2</c:v>
                </c:pt>
                <c:pt idx="1165">
                  <c:v>-3.8956926826966998E-2</c:v>
                </c:pt>
                <c:pt idx="1166">
                  <c:v>-4.0274151735840702E-2</c:v>
                </c:pt>
                <c:pt idx="1167">
                  <c:v>-4.1578104052797202E-2</c:v>
                </c:pt>
                <c:pt idx="1168">
                  <c:v>-4.2881557811284297E-2</c:v>
                </c:pt>
                <c:pt idx="1169">
                  <c:v>-4.4195494861381697E-2</c:v>
                </c:pt>
                <c:pt idx="1170">
                  <c:v>-4.5529885224152501E-2</c:v>
                </c:pt>
                <c:pt idx="1171">
                  <c:v>-4.6894526478531401E-2</c:v>
                </c:pt>
                <c:pt idx="1172">
                  <c:v>-4.8298872874579298E-2</c:v>
                </c:pt>
                <c:pt idx="1173">
                  <c:v>-4.9751290350394398E-2</c:v>
                </c:pt>
                <c:pt idx="1174">
                  <c:v>-5.1258523907177403E-2</c:v>
                </c:pt>
                <c:pt idx="1175">
                  <c:v>-5.2824922553422797E-2</c:v>
                </c:pt>
                <c:pt idx="1176">
                  <c:v>-5.4451056851308702E-2</c:v>
                </c:pt>
                <c:pt idx="1177">
                  <c:v>-5.6132645695996498E-2</c:v>
                </c:pt>
                <c:pt idx="1178">
                  <c:v>-5.78606772415481E-2</c:v>
                </c:pt>
                <c:pt idx="1179">
                  <c:v>-5.9622471454613198E-2</c:v>
                </c:pt>
                <c:pt idx="1180">
                  <c:v>-6.1402945012400498E-2</c:v>
                </c:pt>
                <c:pt idx="1181">
                  <c:v>-6.3185727505363401E-2</c:v>
                </c:pt>
                <c:pt idx="1182">
                  <c:v>-6.4953986343826098E-2</c:v>
                </c:pt>
                <c:pt idx="1183">
                  <c:v>-6.66905905034091E-2</c:v>
                </c:pt>
                <c:pt idx="1184">
                  <c:v>-6.8377395244669695E-2</c:v>
                </c:pt>
                <c:pt idx="1185">
                  <c:v>-6.9994243939019707E-2</c:v>
                </c:pt>
                <c:pt idx="1186">
                  <c:v>-7.1518829172770401E-2</c:v>
                </c:pt>
                <c:pt idx="1187">
                  <c:v>-7.2928189006688099E-2</c:v>
                </c:pt>
                <c:pt idx="1188">
                  <c:v>-7.4201402343483103E-2</c:v>
                </c:pt>
                <c:pt idx="1189">
                  <c:v>-7.5322054983771605E-2</c:v>
                </c:pt>
                <c:pt idx="1190">
                  <c:v>-7.6279962781743899E-2</c:v>
                </c:pt>
                <c:pt idx="1191">
                  <c:v>-7.7072651721518504E-2</c:v>
                </c:pt>
                <c:pt idx="1192">
                  <c:v>-7.7706026156637797E-2</c:v>
                </c:pt>
                <c:pt idx="1193">
                  <c:v>-7.8193622144019398E-2</c:v>
                </c:pt>
                <c:pt idx="1194">
                  <c:v>-7.85558148692167E-2</c:v>
                </c:pt>
                <c:pt idx="1195">
                  <c:v>-7.8820260857071195E-2</c:v>
                </c:pt>
                <c:pt idx="1196">
                  <c:v>-7.9022679801749499E-2</c:v>
                </c:pt>
                <c:pt idx="1197">
                  <c:v>-7.9206268660405602E-2</c:v>
                </c:pt>
                <c:pt idx="1198">
                  <c:v>-7.9418970114553206E-2</c:v>
                </c:pt>
                <c:pt idx="1199">
                  <c:v>-7.97090064496421E-2</c:v>
                </c:pt>
                <c:pt idx="1200">
                  <c:v>-8.01199592445309E-2</c:v>
                </c:pt>
                <c:pt idx="1201">
                  <c:v>-8.0686931624991506E-2</c:v>
                </c:pt>
                <c:pt idx="1202">
                  <c:v>-8.1434644288956706E-2</c:v>
                </c:pt>
                <c:pt idx="1203">
                  <c:v>-8.2377135056987502E-2</c:v>
                </c:pt>
                <c:pt idx="1204">
                  <c:v>-8.3518025858676098E-2</c:v>
                </c:pt>
                <c:pt idx="1205">
                  <c:v>-8.48509063390325E-2</c:v>
                </c:pt>
                <c:pt idx="1206">
                  <c:v>-8.6360364062892103E-2</c:v>
                </c:pt>
                <c:pt idx="1207">
                  <c:v>-8.8023850031784298E-2</c:v>
                </c:pt>
                <c:pt idx="1208">
                  <c:v>-8.9814139663672105E-2</c:v>
                </c:pt>
                <c:pt idx="1209">
                  <c:v>-9.1702487424416002E-2</c:v>
                </c:pt>
                <c:pt idx="1210">
                  <c:v>-9.3661890824104199E-2</c:v>
                </c:pt>
                <c:pt idx="1211">
                  <c:v>-9.5669261362852503E-2</c:v>
                </c:pt>
                <c:pt idx="1212">
                  <c:v>-9.7706207516346399E-2</c:v>
                </c:pt>
                <c:pt idx="1213">
                  <c:v>-9.9758540565662204E-2</c:v>
                </c:pt>
                <c:pt idx="1214">
                  <c:v>-0.101814608748025</c:v>
                </c:pt>
                <c:pt idx="1215">
                  <c:v>-0.103863876120019</c:v>
                </c:pt>
                <c:pt idx="1216">
                  <c:v>-0.105897220782333</c:v>
                </c:pt>
                <c:pt idx="1217">
                  <c:v>-0.107907459927743</c:v>
                </c:pt>
                <c:pt idx="1218">
                  <c:v>-0.109887850991675</c:v>
                </c:pt>
                <c:pt idx="1219">
                  <c:v>-0.11183007921489301</c:v>
                </c:pt>
                <c:pt idx="1220">
                  <c:v>-0.11372460939503901</c:v>
                </c:pt>
                <c:pt idx="1221">
                  <c:v>-0.115562844042677</c:v>
                </c:pt>
                <c:pt idx="1222">
                  <c:v>-0.11733867433884</c:v>
                </c:pt>
                <c:pt idx="1223">
                  <c:v>-0.1190488318259</c:v>
                </c:pt>
                <c:pt idx="1224">
                  <c:v>-0.120693020191352</c:v>
                </c:pt>
                <c:pt idx="1225">
                  <c:v>-0.122274277036377</c:v>
                </c:pt>
                <c:pt idx="1226">
                  <c:v>-0.123798869153794</c:v>
                </c:pt>
                <c:pt idx="1227">
                  <c:v>-0.12527506609707001</c:v>
                </c:pt>
                <c:pt idx="1228">
                  <c:v>-0.12671111933805501</c:v>
                </c:pt>
                <c:pt idx="1229">
                  <c:v>-0.12811332526692601</c:v>
                </c:pt>
                <c:pt idx="1230">
                  <c:v>-0.12948506381171401</c:v>
                </c:pt>
                <c:pt idx="1231">
                  <c:v>-0.13082719875170801</c:v>
                </c:pt>
                <c:pt idx="1232">
                  <c:v>-0.13213917200894901</c:v>
                </c:pt>
                <c:pt idx="1233">
                  <c:v>-0.13341968534920101</c:v>
                </c:pt>
                <c:pt idx="1234">
                  <c:v>-0.13466677205064001</c:v>
                </c:pt>
                <c:pt idx="1235">
                  <c:v>-0.13587799784580101</c:v>
                </c:pt>
                <c:pt idx="1236">
                  <c:v>-0.137050896114219</c:v>
                </c:pt>
                <c:pt idx="1237">
                  <c:v>-0.13818274270196501</c:v>
                </c:pt>
                <c:pt idx="1238">
                  <c:v>-0.13926898239992699</c:v>
                </c:pt>
                <c:pt idx="1239">
                  <c:v>-0.14030041807191701</c:v>
                </c:pt>
                <c:pt idx="1240">
                  <c:v>-0.141260503688377</c:v>
                </c:pt>
                <c:pt idx="1241">
                  <c:v>-0.14212489779430601</c:v>
                </c:pt>
                <c:pt idx="1242">
                  <c:v>-0.142863877435494</c:v>
                </c:pt>
                <c:pt idx="1243">
                  <c:v>-0.14344568994251</c:v>
                </c:pt>
                <c:pt idx="1244">
                  <c:v>-0.14383867974724701</c:v>
                </c:pt>
                <c:pt idx="1245">
                  <c:v>-0.14401211776334699</c:v>
                </c:pt>
                <c:pt idx="1246">
                  <c:v>-0.143937415528963</c:v>
                </c:pt>
                <c:pt idx="1247">
                  <c:v>-0.14359053841466901</c:v>
                </c:pt>
                <c:pt idx="1248">
                  <c:v>-0.14295390841278</c:v>
                </c:pt>
                <c:pt idx="1249">
                  <c:v>-0.14201606421940499</c:v>
                </c:pt>
                <c:pt idx="1250">
                  <c:v>-0.14077016686048099</c:v>
                </c:pt>
                <c:pt idx="1251">
                  <c:v>-0.13921323854158699</c:v>
                </c:pt>
                <c:pt idx="1252">
                  <c:v>-0.13734603055299299</c:v>
                </c:pt>
                <c:pt idx="1253">
                  <c:v>-0.13517259492855699</c:v>
                </c:pt>
                <c:pt idx="1254">
                  <c:v>-0.132699631273307</c:v>
                </c:pt>
                <c:pt idx="1255">
                  <c:v>-0.12993599928058</c:v>
                </c:pt>
                <c:pt idx="1256">
                  <c:v>-0.126892150037063</c:v>
                </c:pt>
                <c:pt idx="1257">
                  <c:v>-0.123579235737725</c:v>
                </c:pt>
                <c:pt idx="1258">
                  <c:v>-0.12000823034439</c:v>
                </c:pt>
                <c:pt idx="1259">
                  <c:v>-0.11618940038834399</c:v>
                </c:pt>
                <c:pt idx="1260">
                  <c:v>-0.112132024151796</c:v>
                </c:pt>
                <c:pt idx="1261">
                  <c:v>-0.107844177274454</c:v>
                </c:pt>
                <c:pt idx="1262">
                  <c:v>-0.103332786187253</c:v>
                </c:pt>
                <c:pt idx="1263">
                  <c:v>-9.8604034156805395E-2</c:v>
                </c:pt>
                <c:pt idx="1264">
                  <c:v>-9.3663672715700405E-2</c:v>
                </c:pt>
                <c:pt idx="1265">
                  <c:v>-8.8517092748981993E-2</c:v>
                </c:pt>
                <c:pt idx="1266">
                  <c:v>-8.3169235940957195E-2</c:v>
                </c:pt>
                <c:pt idx="1267">
                  <c:v>-7.7623902975010303E-2</c:v>
                </c:pt>
                <c:pt idx="1268">
                  <c:v>-7.1882451930450703E-2</c:v>
                </c:pt>
                <c:pt idx="1269">
                  <c:v>-6.5943084076552999E-2</c:v>
                </c:pt>
                <c:pt idx="1270">
                  <c:v>-5.9801664961396599E-2</c:v>
                </c:pt>
                <c:pt idx="1271">
                  <c:v>-5.3453525179685699E-2</c:v>
                </c:pt>
                <c:pt idx="1272">
                  <c:v>-4.6895220642119997E-2</c:v>
                </c:pt>
                <c:pt idx="1273">
                  <c:v>-4.0125672672265598E-2</c:v>
                </c:pt>
                <c:pt idx="1274">
                  <c:v>-3.3146225577732898E-2</c:v>
                </c:pt>
                <c:pt idx="1275">
                  <c:v>-2.59599161185936E-2</c:v>
                </c:pt>
                <c:pt idx="1276">
                  <c:v>-1.85712153533878E-2</c:v>
                </c:pt>
                <c:pt idx="1277">
                  <c:v>-1.09867879510629E-2</c:v>
                </c:pt>
                <c:pt idx="1278">
                  <c:v>-3.21656607150822E-3</c:v>
                </c:pt>
                <c:pt idx="1279">
                  <c:v>4.7251989047626198E-3</c:v>
                </c:pt>
                <c:pt idx="1280">
                  <c:v>1.28186396420419E-2</c:v>
                </c:pt>
                <c:pt idx="1281">
                  <c:v>2.10370197808597E-2</c:v>
                </c:pt>
                <c:pt idx="1282">
                  <c:v>2.9345935284140801E-2</c:v>
                </c:pt>
                <c:pt idx="1283">
                  <c:v>3.7703256093142401E-2</c:v>
                </c:pt>
                <c:pt idx="1284">
                  <c:v>4.6060260751500701E-2</c:v>
                </c:pt>
                <c:pt idx="1285">
                  <c:v>5.4363679104195997E-2</c:v>
                </c:pt>
                <c:pt idx="1286">
                  <c:v>6.2557675700326096E-2</c:v>
                </c:pt>
                <c:pt idx="1287">
                  <c:v>7.0585165836680105E-2</c:v>
                </c:pt>
                <c:pt idx="1288">
                  <c:v>7.8388531092355704E-2</c:v>
                </c:pt>
                <c:pt idx="1289">
                  <c:v>8.59102658064064E-2</c:v>
                </c:pt>
                <c:pt idx="1290">
                  <c:v>9.3093876323600805E-2</c:v>
                </c:pt>
                <c:pt idx="1291">
                  <c:v>9.9885023503158296E-2</c:v>
                </c:pt>
                <c:pt idx="1292">
                  <c:v>0.106233176596913</c:v>
                </c:pt>
                <c:pt idx="1293">
                  <c:v>0.112094058782893</c:v>
                </c:pt>
                <c:pt idx="1294">
                  <c:v>0.117432432165143</c:v>
                </c:pt>
                <c:pt idx="1295">
                  <c:v>0.12222406987724301</c:v>
                </c:pt>
                <c:pt idx="1296">
                  <c:v>0.126455970145393</c:v>
                </c:pt>
                <c:pt idx="1297">
                  <c:v>0.13012528952910299</c:v>
                </c:pt>
                <c:pt idx="1298">
                  <c:v>0.13323838973209201</c:v>
                </c:pt>
                <c:pt idx="1299">
                  <c:v>0.13581014425514601</c:v>
                </c:pt>
                <c:pt idx="1300">
                  <c:v>0.137862225016646</c:v>
                </c:pt>
                <c:pt idx="1301">
                  <c:v>0.139419878568839</c:v>
                </c:pt>
                <c:pt idx="1302">
                  <c:v>0.14050893878936499</c:v>
                </c:pt>
                <c:pt idx="1303">
                  <c:v>0.14115529389536199</c:v>
                </c:pt>
                <c:pt idx="1304">
                  <c:v>0.141386339966174</c:v>
                </c:pt>
                <c:pt idx="1305">
                  <c:v>0.14123218794776299</c:v>
                </c:pt>
                <c:pt idx="1306">
                  <c:v>0.14072589240786601</c:v>
                </c:pt>
                <c:pt idx="1307">
                  <c:v>0.13990325835898801</c:v>
                </c:pt>
                <c:pt idx="1308">
                  <c:v>0.138802636649102</c:v>
                </c:pt>
                <c:pt idx="1309">
                  <c:v>0.13746475281046</c:v>
                </c:pt>
                <c:pt idx="1310">
                  <c:v>0.13593192693150299</c:v>
                </c:pt>
                <c:pt idx="1311">
                  <c:v>0.13424621391119501</c:v>
                </c:pt>
                <c:pt idx="1312">
                  <c:v>0.13244728423799901</c:v>
                </c:pt>
                <c:pt idx="1313">
                  <c:v>0.13057116487687601</c:v>
                </c:pt>
                <c:pt idx="1314">
                  <c:v>0.12864970618362001</c:v>
                </c:pt>
                <c:pt idx="1315">
                  <c:v>0.12670978232586599</c:v>
                </c:pt>
                <c:pt idx="1316">
                  <c:v>0.12477195735027601</c:v>
                </c:pt>
                <c:pt idx="1317">
                  <c:v>0.12284896490814</c:v>
                </c:pt>
                <c:pt idx="1318">
                  <c:v>0.120944472345796</c:v>
                </c:pt>
                <c:pt idx="1319">
                  <c:v>0.11905298202895601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940-47E8-86C5-8AD9316067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0259119"/>
        <c:axId val="410259599"/>
      </c:scatterChart>
      <c:valAx>
        <c:axId val="4102591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0259599"/>
        <c:crosses val="autoZero"/>
        <c:crossBetween val="midCat"/>
      </c:valAx>
      <c:valAx>
        <c:axId val="410259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02591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005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66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70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304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14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87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4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22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2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7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81161-E3A8-4876-87C0-BABA0D96C28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9F6C8-734B-415C-A9B1-C11B54C595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906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7860302"/>
              </p:ext>
            </p:extLst>
          </p:nvPr>
        </p:nvGraphicFramePr>
        <p:xfrm>
          <a:off x="965507" y="273039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9314570"/>
              </p:ext>
            </p:extLst>
          </p:nvPr>
        </p:nvGraphicFramePr>
        <p:xfrm>
          <a:off x="5042207" y="354573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E0BFCDE-1ED7-B380-76EB-E4DC463F70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5828652"/>
              </p:ext>
            </p:extLst>
          </p:nvPr>
        </p:nvGraphicFramePr>
        <p:xfrm>
          <a:off x="5191760" y="38336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69003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5201679"/>
              </p:ext>
            </p:extLst>
          </p:nvPr>
        </p:nvGraphicFramePr>
        <p:xfrm>
          <a:off x="1140542" y="712837"/>
          <a:ext cx="4572000" cy="3089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91FD562-EEE0-8F15-03C3-53ABEF2630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8969383"/>
              </p:ext>
            </p:extLst>
          </p:nvPr>
        </p:nvGraphicFramePr>
        <p:xfrm>
          <a:off x="6341806" y="539544"/>
          <a:ext cx="3962563" cy="3089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38869D9-6651-E792-661D-A907922791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6028389"/>
              </p:ext>
            </p:extLst>
          </p:nvPr>
        </p:nvGraphicFramePr>
        <p:xfrm>
          <a:off x="1524000" y="371061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08954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26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teqip-38</dc:creator>
  <cp:lastModifiedBy>mohamed sahmi</cp:lastModifiedBy>
  <cp:revision>4</cp:revision>
  <dcterms:created xsi:type="dcterms:W3CDTF">2026-06-18T12:25:26Z</dcterms:created>
  <dcterms:modified xsi:type="dcterms:W3CDTF">2026-06-19T19:09:12Z</dcterms:modified>
</cp:coreProperties>
</file>