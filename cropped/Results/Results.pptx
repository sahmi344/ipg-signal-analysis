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58" r:id="rId5"/>
    <p:sldId id="259" r:id="rId6"/>
    <p:sldId id="264" r:id="rId7"/>
    <p:sldId id="260" r:id="rId8"/>
    <p:sldId id="265" r:id="rId9"/>
    <p:sldId id="261" r:id="rId10"/>
    <p:sldId id="266" r:id="rId11"/>
    <p:sldId id="262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3C765-6B3F-C1B2-80C4-C604E890C0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D325A4-0491-9216-DF5C-51123513D9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ECC4D3-134B-64CE-9A2E-18EE8A862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8D001-686F-4549-911A-34D2D3F455A3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D38278-7E54-99C6-8D8C-30F8ED804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63919D-7518-5B28-153E-D707A0E09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23175-91B6-491D-A055-E8BA10781F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540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6F05A-FD4E-E929-5E5E-CA865616F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81266-D18D-C2EE-DDBD-1F74F85949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F74E1C-1A14-10C5-9671-190835B79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8D001-686F-4549-911A-34D2D3F455A3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D55B60-D7F1-A729-E7E5-3ACD173FA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CD4CFD-7F8F-324E-8AF9-65F94BAEF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23175-91B6-491D-A055-E8BA10781F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430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71C73-DCFD-0CA8-1ABD-E42E2C3C9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1A8B0D-C0B2-C09B-D9A7-F84E1DB5B1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461534-C865-9B62-0DA1-6BE57A96F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8D001-686F-4549-911A-34D2D3F455A3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31E3A-E577-610C-9BA1-C75768735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17EF9-67C1-B172-882F-6C4F19F66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23175-91B6-491D-A055-E8BA10781F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935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B6EB6-7A6E-9FDB-31C6-B8ED2E94A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8200A2-136F-2205-55A4-840B02700F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33ED2E-BC5E-C165-3F2E-9C04F97BED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A5CAFB-172B-D3A5-C803-5E6392649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8D001-686F-4549-911A-34D2D3F455A3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C62949-ADF7-9BBB-22F4-7DA3D4E14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EB4266-AF4F-3400-7973-96610E840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23175-91B6-491D-A055-E8BA10781F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323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0F1BC-D4D5-64E6-6671-5AADCE813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27339E-7F7B-7B59-3091-4276B32ABA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030BEF-1A23-4C7F-38CD-3B022AE604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C00216-90CF-9514-7C2E-95BF44DB9A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DF05CE-E707-85B3-D273-1007CD176A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803331-E836-B0B3-EE2E-46EF733E6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8D001-686F-4549-911A-34D2D3F455A3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FB2D0F-6254-E53C-7480-2DFB02B59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A3BBE5-B2D0-8C86-5954-2FAAD548D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23175-91B6-491D-A055-E8BA10781F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777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91672-68B2-AEBE-2992-62741D82C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9CE45F-BCCB-4495-68B0-386F571D4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8D001-686F-4549-911A-34D2D3F455A3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E1B605-69DD-2084-56FC-5CA3FC22B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DB64C0-FF05-CC84-9E0D-B2035A553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23175-91B6-491D-A055-E8BA10781F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34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E61F14-4D45-8F8C-27EB-A04DCB148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8D001-686F-4549-911A-34D2D3F455A3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2DFA2F-B3AE-6AE8-DE24-AB8F266A6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28BFD1-93D2-7799-4043-121CFF54B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23175-91B6-491D-A055-E8BA10781F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85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22BBF-A630-9F17-7E5D-F3C9073F6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94C94-4A31-AB04-9170-B6E4D2A812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5E4B09-AFEC-8585-6249-2D79D4695A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B70E3F-9398-3C8F-D5F4-B76154113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8D001-686F-4549-911A-34D2D3F455A3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483B5F-0A01-5239-BCCF-4589F1C2E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61ED25-9ABB-82CA-9C2E-448CB7B21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23175-91B6-491D-A055-E8BA10781F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0690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52210-5683-840E-10F6-E5E672D9D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7AFA22-7A67-57B6-8AA4-FBBD4C89B7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786355-EC0B-C5B1-7C12-5A9013A8C7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18CDE7-A0A4-CD9B-3ACF-8790E8E6C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8D001-686F-4549-911A-34D2D3F455A3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8C4447-181D-0B29-8562-E77E8B13A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61E9D2-E93F-CB28-8FA9-C1EDB1D18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23175-91B6-491D-A055-E8BA10781F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285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F2CB5-43AB-356A-CCBF-0893C0A88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23DE23-D3A8-BBEA-30A2-AE4C5FB66E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F9FCED-3316-902A-1E8D-383327C24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8D001-686F-4549-911A-34D2D3F455A3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C29437-8F42-C073-E7C2-71E1B1E30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893430-ED73-8418-1F4E-4839694E2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23175-91B6-491D-A055-E8BA10781F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011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6B8292-A9B3-54AE-C2F4-D4EA60EA2F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4174A2-F19D-FD90-A0AE-0965E2F26F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C7173D-996F-08FD-F43C-805130AD9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8D001-686F-4549-911A-34D2D3F455A3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760484-B1FE-DC95-A786-B35696634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396464-ECC7-4E25-119E-98D87F570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23175-91B6-491D-A055-E8BA10781F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645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6C7110-F0BF-2B46-D3F9-88E341123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4748A6-5AF4-8402-82C8-7B64D74D68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545BFF-C90F-B919-EA0D-2C7E81637D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E8D001-686F-4549-911A-34D2D3F455A3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3CCB0C-CC0F-AF8B-BDC6-D1A3747F3D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E1F599-0AC3-8924-C56B-676C5E43E3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623175-91B6-491D-A055-E8BA10781F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163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11703-3872-6CC5-B02C-FC814E9FCF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333713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51C9F-8BCF-ED85-C7F8-C5ACAB4A6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Radial Best C3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B5BA17-EF85-BD65-C7CA-A7910FCAA1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763" y="1294448"/>
            <a:ext cx="10923037" cy="5398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048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08B39-0910-F36A-8B8B-BFCD9B663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Radial Best C3-Cycle Increased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55B3AA-DBE6-73FC-E575-E35C44B5E4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803" y="1407542"/>
            <a:ext cx="10288555" cy="5085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7776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9A593-A970-2C8D-BDAF-8E8A1DA39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Radial Worst  D1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746935-0FB4-7BAB-3B38-F786CA6AC1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775228"/>
            <a:ext cx="10045959" cy="496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703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A2585-C010-050D-2A26-A8B6001A6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Carotid Best  C3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B7D1BC-EA2B-9ABC-76D8-28B7A7CA91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03145"/>
            <a:ext cx="9784702" cy="4836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1967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4A5A1-DE07-7F35-3672-6EA9CA25E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Carotid Best  C3-Cycle Increased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B62C1B-07EE-61C5-514D-D9E4D24673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09003"/>
            <a:ext cx="10083282" cy="4983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799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10386-F2D0-CCBA-2150-221598814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Carotid Worst – C2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F8F2C0-894E-6A71-E4C7-89C46FD476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507" y="1434930"/>
            <a:ext cx="10092612" cy="4988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6089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16544-9230-EF47-A9AD-159CCC20B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Carotid Worst – C2 Cycle Increased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364400-A3E4-125A-A439-BE71A28D16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447" y="1517265"/>
            <a:ext cx="9896669" cy="4891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997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DE48B-63F4-8C87-6E22-7312818A4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Phantom Best D1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59A3AD-0320-BF07-52EF-027EF46D0B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117" y="1767267"/>
            <a:ext cx="9560767" cy="472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2627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DB486-1ADA-D7D0-AABF-8FF6BBB49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Phantom Best D1 Cycle Increased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3E1764-2916-9A56-22BE-BBEE931EA2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980" y="1181359"/>
            <a:ext cx="8402994" cy="5601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3811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AD35F-52A5-EAA6-1B4E-D789F83BB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Phantom Worst – C2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75FDA3-0417-6CA1-C28B-B4A39D197E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449" y="1778466"/>
            <a:ext cx="8982269" cy="4439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9022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5A2BA-7AE4-7306-D3D9-C5AB12D5A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Phantom Worst – C2 Cycle Increased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C6C41C-51FB-8A82-B8A3-DE3FD7E313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8578396" cy="4240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4492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424</TotalTime>
  <Words>46</Words>
  <Application>Microsoft Office PowerPoint</Application>
  <PresentationFormat>Widescreen</PresentationFormat>
  <Paragraphs>12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Results</vt:lpstr>
      <vt:lpstr>Radial Best C3</vt:lpstr>
      <vt:lpstr>Radial Best C3-Cycle Increased</vt:lpstr>
      <vt:lpstr>Radial Worst  D1</vt:lpstr>
      <vt:lpstr>Carotid Best  C3</vt:lpstr>
      <vt:lpstr>Carotid Best  C3-Cycle Increased</vt:lpstr>
      <vt:lpstr>Carotid Worst – C2</vt:lpstr>
      <vt:lpstr>Carotid Worst – C2 Cycle Increased</vt:lpstr>
      <vt:lpstr>Phantom Best D1</vt:lpstr>
      <vt:lpstr>Phantom Best D1 Cycle Increased</vt:lpstr>
      <vt:lpstr>Phantom Worst – C2</vt:lpstr>
      <vt:lpstr>Phantom Worst – C2 Cycle Increased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mohamed sahmi</dc:creator>
  <cp:lastModifiedBy>mohamed sahmi</cp:lastModifiedBy>
  <cp:revision>4</cp:revision>
  <dcterms:created xsi:type="dcterms:W3CDTF">2026-06-19T08:48:12Z</dcterms:created>
  <dcterms:modified xsi:type="dcterms:W3CDTF">2026-06-29T20:37:32Z</dcterms:modified>
</cp:coreProperties>
</file>